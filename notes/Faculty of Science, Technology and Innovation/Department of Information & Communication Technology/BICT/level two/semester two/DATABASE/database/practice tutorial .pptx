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1.xml" ContentType="application/vnd.openxmlformats-officedocument.theme+xml"/>
  <Override PartName="/ppt/notesMasters/notesMaster1.xml" ContentType="application/vnd.openxmlformats-officedocument.presentationml.notesMaster+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docProps/app.xml" ContentType="application/vnd.openxmlformats-officedocument.extended-properties+xml"/>
  <Override PartName="/docProps/core.xml" ContentType="application/vnd.openxmlformats-package.core-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p="http://schemas.openxmlformats.org/presentationml/2006/main" xmlns:r="http://schemas.openxmlformats.org/officeDocument/2006/relationships" xmlns:a="http://schemas.openxmlformats.org/drawingml/2006/main" saveSubsetFonts="1">
  <p:sldMasterIdLst>
    <p:sldMasterId id="2147483648" r:id="rId1"/>
  </p:sldMasterIdLst>
  <p:notesMasterIdLst>
    <p:notesMasterId r:id="rId2"/>
  </p:notesMasterIdLst>
  <p:sldIdLst>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type="screen4x3" cy="6858000" cx="9144000"/>
  <p:notesSz cx="6858000" cy="9144000"/>
  <p:defaultTextStyle>
    <a:defPPr>
      <a:defRPr lang="en-US"/>
    </a:defPPr>
    <a:lvl1pPr algn="l" defTabSz="914400" eaLnBrk="1" hangingPunct="1" latinLnBrk="0" marL="0" rtl="0">
      <a:defRPr sz="1800" kern="1200">
        <a:solidFill>
          <a:schemeClr val="tx1"/>
        </a:solidFill>
        <a:latin typeface="+mn-lt"/>
        <a:ea typeface="+mn-ea"/>
        <a:cs typeface="+mn-cs"/>
      </a:defRPr>
    </a:lvl1pPr>
    <a:lvl2pPr algn="l" defTabSz="914400" eaLnBrk="1" hangingPunct="1" latinLnBrk="0" marL="457200" rtl="0">
      <a:defRPr sz="1800" kern="1200">
        <a:solidFill>
          <a:schemeClr val="tx1"/>
        </a:solidFill>
        <a:latin typeface="+mn-lt"/>
        <a:ea typeface="+mn-ea"/>
        <a:cs typeface="+mn-cs"/>
      </a:defRPr>
    </a:lvl2pPr>
    <a:lvl3pPr algn="l" defTabSz="914400" eaLnBrk="1" hangingPunct="1" latinLnBrk="0" marL="914400" rtl="0">
      <a:defRPr sz="1800" kern="1200">
        <a:solidFill>
          <a:schemeClr val="tx1"/>
        </a:solidFill>
        <a:latin typeface="+mn-lt"/>
        <a:ea typeface="+mn-ea"/>
        <a:cs typeface="+mn-cs"/>
      </a:defRPr>
    </a:lvl3pPr>
    <a:lvl4pPr algn="l" defTabSz="914400" eaLnBrk="1" hangingPunct="1" latinLnBrk="0" marL="1371600" rtl="0">
      <a:defRPr sz="1800" kern="1200">
        <a:solidFill>
          <a:schemeClr val="tx1"/>
        </a:solidFill>
        <a:latin typeface="+mn-lt"/>
        <a:ea typeface="+mn-ea"/>
        <a:cs typeface="+mn-cs"/>
      </a:defRPr>
    </a:lvl4pPr>
    <a:lvl5pPr algn="l" defTabSz="914400" eaLnBrk="1" hangingPunct="1" latinLnBrk="0" marL="1828800" rtl="0">
      <a:defRPr sz="1800" kern="1200">
        <a:solidFill>
          <a:schemeClr val="tx1"/>
        </a:solidFill>
        <a:latin typeface="+mn-lt"/>
        <a:ea typeface="+mn-ea"/>
        <a:cs typeface="+mn-cs"/>
      </a:defRPr>
    </a:lvl5pPr>
    <a:lvl6pPr algn="l" defTabSz="914400" eaLnBrk="1" hangingPunct="1" latinLnBrk="0" marL="2286000" rtl="0">
      <a:defRPr sz="1800" kern="1200">
        <a:solidFill>
          <a:schemeClr val="tx1"/>
        </a:solidFill>
        <a:latin typeface="+mn-lt"/>
        <a:ea typeface="+mn-ea"/>
        <a:cs typeface="+mn-cs"/>
      </a:defRPr>
    </a:lvl6pPr>
    <a:lvl7pPr algn="l" defTabSz="914400" eaLnBrk="1" hangingPunct="1" latinLnBrk="0" marL="2743200" rtl="0">
      <a:defRPr sz="1800" kern="1200">
        <a:solidFill>
          <a:schemeClr val="tx1"/>
        </a:solidFill>
        <a:latin typeface="+mn-lt"/>
        <a:ea typeface="+mn-ea"/>
        <a:cs typeface="+mn-cs"/>
      </a:defRPr>
    </a:lvl7pPr>
    <a:lvl8pPr algn="l" defTabSz="914400" eaLnBrk="1" hangingPunct="1" latinLnBrk="0" marL="3200400" rtl="0">
      <a:defRPr sz="1800" kern="1200">
        <a:solidFill>
          <a:schemeClr val="tx1"/>
        </a:solidFill>
        <a:latin typeface="+mn-lt"/>
        <a:ea typeface="+mn-ea"/>
        <a:cs typeface="+mn-cs"/>
      </a:defRPr>
    </a:lvl8pPr>
    <a:lvl9pPr algn="l" defTabSz="914400" eaLnBrk="1" hangingPunct="1" latinLnBrk="0" marL="3657600" rtl="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xmlns:r="http://schemas.openxmlformats.org/officeDocument/2006/relationships" xmlns:a="http://schemas.openxmlformats.org/drawingml/2006/main"/>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r="http://schemas.openxmlformats.org/officeDocument/2006/relationships" xmlns:a="http://schemas.openxmlformats.org/drawingml/2006/main">
  <p:normalViewPr>
    <p:restoredLeft sz="15620"/>
    <p:restoredTop sz="94660"/>
  </p:normalViewPr>
  <p:slideViewPr>
    <p:cSldViewPr>
      <p:cViewPr varScale="1">
        <p:scale>
          <a:sx n="61" d="100"/>
          <a:sy n="61" d="100"/>
        </p:scale>
        <p:origin x="-84" y="-408"/>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tableStyles" Target="tableStyles.xml"/><Relationship Id="rId21" Type="http://schemas.openxmlformats.org/officeDocument/2006/relationships/presProps" Target="presProps.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p:bgPr>
    </p:bg>
    <p:spTree>
      <p:nvGrpSpPr>
        <p:cNvPr id="119" name=""/>
        <p:cNvGrpSpPr/>
        <p:nvPr/>
      </p:nvGrpSpPr>
      <p:grpSpPr>
        <a:xfrm>
          <a:off x="0" y="0"/>
          <a:ext cx="0" cy="0"/>
          <a:chOff x="0" y="0"/>
          <a:chExt cx="0" cy="0"/>
        </a:xfrm>
      </p:grpSpPr>
      <p:sp>
        <p:nvSpPr>
          <p:cNvPr id="1048975" name="Rectangle 2"/>
          <p:cNvSpPr>
            <a:spLocks noGrp="1" noChangeArrowheads="1"/>
          </p:cNvSpPr>
          <p:nvPr>
            <p:ph type="hdr" sz="quarter"/>
          </p:nvPr>
        </p:nvSpPr>
        <p:spPr bwMode="auto">
          <a:xfrm>
            <a:off x="2" y="1"/>
            <a:ext cx="3076575" cy="512763"/>
          </a:xfrm>
          <a:prstGeom prst="rect"/>
          <a:noFill/>
          <a:ln w="9525">
            <a:noFill/>
            <a:miter lim="800000"/>
            <a:headEnd/>
            <a:tailEnd/>
          </a:ln>
          <a:effectLst/>
        </p:spPr>
        <p:txBody>
          <a:bodyPr anchor="t" anchorCtr="0" bIns="45745" compatLnSpc="1" lIns="91492" numCol="1" rIns="91492" tIns="45745" vert="horz" wrap="square">
            <a:prstTxWarp prst="textNoShape"/>
          </a:bodyPr>
          <a:lstStyle>
            <a:lvl1pPr algn="l">
              <a:defRPr sz="1100"/>
            </a:lvl1pPr>
          </a:lstStyle>
          <a:p>
            <a:endParaRPr lang="en-US"/>
          </a:p>
        </p:txBody>
      </p:sp>
      <p:sp>
        <p:nvSpPr>
          <p:cNvPr id="1048976" name="Rectangle 3"/>
          <p:cNvSpPr>
            <a:spLocks noGrp="1" noChangeArrowheads="1"/>
          </p:cNvSpPr>
          <p:nvPr>
            <p:ph type="dt" idx="1"/>
          </p:nvPr>
        </p:nvSpPr>
        <p:spPr bwMode="auto">
          <a:xfrm>
            <a:off x="4021139" y="1"/>
            <a:ext cx="3076575" cy="512763"/>
          </a:xfrm>
          <a:prstGeom prst="rect"/>
          <a:noFill/>
          <a:ln w="9525">
            <a:noFill/>
            <a:miter lim="800000"/>
            <a:headEnd/>
            <a:tailEnd/>
          </a:ln>
          <a:effectLst/>
        </p:spPr>
        <p:txBody>
          <a:bodyPr anchor="t" anchorCtr="0" bIns="45745" compatLnSpc="1" lIns="91492" numCol="1" rIns="91492" tIns="45745" vert="horz" wrap="square">
            <a:prstTxWarp prst="textNoShape"/>
          </a:bodyPr>
          <a:lstStyle>
            <a:lvl1pPr algn="r">
              <a:defRPr sz="1100"/>
            </a:lvl1pPr>
          </a:lstStyle>
          <a:p>
            <a:endParaRPr lang="en-US"/>
          </a:p>
        </p:txBody>
      </p:sp>
      <p:sp>
        <p:nvSpPr>
          <p:cNvPr id="1048977" name="Rectangle 4"/>
          <p:cNvSpPr>
            <a:spLocks noChangeAspect="1" noRot="1" noGrp="1" noChangeArrowheads="1" noTextEdit="1"/>
          </p:cNvSpPr>
          <p:nvPr>
            <p:ph type="sldImg" idx="2"/>
          </p:nvPr>
        </p:nvSpPr>
        <p:spPr bwMode="auto">
          <a:xfrm>
            <a:off x="990600" y="766763"/>
            <a:ext cx="5118100" cy="3838575"/>
          </a:xfrm>
          <a:prstGeom prst="rect"/>
          <a:noFill/>
          <a:ln w="9525">
            <a:solidFill>
              <a:srgbClr val="000000"/>
            </a:solidFill>
            <a:miter lim="800000"/>
            <a:headEnd/>
            <a:tailEnd/>
          </a:ln>
          <a:effectLst/>
        </p:spPr>
      </p:sp>
      <p:sp>
        <p:nvSpPr>
          <p:cNvPr id="1048978" name="Rectangle 5"/>
          <p:cNvSpPr>
            <a:spLocks noGrp="1" noChangeArrowheads="1"/>
          </p:cNvSpPr>
          <p:nvPr>
            <p:ph type="body" sz="quarter" idx="3"/>
          </p:nvPr>
        </p:nvSpPr>
        <p:spPr bwMode="auto">
          <a:xfrm>
            <a:off x="709614" y="4862514"/>
            <a:ext cx="5680075" cy="4605337"/>
          </a:xfrm>
          <a:prstGeom prst="rect"/>
          <a:noFill/>
          <a:ln w="9525">
            <a:noFill/>
            <a:miter lim="800000"/>
            <a:headEnd/>
            <a:tailEnd/>
          </a:ln>
          <a:effectLst/>
        </p:spPr>
        <p:txBody>
          <a:bodyPr anchor="t" anchorCtr="0" bIns="45745" compatLnSpc="1" lIns="91492" numCol="1" rIns="91492" tIns="45745" vert="horz" wrap="square">
            <a:prstTxWarp prst="textNoShape"/>
          </a:bodyPr>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1048979" name="Rectangle 6"/>
          <p:cNvSpPr>
            <a:spLocks noGrp="1" noChangeArrowheads="1"/>
          </p:cNvSpPr>
          <p:nvPr>
            <p:ph type="ftr" sz="quarter" idx="4"/>
          </p:nvPr>
        </p:nvSpPr>
        <p:spPr bwMode="auto">
          <a:xfrm>
            <a:off x="2" y="9720264"/>
            <a:ext cx="3076575" cy="512762"/>
          </a:xfrm>
          <a:prstGeom prst="rect"/>
          <a:noFill/>
          <a:ln w="9525">
            <a:noFill/>
            <a:miter lim="800000"/>
            <a:headEnd/>
            <a:tailEnd/>
          </a:ln>
          <a:effectLst/>
        </p:spPr>
        <p:txBody>
          <a:bodyPr anchor="b" anchorCtr="0" bIns="45745" compatLnSpc="1" lIns="91492" numCol="1" rIns="91492" tIns="45745" vert="horz" wrap="square">
            <a:prstTxWarp prst="textNoShape"/>
          </a:bodyPr>
          <a:lstStyle>
            <a:lvl1pPr algn="l">
              <a:defRPr sz="1100"/>
            </a:lvl1pPr>
          </a:lstStyle>
          <a:p>
            <a:endParaRPr lang="en-US"/>
          </a:p>
        </p:txBody>
      </p:sp>
      <p:sp>
        <p:nvSpPr>
          <p:cNvPr id="1048980" name="Rectangle 7"/>
          <p:cNvSpPr>
            <a:spLocks noGrp="1" noChangeArrowheads="1"/>
          </p:cNvSpPr>
          <p:nvPr>
            <p:ph type="sldNum" sz="quarter" idx="5"/>
          </p:nvPr>
        </p:nvSpPr>
        <p:spPr bwMode="auto">
          <a:xfrm>
            <a:off x="4021139" y="9720264"/>
            <a:ext cx="3076575" cy="512762"/>
          </a:xfrm>
          <a:prstGeom prst="rect"/>
          <a:noFill/>
          <a:ln w="9525">
            <a:noFill/>
            <a:miter lim="800000"/>
            <a:headEnd/>
            <a:tailEnd/>
          </a:ln>
          <a:effectLst/>
        </p:spPr>
        <p:txBody>
          <a:bodyPr anchor="b" anchorCtr="0" bIns="45745" compatLnSpc="1" lIns="91492" numCol="1" rIns="91492" tIns="45745" vert="horz" wrap="square">
            <a:prstTxWarp prst="textNoShape"/>
          </a:bodyPr>
          <a:lstStyle>
            <a:lvl1pPr algn="r">
              <a:defRPr sz="1100"/>
            </a:lvl1pPr>
          </a:lstStyle>
          <a:p>
            <a:fld id="{A9A0EA98-5831-4853-B862-C702E6EB345C}" type="slidenum">
              <a:rPr lang="en-US"/>
            </a:fld>
            <a:endParaRPr lang="en-US"/>
          </a:p>
        </p:txBody>
      </p:sp>
    </p:spTree>
  </p:cSld>
  <p:clrMap accent1="accent1" accent2="accent2" accent3="accent3" accent4="accent4" accent5="accent5" accent6="accent6" bg1="lt1" bg2="lt2" tx1="dk1" tx2="dk2" hlink="hlink" folHlink="folHlink"/>
  <p:notesStyle>
    <a:lvl1pPr algn="l" fontAlgn="base" rtl="0">
      <a:spcBef>
        <a:spcPct val="30000"/>
      </a:spcBef>
      <a:spcAft>
        <a:spcPct val="0"/>
      </a:spcAft>
      <a:defRPr sz="1200" kern="1200">
        <a:solidFill>
          <a:schemeClr val="tx1"/>
        </a:solidFill>
        <a:latin typeface="Arial" charset="0"/>
        <a:ea typeface="+mn-ea"/>
        <a:cs typeface="+mn-cs"/>
      </a:defRPr>
    </a:lvl1pPr>
    <a:lvl2pPr algn="l" fontAlgn="base" marL="457200" rtl="0">
      <a:spcBef>
        <a:spcPct val="30000"/>
      </a:spcBef>
      <a:spcAft>
        <a:spcPct val="0"/>
      </a:spcAft>
      <a:defRPr sz="1200" kern="1200">
        <a:solidFill>
          <a:schemeClr val="tx1"/>
        </a:solidFill>
        <a:latin typeface="Arial" charset="0"/>
        <a:ea typeface="+mn-ea"/>
        <a:cs typeface="+mn-cs"/>
      </a:defRPr>
    </a:lvl2pPr>
    <a:lvl3pPr algn="l" fontAlgn="base" marL="914400" rtl="0">
      <a:spcBef>
        <a:spcPct val="30000"/>
      </a:spcBef>
      <a:spcAft>
        <a:spcPct val="0"/>
      </a:spcAft>
      <a:defRPr sz="1200" kern="1200">
        <a:solidFill>
          <a:schemeClr val="tx1"/>
        </a:solidFill>
        <a:latin typeface="Arial" charset="0"/>
        <a:ea typeface="+mn-ea"/>
        <a:cs typeface="+mn-cs"/>
      </a:defRPr>
    </a:lvl3pPr>
    <a:lvl4pPr algn="l" fontAlgn="base" marL="1371600" rtl="0">
      <a:spcBef>
        <a:spcPct val="30000"/>
      </a:spcBef>
      <a:spcAft>
        <a:spcPct val="0"/>
      </a:spcAft>
      <a:defRPr sz="1200" kern="1200">
        <a:solidFill>
          <a:schemeClr val="tx1"/>
        </a:solidFill>
        <a:latin typeface="Arial" charset="0"/>
        <a:ea typeface="+mn-ea"/>
        <a:cs typeface="+mn-cs"/>
      </a:defRPr>
    </a:lvl4pPr>
    <a:lvl5pPr algn="l" fontAlgn="base" marL="1828800" rtl="0">
      <a:spcBef>
        <a:spcPct val="30000"/>
      </a:spcBef>
      <a:spcAft>
        <a:spcPct val="0"/>
      </a:spcAft>
      <a:defRPr sz="1200" kern="1200">
        <a:solidFill>
          <a:schemeClr val="tx1"/>
        </a:solidFill>
        <a:latin typeface="Arial" charset="0"/>
        <a:ea typeface="+mn-ea"/>
        <a:cs typeface="+mn-cs"/>
      </a:defRPr>
    </a:lvl5pPr>
    <a:lvl6pPr algn="l" defTabSz="914400" eaLnBrk="1" hangingPunct="1" latinLnBrk="0" marL="2286000" rtl="0">
      <a:defRPr sz="1200" kern="1200">
        <a:solidFill>
          <a:schemeClr val="tx1"/>
        </a:solidFill>
        <a:latin typeface="+mn-lt"/>
        <a:ea typeface="+mn-ea"/>
        <a:cs typeface="+mn-cs"/>
      </a:defRPr>
    </a:lvl6pPr>
    <a:lvl7pPr algn="l" defTabSz="914400" eaLnBrk="1" hangingPunct="1" latinLnBrk="0" marL="2743200" rtl="0">
      <a:defRPr sz="1200" kern="1200">
        <a:solidFill>
          <a:schemeClr val="tx1"/>
        </a:solidFill>
        <a:latin typeface="+mn-lt"/>
        <a:ea typeface="+mn-ea"/>
        <a:cs typeface="+mn-cs"/>
      </a:defRPr>
    </a:lvl7pPr>
    <a:lvl8pPr algn="l" defTabSz="914400" eaLnBrk="1" hangingPunct="1" latinLnBrk="0" marL="3200400" rtl="0">
      <a:defRPr sz="1200" kern="1200">
        <a:solidFill>
          <a:schemeClr val="tx1"/>
        </a:solidFill>
        <a:latin typeface="+mn-lt"/>
        <a:ea typeface="+mn-ea"/>
        <a:cs typeface="+mn-cs"/>
      </a:defRPr>
    </a:lvl8pPr>
    <a:lvl9pPr algn="l" defTabSz="914400" eaLnBrk="1" hangingPunct="1" latinLnBrk="0" marL="3657600" rtl="0">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type="title">
  <p:cSld name="Title Slide">
    <p:bg>
      <p:bgRef idx="1001">
        <a:schemeClr val="bg2"/>
      </p:bgRef>
    </p:bg>
    <p:spTree>
      <p:nvGrpSpPr>
        <p:cNvPr id="67" name=""/>
        <p:cNvGrpSpPr/>
        <p:nvPr/>
      </p:nvGrpSpPr>
      <p:grpSpPr>
        <a:xfrm>
          <a:off x="0" y="0"/>
          <a:ext cx="0" cy="0"/>
          <a:chOff x="0" y="0"/>
          <a:chExt cx="0" cy="0"/>
        </a:xfrm>
      </p:grpSpPr>
      <p:sp>
        <p:nvSpPr>
          <p:cNvPr id="1048604" name="Rectangle 6"/>
          <p:cNvSpPr/>
          <p:nvPr/>
        </p:nvSpPr>
        <p:spPr bwMode="white">
          <a:xfrm>
            <a:off x="0" y="5971032"/>
            <a:ext cx="9144000" cy="886968"/>
          </a:xfrm>
          <a:prstGeom prst="rect"/>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605" name="Rectangle 9"/>
          <p:cNvSpPr/>
          <p:nvPr/>
        </p:nvSpPr>
        <p:spPr>
          <a:xfrm>
            <a:off x="-9144" y="6053328"/>
            <a:ext cx="2249424" cy="713232"/>
          </a:xfrm>
          <a:prstGeom prst="rect"/>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606" name="Rectangle 10"/>
          <p:cNvSpPr/>
          <p:nvPr/>
        </p:nvSpPr>
        <p:spPr>
          <a:xfrm>
            <a:off x="2359152" y="6044184"/>
            <a:ext cx="6784848" cy="713232"/>
          </a:xfrm>
          <a:prstGeom prst="rect"/>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607" name="Title 7"/>
          <p:cNvSpPr>
            <a:spLocks noGrp="1"/>
          </p:cNvSpPr>
          <p:nvPr>
            <p:ph type="ctrTitle"/>
          </p:nvPr>
        </p:nvSpPr>
        <p:spPr>
          <a:xfrm>
            <a:off x="2362200" y="4038600"/>
            <a:ext cx="6477000" cy="1828800"/>
          </a:xfrm>
        </p:spPr>
        <p:txBody>
          <a:bodyPr anchor="b"/>
          <a:lstStyle>
            <a:lvl1pPr>
              <a:defRPr baseline="0" cap="all"/>
            </a:lvl1pPr>
          </a:lstStyle>
          <a:p>
            <a:r>
              <a:rPr kumimoji="0" lang="en-US" smtClean="0"/>
              <a:t>Click to edit Master title style</a:t>
            </a:r>
            <a:endParaRPr kumimoji="0" lang="en-US"/>
          </a:p>
        </p:txBody>
      </p:sp>
      <p:sp>
        <p:nvSpPr>
          <p:cNvPr id="1048608" name="Subtitle 8"/>
          <p:cNvSpPr>
            <a:spLocks noGrp="1"/>
          </p:cNvSpPr>
          <p:nvPr>
            <p:ph type="subTitle" idx="1"/>
          </p:nvPr>
        </p:nvSpPr>
        <p:spPr>
          <a:xfrm>
            <a:off x="2362200" y="6050037"/>
            <a:ext cx="6705600" cy="685800"/>
          </a:xfrm>
        </p:spPr>
        <p:txBody>
          <a:bodyPr anchor="ctr">
            <a:normAutofit/>
          </a:bodyPr>
          <a:lstStyle>
            <a:lvl1pPr algn="l" indent="0" marL="0">
              <a:buNone/>
              <a:defRPr sz="2600">
                <a:solidFill>
                  <a:srgbClr val="FFFFFF"/>
                </a:solidFill>
              </a:defRPr>
            </a:lvl1pPr>
            <a:lvl2pPr algn="ctr" indent="0" marL="457200">
              <a:buNone/>
            </a:lvl2pPr>
            <a:lvl3pPr algn="ctr" indent="0" marL="914400">
              <a:buNone/>
            </a:lvl3pPr>
            <a:lvl4pPr algn="ctr" indent="0" marL="1371600">
              <a:buNone/>
            </a:lvl4pPr>
            <a:lvl5pPr algn="ctr" indent="0" marL="1828800">
              <a:buNone/>
            </a:lvl5pPr>
            <a:lvl6pPr algn="ctr" indent="0" marL="2286000">
              <a:buNone/>
            </a:lvl6pPr>
            <a:lvl7pPr algn="ctr" indent="0" marL="2743200">
              <a:buNone/>
            </a:lvl7pPr>
            <a:lvl8pPr algn="ctr" indent="0" marL="3200400">
              <a:buNone/>
            </a:lvl8pPr>
            <a:lvl9pPr algn="ctr" indent="0" marL="3657600">
              <a:buNone/>
            </a:lvl9pPr>
          </a:lstStyle>
          <a:p>
            <a:r>
              <a:rPr kumimoji="0" lang="en-US" smtClean="0"/>
              <a:t>Click to edit Master subtitle style</a:t>
            </a:r>
            <a:endParaRPr kumimoji="0" lang="en-US"/>
          </a:p>
        </p:txBody>
      </p:sp>
      <p:sp>
        <p:nvSpPr>
          <p:cNvPr id="1048609" name="Date Placeholder 27"/>
          <p:cNvSpPr>
            <a:spLocks noGrp="1"/>
          </p:cNvSpPr>
          <p:nvPr>
            <p:ph type="dt" sz="half" idx="10"/>
          </p:nvPr>
        </p:nvSpPr>
        <p:spPr>
          <a:xfrm>
            <a:off x="76200" y="6068699"/>
            <a:ext cx="2057400" cy="685800"/>
          </a:xfrm>
        </p:spPr>
        <p:txBody>
          <a:bodyPr>
            <a:noAutofit/>
          </a:bodyPr>
          <a:lstStyle>
            <a:lvl1pPr algn="ctr">
              <a:defRPr sz="2000">
                <a:solidFill>
                  <a:srgbClr val="FFFFFF"/>
                </a:solidFill>
              </a:defRPr>
            </a:lvl1pPr>
          </a:lstStyle>
          <a:p>
            <a:fld id="{CA543BEC-1208-409E-84D3-63E89A259783}" type="datetimeFigureOut">
              <a:rPr lang="en-US" smtClean="0"/>
            </a:fld>
            <a:endParaRPr lang="en-US"/>
          </a:p>
        </p:txBody>
      </p:sp>
      <p:sp>
        <p:nvSpPr>
          <p:cNvPr id="1048610" name="Footer Placeholder 16"/>
          <p:cNvSpPr>
            <a:spLocks noGrp="1"/>
          </p:cNvSpPr>
          <p:nvPr>
            <p:ph type="ftr" sz="quarter" idx="11"/>
          </p:nvPr>
        </p:nvSpPr>
        <p:spPr>
          <a:xfrm>
            <a:off x="2085393" y="236538"/>
            <a:ext cx="5867400" cy="365125"/>
          </a:xfrm>
        </p:spPr>
        <p:txBody>
          <a:bodyPr/>
          <a:lstStyle>
            <a:lvl1pPr algn="r">
              <a:defRPr>
                <a:solidFill>
                  <a:schemeClr val="tx2"/>
                </a:solidFill>
              </a:defRPr>
            </a:lvl1pPr>
          </a:lstStyle>
          <a:p>
            <a:endParaRPr lang="en-US"/>
          </a:p>
        </p:txBody>
      </p:sp>
      <p:sp>
        <p:nvSpPr>
          <p:cNvPr id="1048611" name="Slide Number Placeholder 28"/>
          <p:cNvSpPr>
            <a:spLocks noGrp="1"/>
          </p:cNvSpPr>
          <p:nvPr>
            <p:ph type="sldNum" sz="quarter" idx="12"/>
          </p:nvPr>
        </p:nvSpPr>
        <p:spPr>
          <a:xfrm>
            <a:off x="8001000" y="228600"/>
            <a:ext cx="838200" cy="381000"/>
          </a:xfrm>
        </p:spPr>
        <p:txBody>
          <a:bodyPr/>
          <a:lstStyle>
            <a:lvl1pPr>
              <a:defRPr>
                <a:solidFill>
                  <a:schemeClr val="tx2"/>
                </a:solidFill>
              </a:defRPr>
            </a:lvl1pPr>
          </a:lstStyle>
          <a:p>
            <a:fld id="{5BB8A5CC-DF69-46F3-A594-57416CD50917}" type="slidenum">
              <a:rPr lang="en-US" smtClean="0"/>
            </a:fld>
            <a:endParaRPr lang="en-US"/>
          </a:p>
        </p:txBody>
      </p:sp>
    </p:spTree>
  </p:cSld>
  <p:clrMapOvr>
    <a:overrideClrMapping accent1="accent1" accent2="accent2" accent3="accent3" accent4="accent4" accent5="accent5" accent6="accent6" bg1="dk1" bg2="dk2" tx1="lt1" tx2="lt2"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type="obj">
  <p:cSld name="Title and Content">
    <p:spTree>
      <p:nvGrpSpPr>
        <p:cNvPr id="61" name=""/>
        <p:cNvGrpSpPr/>
        <p:nvPr/>
      </p:nvGrpSpPr>
      <p:grpSpPr>
        <a:xfrm>
          <a:off x="0" y="0"/>
          <a:ext cx="0" cy="0"/>
          <a:chOff x="0" y="0"/>
          <a:chExt cx="0" cy="0"/>
        </a:xfrm>
      </p:grpSpPr>
      <p:sp>
        <p:nvSpPr>
          <p:cNvPr id="1048584" name="Title 1"/>
          <p:cNvSpPr>
            <a:spLocks noGrp="1"/>
          </p:cNvSpPr>
          <p:nvPr>
            <p:ph type="title"/>
          </p:nvPr>
        </p:nvSpPr>
        <p:spPr>
          <a:xfrm>
            <a:off x="612648" y="228600"/>
            <a:ext cx="8153400" cy="990600"/>
          </a:xfrm>
        </p:spPr>
        <p:txBody>
          <a:bodyPr/>
          <a:p>
            <a:r>
              <a:rPr kumimoji="0" lang="en-US" smtClean="0"/>
              <a:t>Click to edit Master title style</a:t>
            </a:r>
            <a:endParaRPr kumimoji="0" lang="en-US"/>
          </a:p>
        </p:txBody>
      </p:sp>
      <p:sp>
        <p:nvSpPr>
          <p:cNvPr id="1048585" name="Date Placeholder 3"/>
          <p:cNvSpPr>
            <a:spLocks noGrp="1"/>
          </p:cNvSpPr>
          <p:nvPr>
            <p:ph type="dt" sz="half" idx="10"/>
          </p:nvPr>
        </p:nvSpPr>
        <p:spPr/>
        <p:txBody>
          <a:bodyPr/>
          <a:p>
            <a:fld id="{CA543BEC-1208-409E-84D3-63E89A259783}" type="datetimeFigureOut">
              <a:rPr lang="en-US" smtClean="0"/>
            </a:fld>
            <a:endParaRPr lang="en-US"/>
          </a:p>
        </p:txBody>
      </p:sp>
      <p:sp>
        <p:nvSpPr>
          <p:cNvPr id="1048586" name="Footer Placeholder 4"/>
          <p:cNvSpPr>
            <a:spLocks noGrp="1"/>
          </p:cNvSpPr>
          <p:nvPr>
            <p:ph type="ftr" sz="quarter" idx="11"/>
          </p:nvPr>
        </p:nvSpPr>
        <p:spPr/>
        <p:txBody>
          <a:bodyPr/>
          <a:p>
            <a:endParaRPr lang="en-US"/>
          </a:p>
        </p:txBody>
      </p:sp>
      <p:sp>
        <p:nvSpPr>
          <p:cNvPr id="1048587" name="Slide Number Placeholder 5"/>
          <p:cNvSpPr>
            <a:spLocks noGrp="1"/>
          </p:cNvSpPr>
          <p:nvPr>
            <p:ph type="sldNum" sz="quarter" idx="12"/>
          </p:nvPr>
        </p:nvSpPr>
        <p:spPr/>
        <p:txBody>
          <a:bodyPr/>
          <a:lstStyle>
            <a:lvl1pPr>
              <a:defRPr>
                <a:solidFill>
                  <a:srgbClr val="FFFFFF"/>
                </a:solidFill>
              </a:defRPr>
            </a:lvl1pPr>
          </a:lstStyle>
          <a:p>
            <a:fld id="{5BB8A5CC-DF69-46F3-A594-57416CD50917}" type="slidenum">
              <a:rPr lang="en-US" smtClean="0"/>
            </a:fld>
            <a:endParaRPr lang="en-US"/>
          </a:p>
        </p:txBody>
      </p:sp>
      <p:sp>
        <p:nvSpPr>
          <p:cNvPr id="1048588" name="Content Placeholder 7"/>
          <p:cNvSpPr>
            <a:spLocks noGrp="1"/>
          </p:cNvSpPr>
          <p:nvPr>
            <p:ph sz="quarter" idx="1"/>
          </p:nvPr>
        </p:nvSpPr>
        <p:spPr>
          <a:xfrm>
            <a:off x="612648" y="1600200"/>
            <a:ext cx="8153400" cy="4495800"/>
          </a:xfrm>
        </p:spPr>
        <p:txBody>
          <a:bodyPr/>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type="secHead">
  <p:cSld name="Section Header">
    <p:bg>
      <p:bgRef idx="1003">
        <a:schemeClr val="bg1"/>
      </p:bgRef>
    </p:bg>
    <p:spTree>
      <p:nvGrpSpPr>
        <p:cNvPr id="116" name=""/>
        <p:cNvGrpSpPr/>
        <p:nvPr/>
      </p:nvGrpSpPr>
      <p:grpSpPr>
        <a:xfrm>
          <a:off x="0" y="0"/>
          <a:ext cx="0" cy="0"/>
          <a:chOff x="0" y="0"/>
          <a:chExt cx="0" cy="0"/>
        </a:xfrm>
      </p:grpSpPr>
      <p:sp>
        <p:nvSpPr>
          <p:cNvPr id="1048956" name="Text Placeholder 2"/>
          <p:cNvSpPr>
            <a:spLocks noGrp="1"/>
          </p:cNvSpPr>
          <p:nvPr>
            <p:ph type="body" idx="1"/>
          </p:nvPr>
        </p:nvSpPr>
        <p:spPr>
          <a:xfrm>
            <a:off x="1371600" y="2743200"/>
            <a:ext cx="7123113" cy="1673225"/>
          </a:xfrm>
        </p:spPr>
        <p:txBody>
          <a:bodyPr anchor="t"/>
          <a:lstStyle>
            <a:lvl1pPr indent="0" marL="0">
              <a:buNone/>
              <a:defRPr sz="280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eaLnBrk="1" hangingPunct="1" latinLnBrk="0" lvl="0"/>
            <a:r>
              <a:rPr kumimoji="0" lang="en-US" smtClean="0"/>
              <a:t>Click to edit Master text styles</a:t>
            </a:r>
          </a:p>
        </p:txBody>
      </p:sp>
      <p:sp>
        <p:nvSpPr>
          <p:cNvPr id="1048957" name="Rectangle 6"/>
          <p:cNvSpPr/>
          <p:nvPr/>
        </p:nvSpPr>
        <p:spPr bwMode="white">
          <a:xfrm>
            <a:off x="0" y="1524000"/>
            <a:ext cx="9144000" cy="1143000"/>
          </a:xfrm>
          <a:prstGeom prst="rect"/>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958" name="Rectangle 7"/>
          <p:cNvSpPr/>
          <p:nvPr/>
        </p:nvSpPr>
        <p:spPr>
          <a:xfrm>
            <a:off x="0" y="1600200"/>
            <a:ext cx="1295400" cy="990600"/>
          </a:xfrm>
          <a:prstGeom prst="rect"/>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959" name="Rectangle 8"/>
          <p:cNvSpPr/>
          <p:nvPr/>
        </p:nvSpPr>
        <p:spPr>
          <a:xfrm>
            <a:off x="1371600" y="1600200"/>
            <a:ext cx="7772400" cy="990600"/>
          </a:xfrm>
          <a:prstGeom prst="rect"/>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960" name="Title 1"/>
          <p:cNvSpPr>
            <a:spLocks noGrp="1"/>
          </p:cNvSpPr>
          <p:nvPr>
            <p:ph type="title"/>
          </p:nvPr>
        </p:nvSpPr>
        <p:spPr>
          <a:xfrm>
            <a:off x="1371600" y="1600200"/>
            <a:ext cx="7620000" cy="990600"/>
          </a:xfrm>
        </p:spPr>
        <p:txBody>
          <a:bodyPr/>
          <a:lstStyle>
            <a:lvl1pPr algn="l">
              <a:buNone/>
              <a:defRPr b="0" cap="none" sz="4400">
                <a:solidFill>
                  <a:srgbClr val="FFFFFF"/>
                </a:solidFill>
              </a:defRPr>
            </a:lvl1pPr>
          </a:lstStyle>
          <a:p>
            <a:r>
              <a:rPr kumimoji="0" lang="en-US" smtClean="0"/>
              <a:t>Click to edit Master title style</a:t>
            </a:r>
            <a:endParaRPr kumimoji="0" lang="en-US"/>
          </a:p>
        </p:txBody>
      </p:sp>
      <p:sp>
        <p:nvSpPr>
          <p:cNvPr id="1048961" name="Date Placeholder 11"/>
          <p:cNvSpPr>
            <a:spLocks noGrp="1"/>
          </p:cNvSpPr>
          <p:nvPr>
            <p:ph type="dt" sz="half" idx="10"/>
          </p:nvPr>
        </p:nvSpPr>
        <p:spPr/>
        <p:txBody>
          <a:bodyPr/>
          <a:p>
            <a:fld id="{CA543BEC-1208-409E-84D3-63E89A259783}" type="datetimeFigureOut">
              <a:rPr lang="en-US" smtClean="0"/>
            </a:fld>
            <a:endParaRPr lang="en-US"/>
          </a:p>
        </p:txBody>
      </p:sp>
      <p:sp>
        <p:nvSpPr>
          <p:cNvPr id="1048962" name="Slide Number Placeholder 12"/>
          <p:cNvSpPr>
            <a:spLocks noGrp="1"/>
          </p:cNvSpPr>
          <p:nvPr>
            <p:ph type="sldNum" sz="quarter" idx="11"/>
          </p:nvPr>
        </p:nvSpPr>
        <p:spPr>
          <a:xfrm>
            <a:off x="0" y="1752600"/>
            <a:ext cx="1295400" cy="701676"/>
          </a:xfrm>
        </p:spPr>
        <p:txBody>
          <a:bodyPr>
            <a:noAutofit/>
          </a:bodyPr>
          <a:lstStyle>
            <a:lvl1pPr>
              <a:defRPr sz="2400">
                <a:solidFill>
                  <a:srgbClr val="FFFFFF"/>
                </a:solidFill>
              </a:defRPr>
            </a:lvl1pPr>
          </a:lstStyle>
          <a:p>
            <a:fld id="{5BB8A5CC-DF69-46F3-A594-57416CD50917}" type="slidenum">
              <a:rPr lang="en-US" smtClean="0"/>
            </a:fld>
            <a:endParaRPr lang="en-US"/>
          </a:p>
        </p:txBody>
      </p:sp>
      <p:sp>
        <p:nvSpPr>
          <p:cNvPr id="1048963" name="Footer Placeholder 13"/>
          <p:cNvSpPr>
            <a:spLocks noGrp="1"/>
          </p:cNvSpPr>
          <p:nvPr>
            <p:ph type="ftr" sz="quarter" idx="12"/>
          </p:nvPr>
        </p:nvSpPr>
        <p:spPr/>
        <p:txBody>
          <a:bodyPr/>
          <a:p>
            <a:endParaRPr lang="en-US"/>
          </a:p>
        </p:txBody>
      </p:sp>
    </p:spTree>
  </p:cSld>
  <p:clrMapOvr>
    <a:overrideClrMapping accent1="accent1" accent2="accent2" accent3="accent3" accent4="accent4" accent5="accent5" accent6="accent6" bg1="lt1" bg2="lt2" tx1="dk1" tx2="dk2"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type="twoObj">
  <p:cSld name="Two Content">
    <p:spTree>
      <p:nvGrpSpPr>
        <p:cNvPr id="110" name=""/>
        <p:cNvGrpSpPr/>
        <p:nvPr/>
      </p:nvGrpSpPr>
      <p:grpSpPr>
        <a:xfrm>
          <a:off x="0" y="0"/>
          <a:ext cx="0" cy="0"/>
          <a:chOff x="0" y="0"/>
          <a:chExt cx="0" cy="0"/>
        </a:xfrm>
      </p:grpSpPr>
      <p:sp>
        <p:nvSpPr>
          <p:cNvPr id="1048917" name="Title 1"/>
          <p:cNvSpPr>
            <a:spLocks noGrp="1"/>
          </p:cNvSpPr>
          <p:nvPr>
            <p:ph type="title"/>
          </p:nvPr>
        </p:nvSpPr>
        <p:spPr/>
        <p:txBody>
          <a:bodyPr/>
          <a:p>
            <a:r>
              <a:rPr kumimoji="0" lang="en-US" smtClean="0"/>
              <a:t>Click to edit Master title style</a:t>
            </a:r>
            <a:endParaRPr kumimoji="0" lang="en-US"/>
          </a:p>
        </p:txBody>
      </p:sp>
      <p:sp>
        <p:nvSpPr>
          <p:cNvPr id="1048918" name="Content Placeholder 8"/>
          <p:cNvSpPr>
            <a:spLocks noGrp="1"/>
          </p:cNvSpPr>
          <p:nvPr>
            <p:ph sz="quarter" idx="1"/>
          </p:nvPr>
        </p:nvSpPr>
        <p:spPr>
          <a:xfrm>
            <a:off x="609600" y="1589567"/>
            <a:ext cx="3886200" cy="4572000"/>
          </a:xfrm>
        </p:spPr>
        <p:txBody>
          <a:bodyPr/>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
        <p:nvSpPr>
          <p:cNvPr id="1048919" name="Content Placeholder 10"/>
          <p:cNvSpPr>
            <a:spLocks noGrp="1"/>
          </p:cNvSpPr>
          <p:nvPr>
            <p:ph sz="quarter" idx="2"/>
          </p:nvPr>
        </p:nvSpPr>
        <p:spPr>
          <a:xfrm>
            <a:off x="4844901" y="1589567"/>
            <a:ext cx="3886200" cy="4572000"/>
          </a:xfrm>
        </p:spPr>
        <p:txBody>
          <a:bodyPr/>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
        <p:nvSpPr>
          <p:cNvPr id="1048920" name="Date Placeholder 7"/>
          <p:cNvSpPr>
            <a:spLocks noGrp="1"/>
          </p:cNvSpPr>
          <p:nvPr>
            <p:ph type="dt" sz="half" idx="15"/>
          </p:nvPr>
        </p:nvSpPr>
        <p:spPr/>
        <p:txBody>
          <a:bodyPr rtlCol="0"/>
          <a:p>
            <a:fld id="{CA543BEC-1208-409E-84D3-63E89A259783}" type="datetimeFigureOut">
              <a:rPr lang="en-US" smtClean="0"/>
            </a:fld>
            <a:endParaRPr lang="en-US"/>
          </a:p>
        </p:txBody>
      </p:sp>
      <p:sp>
        <p:nvSpPr>
          <p:cNvPr id="1048921" name="Slide Number Placeholder 9"/>
          <p:cNvSpPr>
            <a:spLocks noGrp="1"/>
          </p:cNvSpPr>
          <p:nvPr>
            <p:ph type="sldNum" sz="quarter" idx="16"/>
          </p:nvPr>
        </p:nvSpPr>
        <p:spPr/>
        <p:txBody>
          <a:bodyPr rtlCol="0"/>
          <a:p>
            <a:fld id="{5BB8A5CC-DF69-46F3-A594-57416CD50917}" type="slidenum">
              <a:rPr lang="en-US" smtClean="0"/>
            </a:fld>
            <a:endParaRPr lang="en-US"/>
          </a:p>
        </p:txBody>
      </p:sp>
      <p:sp>
        <p:nvSpPr>
          <p:cNvPr id="1048922" name="Footer Placeholder 11"/>
          <p:cNvSpPr>
            <a:spLocks noGrp="1"/>
          </p:cNvSpPr>
          <p:nvPr>
            <p:ph type="ftr" sz="quarter" idx="17"/>
          </p:nvPr>
        </p:nvSpPr>
        <p:spPr/>
        <p:txBody>
          <a:bodyPr rtlCol="0"/>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type="twoTxTwoObj">
  <p:cSld name="Comparison">
    <p:spTree>
      <p:nvGrpSpPr>
        <p:cNvPr id="111" name=""/>
        <p:cNvGrpSpPr/>
        <p:nvPr/>
      </p:nvGrpSpPr>
      <p:grpSpPr>
        <a:xfrm>
          <a:off x="0" y="0"/>
          <a:ext cx="0" cy="0"/>
          <a:chOff x="0" y="0"/>
          <a:chExt cx="0" cy="0"/>
        </a:xfrm>
      </p:grpSpPr>
      <p:sp>
        <p:nvSpPr>
          <p:cNvPr id="1048923" name="Title 1"/>
          <p:cNvSpPr>
            <a:spLocks noGrp="1"/>
          </p:cNvSpPr>
          <p:nvPr>
            <p:ph type="title"/>
          </p:nvPr>
        </p:nvSpPr>
        <p:spPr>
          <a:xfrm>
            <a:off x="533400" y="273050"/>
            <a:ext cx="8153400" cy="869950"/>
          </a:xfrm>
        </p:spPr>
        <p:txBody>
          <a:bodyPr anchor="ctr"/>
          <a:p>
            <a:r>
              <a:rPr kumimoji="0" lang="en-US" smtClean="0"/>
              <a:t>Click to edit Master title style</a:t>
            </a:r>
            <a:endParaRPr kumimoji="0" lang="en-US"/>
          </a:p>
        </p:txBody>
      </p:sp>
      <p:sp>
        <p:nvSpPr>
          <p:cNvPr id="1048924" name="Content Placeholder 10"/>
          <p:cNvSpPr>
            <a:spLocks noGrp="1"/>
          </p:cNvSpPr>
          <p:nvPr>
            <p:ph sz="quarter" idx="2"/>
          </p:nvPr>
        </p:nvSpPr>
        <p:spPr>
          <a:xfrm>
            <a:off x="609600" y="2438400"/>
            <a:ext cx="3886200" cy="3581400"/>
          </a:xfrm>
        </p:spPr>
        <p:txBody>
          <a:bodyPr/>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
        <p:nvSpPr>
          <p:cNvPr id="1048925" name="Content Placeholder 12"/>
          <p:cNvSpPr>
            <a:spLocks noGrp="1"/>
          </p:cNvSpPr>
          <p:nvPr>
            <p:ph sz="quarter" idx="4"/>
          </p:nvPr>
        </p:nvSpPr>
        <p:spPr>
          <a:xfrm>
            <a:off x="4800600" y="2438400"/>
            <a:ext cx="3886200" cy="3581400"/>
          </a:xfrm>
        </p:spPr>
        <p:txBody>
          <a:bodyPr/>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
        <p:nvSpPr>
          <p:cNvPr id="1048926" name="Date Placeholder 9"/>
          <p:cNvSpPr>
            <a:spLocks noGrp="1"/>
          </p:cNvSpPr>
          <p:nvPr>
            <p:ph type="dt" sz="half" idx="15"/>
          </p:nvPr>
        </p:nvSpPr>
        <p:spPr/>
        <p:txBody>
          <a:bodyPr rtlCol="0"/>
          <a:p>
            <a:fld id="{CA543BEC-1208-409E-84D3-63E89A259783}" type="datetimeFigureOut">
              <a:rPr lang="en-US" smtClean="0"/>
            </a:fld>
            <a:endParaRPr lang="en-US"/>
          </a:p>
        </p:txBody>
      </p:sp>
      <p:sp>
        <p:nvSpPr>
          <p:cNvPr id="1048927" name="Slide Number Placeholder 11"/>
          <p:cNvSpPr>
            <a:spLocks noGrp="1"/>
          </p:cNvSpPr>
          <p:nvPr>
            <p:ph type="sldNum" sz="quarter" idx="16"/>
          </p:nvPr>
        </p:nvSpPr>
        <p:spPr/>
        <p:txBody>
          <a:bodyPr rtlCol="0"/>
          <a:p>
            <a:fld id="{5BB8A5CC-DF69-46F3-A594-57416CD50917}" type="slidenum">
              <a:rPr lang="en-US" smtClean="0"/>
            </a:fld>
            <a:endParaRPr lang="en-US"/>
          </a:p>
        </p:txBody>
      </p:sp>
      <p:sp>
        <p:nvSpPr>
          <p:cNvPr id="1048928" name="Footer Placeholder 13"/>
          <p:cNvSpPr>
            <a:spLocks noGrp="1"/>
          </p:cNvSpPr>
          <p:nvPr>
            <p:ph type="ftr" sz="quarter" idx="17"/>
          </p:nvPr>
        </p:nvSpPr>
        <p:spPr/>
        <p:txBody>
          <a:bodyPr rtlCol="0"/>
          <a:p>
            <a:endParaRPr lang="en-US"/>
          </a:p>
        </p:txBody>
      </p:sp>
      <p:sp>
        <p:nvSpPr>
          <p:cNvPr id="1048929" name="Text Placeholder 15"/>
          <p:cNvSpPr>
            <a:spLocks noGrp="1"/>
          </p:cNvSpPr>
          <p:nvPr>
            <p:ph type="body" sz="quarter" idx="1"/>
          </p:nvPr>
        </p:nvSpPr>
        <p:spPr>
          <a:xfrm>
            <a:off x="609600" y="1752600"/>
            <a:ext cx="3886200" cy="640080"/>
          </a:xfrm>
          <a:solidFill>
            <a:schemeClr val="accent2"/>
          </a:solidFill>
        </p:spPr>
        <p:txBody>
          <a:bodyPr anchor="ctr" rtlCol="0"/>
          <a:lstStyle>
            <a:lvl1pPr indent="0" marL="0">
              <a:buFontTx/>
              <a:buNone/>
              <a:defRPr b="1" sz="2000">
                <a:solidFill>
                  <a:srgbClr val="FFFFFF"/>
                </a:solidFill>
              </a:defRPr>
            </a:lvl1pPr>
          </a:lstStyle>
          <a:p>
            <a:pPr eaLnBrk="1" hangingPunct="1" latinLnBrk="0" lvl="0"/>
            <a:r>
              <a:rPr kumimoji="0" lang="en-US" smtClean="0"/>
              <a:t>Click to edit Master text styles</a:t>
            </a:r>
          </a:p>
        </p:txBody>
      </p:sp>
      <p:sp>
        <p:nvSpPr>
          <p:cNvPr id="1048930" name="Text Placeholder 14"/>
          <p:cNvSpPr>
            <a:spLocks noGrp="1"/>
          </p:cNvSpPr>
          <p:nvPr>
            <p:ph type="body" sz="quarter" idx="3"/>
          </p:nvPr>
        </p:nvSpPr>
        <p:spPr>
          <a:xfrm>
            <a:off x="4800600" y="1752600"/>
            <a:ext cx="3886200" cy="640080"/>
          </a:xfrm>
          <a:solidFill>
            <a:schemeClr val="accent4"/>
          </a:solidFill>
        </p:spPr>
        <p:txBody>
          <a:bodyPr anchor="ctr" rtlCol="0"/>
          <a:lstStyle>
            <a:lvl1pPr indent="0" marL="0">
              <a:buFontTx/>
              <a:buNone/>
              <a:defRPr b="1" sz="2000">
                <a:solidFill>
                  <a:srgbClr val="FFFFFF"/>
                </a:solidFill>
              </a:defRPr>
            </a:lvl1pPr>
          </a:lstStyle>
          <a:p>
            <a:pPr eaLnBrk="1" hangingPunct="1" latinLnBrk="0" lvl="0"/>
            <a:r>
              <a:rPr kumimoji="0" lang="en-US" smtClean="0"/>
              <a:t>Click to edit Master text styles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type="titleOnly">
  <p:cSld name="Title Only">
    <p:spTree>
      <p:nvGrpSpPr>
        <p:cNvPr id="112" name=""/>
        <p:cNvGrpSpPr/>
        <p:nvPr/>
      </p:nvGrpSpPr>
      <p:grpSpPr>
        <a:xfrm>
          <a:off x="0" y="0"/>
          <a:ext cx="0" cy="0"/>
          <a:chOff x="0" y="0"/>
          <a:chExt cx="0" cy="0"/>
        </a:xfrm>
      </p:grpSpPr>
      <p:sp>
        <p:nvSpPr>
          <p:cNvPr id="1048931" name="Title 1"/>
          <p:cNvSpPr>
            <a:spLocks noGrp="1"/>
          </p:cNvSpPr>
          <p:nvPr>
            <p:ph type="title"/>
          </p:nvPr>
        </p:nvSpPr>
        <p:spPr/>
        <p:txBody>
          <a:bodyPr/>
          <a:p>
            <a:r>
              <a:rPr kumimoji="0" lang="en-US" smtClean="0"/>
              <a:t>Click to edit Master title style</a:t>
            </a:r>
            <a:endParaRPr kumimoji="0" lang="en-US"/>
          </a:p>
        </p:txBody>
      </p:sp>
      <p:sp>
        <p:nvSpPr>
          <p:cNvPr id="1048932" name="Date Placeholder 2"/>
          <p:cNvSpPr>
            <a:spLocks noGrp="1"/>
          </p:cNvSpPr>
          <p:nvPr>
            <p:ph type="dt" sz="half" idx="10"/>
          </p:nvPr>
        </p:nvSpPr>
        <p:spPr/>
        <p:txBody>
          <a:bodyPr/>
          <a:p>
            <a:fld id="{CA543BEC-1208-409E-84D3-63E89A259783}" type="datetimeFigureOut">
              <a:rPr lang="en-US" smtClean="0"/>
            </a:fld>
            <a:endParaRPr lang="en-US"/>
          </a:p>
        </p:txBody>
      </p:sp>
      <p:sp>
        <p:nvSpPr>
          <p:cNvPr id="1048933" name="Footer Placeholder 3"/>
          <p:cNvSpPr>
            <a:spLocks noGrp="1"/>
          </p:cNvSpPr>
          <p:nvPr>
            <p:ph type="ftr" sz="quarter" idx="11"/>
          </p:nvPr>
        </p:nvSpPr>
        <p:spPr/>
        <p:txBody>
          <a:bodyPr/>
          <a:p>
            <a:endParaRPr lang="en-US"/>
          </a:p>
        </p:txBody>
      </p:sp>
      <p:sp>
        <p:nvSpPr>
          <p:cNvPr id="1048934" name="Slide Number Placeholder 4"/>
          <p:cNvSpPr>
            <a:spLocks noGrp="1"/>
          </p:cNvSpPr>
          <p:nvPr>
            <p:ph type="sldNum" sz="quarter" idx="12"/>
          </p:nvPr>
        </p:nvSpPr>
        <p:spPr/>
        <p:txBody>
          <a:bodyPr/>
          <a:lstStyle>
            <a:lvl1pPr>
              <a:defRPr>
                <a:solidFill>
                  <a:srgbClr val="FFFFFF"/>
                </a:solidFill>
              </a:defRPr>
            </a:lvl1pPr>
          </a:lstStyle>
          <a:p>
            <a:fld id="{5BB8A5CC-DF69-46F3-A594-57416CD50917}"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showMasterSp="0" type="blank">
  <p:cSld name="Blank">
    <p:spTree>
      <p:nvGrpSpPr>
        <p:cNvPr id="114" name=""/>
        <p:cNvGrpSpPr/>
        <p:nvPr/>
      </p:nvGrpSpPr>
      <p:grpSpPr>
        <a:xfrm>
          <a:off x="0" y="0"/>
          <a:ext cx="0" cy="0"/>
          <a:chOff x="0" y="0"/>
          <a:chExt cx="0" cy="0"/>
        </a:xfrm>
      </p:grpSpPr>
      <p:sp>
        <p:nvSpPr>
          <p:cNvPr id="1048943" name="Date Placeholder 1"/>
          <p:cNvSpPr>
            <a:spLocks noGrp="1"/>
          </p:cNvSpPr>
          <p:nvPr>
            <p:ph type="dt" sz="half" idx="10"/>
          </p:nvPr>
        </p:nvSpPr>
        <p:spPr/>
        <p:txBody>
          <a:bodyPr/>
          <a:p>
            <a:fld id="{CA543BEC-1208-409E-84D3-63E89A259783}" type="datetimeFigureOut">
              <a:rPr lang="en-US" smtClean="0"/>
            </a:fld>
            <a:endParaRPr lang="en-US"/>
          </a:p>
        </p:txBody>
      </p:sp>
      <p:sp>
        <p:nvSpPr>
          <p:cNvPr id="1048944" name="Footer Placeholder 2"/>
          <p:cNvSpPr>
            <a:spLocks noGrp="1"/>
          </p:cNvSpPr>
          <p:nvPr>
            <p:ph type="ftr" sz="quarter" idx="11"/>
          </p:nvPr>
        </p:nvSpPr>
        <p:spPr/>
        <p:txBody>
          <a:bodyPr/>
          <a:p>
            <a:endParaRPr lang="en-US"/>
          </a:p>
        </p:txBody>
      </p:sp>
      <p:sp>
        <p:nvSpPr>
          <p:cNvPr id="1048945" name="Slide Number Placeholder 3"/>
          <p:cNvSpPr>
            <a:spLocks noGrp="1"/>
          </p:cNvSpPr>
          <p:nvPr>
            <p:ph type="sldNum" sz="quarter" idx="12"/>
          </p:nvPr>
        </p:nvSpPr>
        <p:spPr>
          <a:xfrm>
            <a:off x="0" y="6248400"/>
            <a:ext cx="533400" cy="381000"/>
          </a:xfrm>
        </p:spPr>
        <p:txBody>
          <a:bodyPr/>
          <a:lstStyle>
            <a:lvl1pPr>
              <a:defRPr>
                <a:solidFill>
                  <a:schemeClr val="tx2"/>
                </a:solidFill>
              </a:defRPr>
            </a:lvl1pPr>
          </a:lstStyle>
          <a:p>
            <a:fld id="{5BB8A5CC-DF69-46F3-A594-57416CD50917}"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type="objTx">
  <p:cSld name="Content with Caption">
    <p:spTree>
      <p:nvGrpSpPr>
        <p:cNvPr id="118" name=""/>
        <p:cNvGrpSpPr/>
        <p:nvPr/>
      </p:nvGrpSpPr>
      <p:grpSpPr>
        <a:xfrm>
          <a:off x="0" y="0"/>
          <a:ext cx="0" cy="0"/>
          <a:chOff x="0" y="0"/>
          <a:chExt cx="0" cy="0"/>
        </a:xfrm>
      </p:grpSpPr>
      <p:sp>
        <p:nvSpPr>
          <p:cNvPr id="1048969" name="Title 1"/>
          <p:cNvSpPr>
            <a:spLocks noGrp="1"/>
          </p:cNvSpPr>
          <p:nvPr>
            <p:ph type="title"/>
          </p:nvPr>
        </p:nvSpPr>
        <p:spPr>
          <a:xfrm>
            <a:off x="609600" y="273050"/>
            <a:ext cx="8077200" cy="869950"/>
          </a:xfrm>
        </p:spPr>
        <p:txBody>
          <a:bodyPr anchor="ctr"/>
          <a:lstStyle>
            <a:lvl1pPr algn="l">
              <a:buNone/>
              <a:defRPr b="0" sz="4400"/>
            </a:lvl1pPr>
          </a:lstStyle>
          <a:p>
            <a:r>
              <a:rPr kumimoji="0" lang="en-US" smtClean="0"/>
              <a:t>Click to edit Master title style</a:t>
            </a:r>
            <a:endParaRPr kumimoji="0" lang="en-US"/>
          </a:p>
        </p:txBody>
      </p:sp>
      <p:sp>
        <p:nvSpPr>
          <p:cNvPr id="1048970" name="Date Placeholder 4"/>
          <p:cNvSpPr>
            <a:spLocks noGrp="1"/>
          </p:cNvSpPr>
          <p:nvPr>
            <p:ph type="dt" sz="half" idx="10"/>
          </p:nvPr>
        </p:nvSpPr>
        <p:spPr/>
        <p:txBody>
          <a:bodyPr/>
          <a:p>
            <a:fld id="{CA543BEC-1208-409E-84D3-63E89A259783}" type="datetimeFigureOut">
              <a:rPr lang="en-US" smtClean="0"/>
            </a:fld>
            <a:endParaRPr lang="en-US"/>
          </a:p>
        </p:txBody>
      </p:sp>
      <p:sp>
        <p:nvSpPr>
          <p:cNvPr id="1048971" name="Footer Placeholder 5"/>
          <p:cNvSpPr>
            <a:spLocks noGrp="1"/>
          </p:cNvSpPr>
          <p:nvPr>
            <p:ph type="ftr" sz="quarter" idx="11"/>
          </p:nvPr>
        </p:nvSpPr>
        <p:spPr/>
        <p:txBody>
          <a:bodyPr/>
          <a:p>
            <a:endParaRPr lang="en-US"/>
          </a:p>
        </p:txBody>
      </p:sp>
      <p:sp>
        <p:nvSpPr>
          <p:cNvPr id="1048972" name="Slide Number Placeholder 6"/>
          <p:cNvSpPr>
            <a:spLocks noGrp="1"/>
          </p:cNvSpPr>
          <p:nvPr>
            <p:ph type="sldNum" sz="quarter" idx="12"/>
          </p:nvPr>
        </p:nvSpPr>
        <p:spPr/>
        <p:txBody>
          <a:bodyPr/>
          <a:lstStyle>
            <a:lvl1pPr>
              <a:defRPr>
                <a:solidFill>
                  <a:srgbClr val="FFFFFF"/>
                </a:solidFill>
              </a:defRPr>
            </a:lvl1pPr>
          </a:lstStyle>
          <a:p>
            <a:fld id="{5BB8A5CC-DF69-46F3-A594-57416CD50917}" type="slidenum">
              <a:rPr lang="en-US" smtClean="0"/>
            </a:fld>
            <a:endParaRPr lang="en-US"/>
          </a:p>
        </p:txBody>
      </p:sp>
      <p:sp>
        <p:nvSpPr>
          <p:cNvPr id="1048973" name="Text Placeholder 2"/>
          <p:cNvSpPr>
            <a:spLocks noGrp="1"/>
          </p:cNvSpPr>
          <p:nvPr>
            <p:ph type="body" idx="2"/>
          </p:nvPr>
        </p:nvSpPr>
        <p:spPr>
          <a:xfrm>
            <a:off x="609600" y="1752600"/>
            <a:ext cx="1600200" cy="4343400"/>
          </a:xfrm>
          <a:ln w="50800" cap="sq" cmpd="dbl" algn="ctr">
            <a:solidFill>
              <a:schemeClr val="accent2"/>
            </a:solidFill>
            <a:prstDash val="solid"/>
            <a:miter lim="800000"/>
          </a:ln>
          <a:effectLst/>
        </p:spPr>
        <p:style>
          <a:lnRef idx="3">
            <a:schemeClr val="lt1"/>
          </a:lnRef>
          <a:fillRef idx="1">
            <a:schemeClr val="accent2"/>
          </a:fillRef>
          <a:effectRef idx="1">
            <a:schemeClr val="accent2"/>
          </a:effectRef>
          <a:fontRef idx="minor">
            <a:schemeClr val="lt1"/>
          </a:fontRef>
        </p:style>
        <p:txBody>
          <a:bodyPr bIns="91440" lIns="137160" rIns="137160" tIns="182880"/>
          <a:lstStyle>
            <a:lvl1pPr indent="0" marL="0">
              <a:spcAft>
                <a:spcPts val="1000"/>
              </a:spcAft>
              <a:buNone/>
              <a:defRPr sz="1800"/>
            </a:lvl1pPr>
            <a:lvl2pPr>
              <a:buNone/>
              <a:defRPr sz="1200"/>
            </a:lvl2pPr>
            <a:lvl3pPr>
              <a:buNone/>
              <a:defRPr sz="1000"/>
            </a:lvl3pPr>
            <a:lvl4pPr>
              <a:buNone/>
              <a:defRPr sz="900"/>
            </a:lvl4pPr>
            <a:lvl5pPr>
              <a:buNone/>
              <a:defRPr sz="900"/>
            </a:lvl5pPr>
          </a:lstStyle>
          <a:p>
            <a:pPr eaLnBrk="1" hangingPunct="1" latinLnBrk="0" lvl="0"/>
            <a:r>
              <a:rPr kumimoji="0" lang="en-US" smtClean="0"/>
              <a:t>Click to edit Master text styles</a:t>
            </a:r>
          </a:p>
        </p:txBody>
      </p:sp>
      <p:sp>
        <p:nvSpPr>
          <p:cNvPr id="1048974" name="Content Placeholder 8"/>
          <p:cNvSpPr>
            <a:spLocks noGrp="1"/>
          </p:cNvSpPr>
          <p:nvPr>
            <p:ph sz="quarter" idx="1"/>
          </p:nvPr>
        </p:nvSpPr>
        <p:spPr>
          <a:xfrm>
            <a:off x="2362200" y="1752600"/>
            <a:ext cx="6400800" cy="4419600"/>
          </a:xfrm>
        </p:spPr>
        <p:txBody>
          <a:bodyPr/>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type="picTx">
  <p:cSld name="Picture with Caption">
    <p:bg>
      <p:bgRef idx="1003">
        <a:schemeClr val="bg2"/>
      </p:bgRef>
    </p:bg>
    <p:spTree>
      <p:nvGrpSpPr>
        <p:cNvPr id="115" name=""/>
        <p:cNvGrpSpPr/>
        <p:nvPr/>
      </p:nvGrpSpPr>
      <p:grpSpPr>
        <a:xfrm>
          <a:off x="0" y="0"/>
          <a:ext cx="0" cy="0"/>
          <a:chOff x="0" y="0"/>
          <a:chExt cx="0" cy="0"/>
        </a:xfrm>
      </p:grpSpPr>
      <p:sp>
        <p:nvSpPr>
          <p:cNvPr id="1048946" name="Text Placeholder 3"/>
          <p:cNvSpPr>
            <a:spLocks noGrp="1"/>
          </p:cNvSpPr>
          <p:nvPr>
            <p:ph type="body" sz="half" idx="2"/>
          </p:nvPr>
        </p:nvSpPr>
        <p:spPr>
          <a:xfrm>
            <a:off x="1600200" y="5486400"/>
            <a:ext cx="7315200" cy="685800"/>
          </a:xfrm>
        </p:spPr>
        <p:txBody>
          <a:bodyPr/>
          <a:lstStyle>
            <a:lvl1pPr indent="0" marL="0">
              <a:buFontTx/>
              <a:buNone/>
              <a:defRPr sz="1700"/>
            </a:lvl1pPr>
            <a:lvl2pPr>
              <a:buFontTx/>
              <a:buNone/>
              <a:defRPr sz="1200"/>
            </a:lvl2pPr>
            <a:lvl3pPr>
              <a:buFontTx/>
              <a:buNone/>
              <a:defRPr sz="1000"/>
            </a:lvl3pPr>
            <a:lvl4pPr>
              <a:buFontTx/>
              <a:buNone/>
              <a:defRPr sz="900"/>
            </a:lvl4pPr>
            <a:lvl5pPr>
              <a:buFontTx/>
              <a:buNone/>
              <a:defRPr sz="900"/>
            </a:lvl5pPr>
          </a:lstStyle>
          <a:p>
            <a:pPr eaLnBrk="1" hangingPunct="1" latinLnBrk="0" lvl="0"/>
            <a:r>
              <a:rPr kumimoji="0" lang="en-US" smtClean="0"/>
              <a:t>Click to edit Master text styles</a:t>
            </a:r>
          </a:p>
        </p:txBody>
      </p:sp>
      <p:sp>
        <p:nvSpPr>
          <p:cNvPr id="1048947" name="Rectangle 7"/>
          <p:cNvSpPr/>
          <p:nvPr/>
        </p:nvSpPr>
        <p:spPr bwMode="white">
          <a:xfrm>
            <a:off x="-9144" y="4572000"/>
            <a:ext cx="9144000" cy="886968"/>
          </a:xfrm>
          <a:prstGeom prst="rect"/>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948" name="Rectangle 8"/>
          <p:cNvSpPr/>
          <p:nvPr/>
        </p:nvSpPr>
        <p:spPr>
          <a:xfrm>
            <a:off x="-9144" y="4663440"/>
            <a:ext cx="1463040" cy="713232"/>
          </a:xfrm>
          <a:prstGeom prst="rect"/>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949" name="Rectangle 9"/>
          <p:cNvSpPr/>
          <p:nvPr/>
        </p:nvSpPr>
        <p:spPr>
          <a:xfrm>
            <a:off x="1545336" y="4654296"/>
            <a:ext cx="7598664" cy="713232"/>
          </a:xfrm>
          <a:prstGeom prst="rect"/>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950" name="Title 1"/>
          <p:cNvSpPr>
            <a:spLocks noGrp="1"/>
          </p:cNvSpPr>
          <p:nvPr>
            <p:ph type="title"/>
          </p:nvPr>
        </p:nvSpPr>
        <p:spPr>
          <a:xfrm>
            <a:off x="1600200" y="4648200"/>
            <a:ext cx="7315200" cy="685800"/>
          </a:xfrm>
        </p:spPr>
        <p:txBody>
          <a:bodyPr anchor="ctr"/>
          <a:lstStyle>
            <a:lvl1pPr algn="l">
              <a:buNone/>
              <a:defRPr b="0" sz="2800">
                <a:solidFill>
                  <a:srgbClr val="FFFFFF"/>
                </a:solidFill>
              </a:defRPr>
            </a:lvl1pPr>
          </a:lstStyle>
          <a:p>
            <a:r>
              <a:rPr kumimoji="0" lang="en-US" smtClean="0"/>
              <a:t>Click to edit Master title style</a:t>
            </a:r>
            <a:endParaRPr kumimoji="0" lang="en-US"/>
          </a:p>
        </p:txBody>
      </p:sp>
      <p:sp>
        <p:nvSpPr>
          <p:cNvPr id="1048951" name="Rectangle 10"/>
          <p:cNvSpPr/>
          <p:nvPr/>
        </p:nvSpPr>
        <p:spPr bwMode="white">
          <a:xfrm>
            <a:off x="1447800" y="0"/>
            <a:ext cx="100584" cy="6867144"/>
          </a:xfrm>
          <a:prstGeom prst="rect"/>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952" name="Date Placeholder 11"/>
          <p:cNvSpPr>
            <a:spLocks noGrp="1"/>
          </p:cNvSpPr>
          <p:nvPr>
            <p:ph type="dt" sz="half" idx="10"/>
          </p:nvPr>
        </p:nvSpPr>
        <p:spPr>
          <a:xfrm>
            <a:off x="6248400" y="6248400"/>
            <a:ext cx="2667000" cy="365125"/>
          </a:xfrm>
        </p:spPr>
        <p:txBody>
          <a:bodyPr rtlCol="0"/>
          <a:p>
            <a:fld id="{CA543BEC-1208-409E-84D3-63E89A259783}" type="datetimeFigureOut">
              <a:rPr lang="en-US" smtClean="0"/>
            </a:fld>
            <a:endParaRPr lang="en-US"/>
          </a:p>
        </p:txBody>
      </p:sp>
      <p:sp>
        <p:nvSpPr>
          <p:cNvPr id="1048953" name="Slide Number Placeholder 12"/>
          <p:cNvSpPr>
            <a:spLocks noGrp="1"/>
          </p:cNvSpPr>
          <p:nvPr>
            <p:ph type="sldNum" sz="quarter" idx="11"/>
          </p:nvPr>
        </p:nvSpPr>
        <p:spPr>
          <a:xfrm>
            <a:off x="0" y="4667249"/>
            <a:ext cx="1447800" cy="663578"/>
          </a:xfrm>
        </p:spPr>
        <p:txBody>
          <a:bodyPr rtlCol="0"/>
          <a:lstStyle>
            <a:lvl1pPr>
              <a:defRPr sz="2800"/>
            </a:lvl1pPr>
          </a:lstStyle>
          <a:p>
            <a:fld id="{5BB8A5CC-DF69-46F3-A594-57416CD50917}" type="slidenum">
              <a:rPr lang="en-US" smtClean="0"/>
            </a:fld>
            <a:endParaRPr lang="en-US"/>
          </a:p>
        </p:txBody>
      </p:sp>
      <p:sp>
        <p:nvSpPr>
          <p:cNvPr id="1048954" name="Footer Placeholder 13"/>
          <p:cNvSpPr>
            <a:spLocks noGrp="1"/>
          </p:cNvSpPr>
          <p:nvPr>
            <p:ph type="ftr" sz="quarter" idx="12"/>
          </p:nvPr>
        </p:nvSpPr>
        <p:spPr>
          <a:xfrm>
            <a:off x="1600200" y="6248206"/>
            <a:ext cx="4572000" cy="365125"/>
          </a:xfrm>
        </p:spPr>
        <p:txBody>
          <a:bodyPr rtlCol="0"/>
          <a:p>
            <a:endParaRPr lang="en-US"/>
          </a:p>
        </p:txBody>
      </p:sp>
      <p:sp>
        <p:nvSpPr>
          <p:cNvPr id="1048955" name="Picture Placeholder 2"/>
          <p:cNvSpPr>
            <a:spLocks noGrp="1"/>
          </p:cNvSpPr>
          <p:nvPr>
            <p:ph type="pic" idx="1"/>
          </p:nvPr>
        </p:nvSpPr>
        <p:spPr>
          <a:xfrm>
            <a:off x="1560576" y="0"/>
            <a:ext cx="7583424" cy="4568952"/>
          </a:xfrm>
          <a:solidFill>
            <a:schemeClr val="accent1">
              <a:tint val="40000"/>
            </a:schemeClr>
          </a:solidFill>
          <a:ln>
            <a:noFill/>
          </a:ln>
        </p:spPr>
        <p:txBody>
          <a:bodyPr/>
          <a:lstStyle>
            <a:lvl1pPr indent="0" marL="0">
              <a:buNone/>
              <a:defRPr sz="3200"/>
            </a:lvl1pPr>
          </a:lstStyle>
          <a:p>
            <a:r>
              <a:rPr kumimoji="0" lang="en-US" smtClean="0"/>
              <a:t>Click icon to add picture</a:t>
            </a:r>
            <a:endParaRPr dirty="0" kumimoji="0" lang="en-US"/>
          </a:p>
        </p:txBody>
      </p:sp>
    </p:spTree>
  </p:cSld>
  <p:clrMapOvr>
    <a:overrideClrMapping accent1="accent1" accent2="accent2" accent3="accent3" accent4="accent4" accent5="accent5" accent6="accent6" bg1="lt1" bg2="lt2" tx1="dk1" tx2="dk2"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type="vertTx">
  <p:cSld name="Title and Vertical Text">
    <p:spTree>
      <p:nvGrpSpPr>
        <p:cNvPr id="117" name=""/>
        <p:cNvGrpSpPr/>
        <p:nvPr/>
      </p:nvGrpSpPr>
      <p:grpSpPr>
        <a:xfrm>
          <a:off x="0" y="0"/>
          <a:ext cx="0" cy="0"/>
          <a:chOff x="0" y="0"/>
          <a:chExt cx="0" cy="0"/>
        </a:xfrm>
      </p:grpSpPr>
      <p:sp>
        <p:nvSpPr>
          <p:cNvPr id="1048964" name="Title 1"/>
          <p:cNvSpPr>
            <a:spLocks noGrp="1"/>
          </p:cNvSpPr>
          <p:nvPr>
            <p:ph type="title"/>
          </p:nvPr>
        </p:nvSpPr>
        <p:spPr/>
        <p:txBody>
          <a:bodyPr/>
          <a:p>
            <a:r>
              <a:rPr kumimoji="0" lang="en-US" smtClean="0"/>
              <a:t>Click to edit Master title style</a:t>
            </a:r>
            <a:endParaRPr kumimoji="0" lang="en-US"/>
          </a:p>
        </p:txBody>
      </p:sp>
      <p:sp>
        <p:nvSpPr>
          <p:cNvPr id="1048965" name="Vertical Text Placeholder 2"/>
          <p:cNvSpPr>
            <a:spLocks noGrp="1"/>
          </p:cNvSpPr>
          <p:nvPr>
            <p:ph type="body" orient="vert" idx="1"/>
          </p:nvPr>
        </p:nvSpPr>
        <p:spPr/>
        <p:txBody>
          <a:bodyPr vert="eaVert"/>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
        <p:nvSpPr>
          <p:cNvPr id="1048966" name="Date Placeholder 3"/>
          <p:cNvSpPr>
            <a:spLocks noGrp="1"/>
          </p:cNvSpPr>
          <p:nvPr>
            <p:ph type="dt" sz="half" idx="10"/>
          </p:nvPr>
        </p:nvSpPr>
        <p:spPr/>
        <p:txBody>
          <a:bodyPr/>
          <a:p>
            <a:fld id="{CA543BEC-1208-409E-84D3-63E89A259783}" type="datetimeFigureOut">
              <a:rPr lang="en-US" smtClean="0"/>
            </a:fld>
            <a:endParaRPr lang="en-US"/>
          </a:p>
        </p:txBody>
      </p:sp>
      <p:sp>
        <p:nvSpPr>
          <p:cNvPr id="1048967" name="Footer Placeholder 4"/>
          <p:cNvSpPr>
            <a:spLocks noGrp="1"/>
          </p:cNvSpPr>
          <p:nvPr>
            <p:ph type="ftr" sz="quarter" idx="11"/>
          </p:nvPr>
        </p:nvSpPr>
        <p:spPr/>
        <p:txBody>
          <a:bodyPr/>
          <a:p>
            <a:endParaRPr lang="en-US"/>
          </a:p>
        </p:txBody>
      </p:sp>
      <p:sp>
        <p:nvSpPr>
          <p:cNvPr id="1048968" name="Slide Number Placeholder 5"/>
          <p:cNvSpPr>
            <a:spLocks noGrp="1"/>
          </p:cNvSpPr>
          <p:nvPr>
            <p:ph type="sldNum" sz="quarter" idx="12"/>
          </p:nvPr>
        </p:nvSpPr>
        <p:spPr/>
        <p:txBody>
          <a:bodyPr/>
          <a:p>
            <a:fld id="{5BB8A5CC-DF69-46F3-A594-57416CD50917}"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showMasterSp="0" type="vertTitleAndTx">
  <p:cSld name="Vertical Title and Text">
    <p:bg>
      <p:bgRef idx="1001">
        <a:schemeClr val="bg1"/>
      </p:bgRef>
    </p:bg>
    <p:spTree>
      <p:nvGrpSpPr>
        <p:cNvPr id="113" name=""/>
        <p:cNvGrpSpPr/>
        <p:nvPr/>
      </p:nvGrpSpPr>
      <p:grpSpPr>
        <a:xfrm>
          <a:off x="0" y="0"/>
          <a:ext cx="0" cy="0"/>
          <a:chOff x="0" y="0"/>
          <a:chExt cx="0" cy="0"/>
        </a:xfrm>
      </p:grpSpPr>
      <p:sp>
        <p:nvSpPr>
          <p:cNvPr id="1048935" name="Vertical Title 1"/>
          <p:cNvSpPr>
            <a:spLocks noGrp="1"/>
          </p:cNvSpPr>
          <p:nvPr>
            <p:ph type="title" orient="vert"/>
          </p:nvPr>
        </p:nvSpPr>
        <p:spPr>
          <a:xfrm>
            <a:off x="6553200" y="609600"/>
            <a:ext cx="2057400" cy="5516563"/>
          </a:xfrm>
        </p:spPr>
        <p:txBody>
          <a:bodyPr vert="eaVert"/>
          <a:p>
            <a:r>
              <a:rPr kumimoji="0" lang="en-US" smtClean="0"/>
              <a:t>Click to edit Master title style</a:t>
            </a:r>
            <a:endParaRPr kumimoji="0" lang="en-US"/>
          </a:p>
        </p:txBody>
      </p:sp>
      <p:sp>
        <p:nvSpPr>
          <p:cNvPr id="1048936" name="Vertical Text Placeholder 2"/>
          <p:cNvSpPr>
            <a:spLocks noGrp="1"/>
          </p:cNvSpPr>
          <p:nvPr>
            <p:ph type="body" orient="vert" idx="1"/>
          </p:nvPr>
        </p:nvSpPr>
        <p:spPr>
          <a:xfrm>
            <a:off x="457200" y="609600"/>
            <a:ext cx="5562600" cy="5516564"/>
          </a:xfrm>
        </p:spPr>
        <p:txBody>
          <a:bodyPr vert="eaVert"/>
          <a:p>
            <a:pPr eaLnBrk="1" hangingPunct="1" latinLnBrk="0" lvl="0"/>
            <a:r>
              <a:rPr lang="en-US" smtClean="0"/>
              <a:t>Click to edit Master text styles</a:t>
            </a:r>
          </a:p>
          <a:p>
            <a:pPr eaLnBrk="1" hangingPunct="1" latinLnBrk="0" lvl="1"/>
            <a:r>
              <a:rPr lang="en-US" smtClean="0"/>
              <a:t>Second level</a:t>
            </a:r>
          </a:p>
          <a:p>
            <a:pPr eaLnBrk="1" hangingPunct="1" latinLnBrk="0" lvl="2"/>
            <a:r>
              <a:rPr lang="en-US" smtClean="0"/>
              <a:t>Third level</a:t>
            </a:r>
          </a:p>
          <a:p>
            <a:pPr eaLnBrk="1" hangingPunct="1" latinLnBrk="0" lvl="3"/>
            <a:r>
              <a:rPr lang="en-US" smtClean="0"/>
              <a:t>Fourth level</a:t>
            </a:r>
          </a:p>
          <a:p>
            <a:pPr eaLnBrk="1" hangingPunct="1" latinLnBrk="0" lvl="4"/>
            <a:r>
              <a:rPr lang="en-US" smtClean="0"/>
              <a:t>Fifth level</a:t>
            </a:r>
            <a:endParaRPr kumimoji="0" lang="en-US"/>
          </a:p>
        </p:txBody>
      </p:sp>
      <p:sp>
        <p:nvSpPr>
          <p:cNvPr id="1048937" name="Date Placeholder 3"/>
          <p:cNvSpPr>
            <a:spLocks noGrp="1"/>
          </p:cNvSpPr>
          <p:nvPr>
            <p:ph type="dt" sz="half" idx="10"/>
          </p:nvPr>
        </p:nvSpPr>
        <p:spPr>
          <a:xfrm>
            <a:off x="6553200" y="6248402"/>
            <a:ext cx="2209800" cy="365125"/>
          </a:xfrm>
        </p:spPr>
        <p:txBody>
          <a:bodyPr/>
          <a:p>
            <a:fld id="{CA543BEC-1208-409E-84D3-63E89A259783}" type="datetimeFigureOut">
              <a:rPr lang="en-US" smtClean="0"/>
            </a:fld>
            <a:endParaRPr lang="en-US"/>
          </a:p>
        </p:txBody>
      </p:sp>
      <p:sp>
        <p:nvSpPr>
          <p:cNvPr id="1048938" name="Footer Placeholder 4"/>
          <p:cNvSpPr>
            <a:spLocks noGrp="1"/>
          </p:cNvSpPr>
          <p:nvPr>
            <p:ph type="ftr" sz="quarter" idx="11"/>
          </p:nvPr>
        </p:nvSpPr>
        <p:spPr>
          <a:xfrm>
            <a:off x="457201" y="6248207"/>
            <a:ext cx="5573483" cy="365125"/>
          </a:xfrm>
        </p:spPr>
        <p:txBody>
          <a:bodyPr/>
          <a:p>
            <a:endParaRPr lang="en-US"/>
          </a:p>
        </p:txBody>
      </p:sp>
      <p:sp>
        <p:nvSpPr>
          <p:cNvPr id="1048939" name="Rectangle 6"/>
          <p:cNvSpPr/>
          <p:nvPr/>
        </p:nvSpPr>
        <p:spPr bwMode="white">
          <a:xfrm>
            <a:off x="6096318" y="0"/>
            <a:ext cx="320040" cy="6858000"/>
          </a:xfrm>
          <a:prstGeom prst="rect"/>
          <a:solidFill>
            <a:srgbClr val="FFFFFF"/>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rtlCol="0"/>
          <a:p>
            <a:pPr algn="ctr" eaLnBrk="1" hangingPunct="1" latinLnBrk="0"/>
            <a:endParaRPr kumimoji="0" lang="en-US"/>
          </a:p>
        </p:txBody>
      </p:sp>
      <p:sp>
        <p:nvSpPr>
          <p:cNvPr id="1048940" name="Rectangle 7"/>
          <p:cNvSpPr/>
          <p:nvPr/>
        </p:nvSpPr>
        <p:spPr>
          <a:xfrm>
            <a:off x="6142038" y="609600"/>
            <a:ext cx="228600" cy="6248400"/>
          </a:xfrm>
          <a:prstGeom prst="rect"/>
          <a:solidFill>
            <a:schemeClr val="accent1"/>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rtlCol="0"/>
          <a:p>
            <a:pPr algn="ctr" eaLnBrk="1" hangingPunct="1" latinLnBrk="0"/>
            <a:endParaRPr kumimoji="0" lang="en-US"/>
          </a:p>
        </p:txBody>
      </p:sp>
      <p:sp>
        <p:nvSpPr>
          <p:cNvPr id="1048941" name="Rectangle 8"/>
          <p:cNvSpPr/>
          <p:nvPr/>
        </p:nvSpPr>
        <p:spPr>
          <a:xfrm>
            <a:off x="6142038" y="0"/>
            <a:ext cx="228600" cy="533400"/>
          </a:xfrm>
          <a:prstGeom prst="rect"/>
          <a:solidFill>
            <a:schemeClr val="accent2"/>
          </a:solidFill>
          <a:ln w="19050" cap="flat" cmpd="sng" algn="ctr">
            <a:noFill/>
            <a:prstDash val="solid"/>
          </a:ln>
        </p:spPr>
        <p:style>
          <a:lnRef idx="2">
            <a:schemeClr val="accent1"/>
          </a:lnRef>
          <a:fillRef idx="1">
            <a:schemeClr val="accent1"/>
          </a:fillRef>
          <a:effectRef idx="0">
            <a:schemeClr val="accent1"/>
          </a:effectRef>
          <a:fontRef idx="minor">
            <a:schemeClr val="lt1"/>
          </a:fontRef>
        </p:style>
        <p:txBody>
          <a:bodyPr anchor="ctr" rtlCol="0"/>
          <a:p>
            <a:pPr algn="ctr" eaLnBrk="1" hangingPunct="1" latinLnBrk="0"/>
            <a:endParaRPr kumimoji="0" lang="en-US"/>
          </a:p>
        </p:txBody>
      </p:sp>
      <p:sp>
        <p:nvSpPr>
          <p:cNvPr id="1048942" name="Slide Number Placeholder 5"/>
          <p:cNvSpPr>
            <a:spLocks noGrp="1"/>
          </p:cNvSpPr>
          <p:nvPr>
            <p:ph type="sldNum" sz="quarter" idx="12"/>
          </p:nvPr>
        </p:nvSpPr>
        <p:spPr>
          <a:xfrm rot="5400000">
            <a:off x="5989638" y="144462"/>
            <a:ext cx="533400" cy="244476"/>
          </a:xfrm>
        </p:spPr>
        <p:txBody>
          <a:bodyPr/>
          <a:p>
            <a:fld id="{5BB8A5CC-DF69-46F3-A594-57416CD50917}" type="slidenum">
              <a:rPr lang="en-US" smtClean="0"/>
            </a:fld>
            <a:endParaRPr lang="en-US"/>
          </a:p>
        </p:txBody>
      </p:sp>
    </p:spTree>
  </p:cSld>
  <p:clrMapOvr>
    <a:overrideClrMapping accent1="accent1" accent2="accent2" accent3="accent3" accent4="accent4" accent5="accent5" accent6="accent6" bg1="lt1" bg2="lt2" tx1="dk1" tx2="dk2"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49" name=""/>
        <p:cNvGrpSpPr/>
        <p:nvPr/>
      </p:nvGrpSpPr>
      <p:grpSpPr>
        <a:xfrm>
          <a:off x="0" y="0"/>
          <a:ext cx="0" cy="0"/>
          <a:chOff x="0" y="0"/>
          <a:chExt cx="0" cy="0"/>
        </a:xfrm>
      </p:grpSpPr>
      <p:sp>
        <p:nvSpPr>
          <p:cNvPr id="1048576" name="Title Placeholder 21"/>
          <p:cNvSpPr>
            <a:spLocks noGrp="1"/>
          </p:cNvSpPr>
          <p:nvPr>
            <p:ph type="title"/>
          </p:nvPr>
        </p:nvSpPr>
        <p:spPr>
          <a:xfrm>
            <a:off x="609600" y="228600"/>
            <a:ext cx="8153400" cy="990600"/>
          </a:xfrm>
          <a:prstGeom prst="rect"/>
        </p:spPr>
        <p:txBody>
          <a:bodyPr anchor="ctr" vert="horz">
            <a:normAutofit/>
          </a:bodyPr>
          <a:p>
            <a:r>
              <a:rPr kumimoji="0" lang="en-US" smtClean="0"/>
              <a:t>Click to edit Master title style</a:t>
            </a:r>
            <a:endParaRPr kumimoji="0" lang="en-US"/>
          </a:p>
        </p:txBody>
      </p:sp>
      <p:sp>
        <p:nvSpPr>
          <p:cNvPr id="1048577" name="Text Placeholder 12"/>
          <p:cNvSpPr>
            <a:spLocks noGrp="1"/>
          </p:cNvSpPr>
          <p:nvPr>
            <p:ph type="body" idx="1"/>
          </p:nvPr>
        </p:nvSpPr>
        <p:spPr>
          <a:xfrm>
            <a:off x="612648" y="1600200"/>
            <a:ext cx="8153400" cy="4526280"/>
          </a:xfrm>
          <a:prstGeom prst="rect"/>
        </p:spPr>
        <p:txBody>
          <a:bodyPr vert="horz">
            <a:normAutofit/>
          </a:bodyPr>
          <a:p>
            <a:pPr eaLnBrk="1" hangingPunct="1" latinLnBrk="0" lvl="0"/>
            <a:r>
              <a:rPr kumimoji="0" lang="en-US" smtClean="0"/>
              <a:t>Click to edit Master text styles</a:t>
            </a:r>
          </a:p>
          <a:p>
            <a:pPr eaLnBrk="1" hangingPunct="1" latinLnBrk="0" lvl="1"/>
            <a:r>
              <a:rPr kumimoji="0" lang="en-US" smtClean="0"/>
              <a:t>Second level</a:t>
            </a:r>
          </a:p>
          <a:p>
            <a:pPr eaLnBrk="1" hangingPunct="1" latinLnBrk="0" lvl="2"/>
            <a:r>
              <a:rPr kumimoji="0" lang="en-US" smtClean="0"/>
              <a:t>Third level</a:t>
            </a:r>
          </a:p>
          <a:p>
            <a:pPr eaLnBrk="1" hangingPunct="1" latinLnBrk="0" lvl="3"/>
            <a:r>
              <a:rPr kumimoji="0" lang="en-US" smtClean="0"/>
              <a:t>Fourth level</a:t>
            </a:r>
          </a:p>
          <a:p>
            <a:pPr eaLnBrk="1" hangingPunct="1" latinLnBrk="0" lvl="4"/>
            <a:r>
              <a:rPr kumimoji="0" lang="en-US" smtClean="0"/>
              <a:t>Fifth level</a:t>
            </a:r>
            <a:endParaRPr kumimoji="0" lang="en-US"/>
          </a:p>
        </p:txBody>
      </p:sp>
      <p:sp>
        <p:nvSpPr>
          <p:cNvPr id="1048578" name="Date Placeholder 13"/>
          <p:cNvSpPr>
            <a:spLocks noGrp="1"/>
          </p:cNvSpPr>
          <p:nvPr>
            <p:ph type="dt" sz="half" idx="2"/>
          </p:nvPr>
        </p:nvSpPr>
        <p:spPr>
          <a:xfrm>
            <a:off x="6096000" y="6248400"/>
            <a:ext cx="2667000" cy="365125"/>
          </a:xfrm>
          <a:prstGeom prst="rect"/>
        </p:spPr>
        <p:txBody>
          <a:bodyPr anchor="ctr" anchorCtr="0" vert="horz"/>
          <a:lstStyle>
            <a:lvl1pPr algn="l" eaLnBrk="1" hangingPunct="1" latinLnBrk="0">
              <a:defRPr sz="1400" kumimoji="0">
                <a:solidFill>
                  <a:schemeClr val="tx2"/>
                </a:solidFill>
              </a:defRPr>
            </a:lvl1pPr>
          </a:lstStyle>
          <a:p>
            <a:fld id="{CA543BEC-1208-409E-84D3-63E89A259783}" type="datetimeFigureOut">
              <a:rPr lang="en-US" smtClean="0"/>
            </a:fld>
            <a:endParaRPr lang="en-US"/>
          </a:p>
        </p:txBody>
      </p:sp>
      <p:sp>
        <p:nvSpPr>
          <p:cNvPr id="1048579" name="Footer Placeholder 2"/>
          <p:cNvSpPr>
            <a:spLocks noGrp="1"/>
          </p:cNvSpPr>
          <p:nvPr>
            <p:ph type="ftr" sz="quarter" idx="3"/>
          </p:nvPr>
        </p:nvSpPr>
        <p:spPr>
          <a:xfrm>
            <a:off x="609600" y="6248206"/>
            <a:ext cx="5421083" cy="365125"/>
          </a:xfrm>
          <a:prstGeom prst="rect"/>
        </p:spPr>
        <p:txBody>
          <a:bodyPr anchor="ctr" vert="horz"/>
          <a:lstStyle>
            <a:lvl1pPr algn="r" eaLnBrk="1" hangingPunct="1" latinLnBrk="0">
              <a:defRPr sz="1400" kumimoji="0">
                <a:solidFill>
                  <a:schemeClr val="tx2"/>
                </a:solidFill>
              </a:defRPr>
            </a:lvl1pPr>
          </a:lstStyle>
          <a:p>
            <a:endParaRPr lang="en-US"/>
          </a:p>
        </p:txBody>
      </p:sp>
      <p:sp>
        <p:nvSpPr>
          <p:cNvPr id="1048580" name="Rectangle 6"/>
          <p:cNvSpPr/>
          <p:nvPr/>
        </p:nvSpPr>
        <p:spPr bwMode="white">
          <a:xfrm>
            <a:off x="0" y="1234440"/>
            <a:ext cx="9144000" cy="320040"/>
          </a:xfrm>
          <a:prstGeom prst="rect"/>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581" name="Rectangle 7"/>
          <p:cNvSpPr/>
          <p:nvPr/>
        </p:nvSpPr>
        <p:spPr>
          <a:xfrm>
            <a:off x="0" y="1280160"/>
            <a:ext cx="533400" cy="228600"/>
          </a:xfrm>
          <a:prstGeom prst="rect"/>
          <a:solidFill>
            <a:schemeClr val="accent2">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582" name="Rectangle 8"/>
          <p:cNvSpPr/>
          <p:nvPr/>
        </p:nvSpPr>
        <p:spPr>
          <a:xfrm>
            <a:off x="590550" y="1280160"/>
            <a:ext cx="8553450" cy="228600"/>
          </a:xfrm>
          <a:prstGeom prst="rect"/>
          <a:solidFill>
            <a:schemeClr val="accent1">
              <a:alpha val="100000"/>
            </a:schemeClr>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p>
            <a:pPr algn="ctr" eaLnBrk="1" hangingPunct="1" latinLnBrk="0"/>
            <a:endParaRPr kumimoji="0" lang="en-US"/>
          </a:p>
        </p:txBody>
      </p:sp>
      <p:sp>
        <p:nvSpPr>
          <p:cNvPr id="1048583" name="Slide Number Placeholder 22"/>
          <p:cNvSpPr>
            <a:spLocks noGrp="1"/>
          </p:cNvSpPr>
          <p:nvPr>
            <p:ph type="sldNum" sz="quarter" idx="4"/>
          </p:nvPr>
        </p:nvSpPr>
        <p:spPr>
          <a:xfrm>
            <a:off x="0" y="1272222"/>
            <a:ext cx="533400" cy="244476"/>
          </a:xfrm>
          <a:prstGeom prst="rect"/>
        </p:spPr>
        <p:txBody>
          <a:bodyPr anchor="ctr" anchorCtr="0" vert="horz">
            <a:normAutofit/>
          </a:bodyPr>
          <a:lstStyle>
            <a:lvl1pPr algn="ctr" eaLnBrk="1" hangingPunct="1" latinLnBrk="0">
              <a:defRPr b="1" sz="1400" kumimoji="0">
                <a:solidFill>
                  <a:srgbClr val="FFFFFF"/>
                </a:solidFill>
              </a:defRPr>
            </a:lvl1pPr>
          </a:lstStyle>
          <a:p>
            <a:fld id="{5BB8A5CC-DF69-46F3-A594-57416CD50917}" type="slidenum">
              <a:rPr lang="en-US" smtClean="0"/>
            </a:fld>
            <a:endParaRPr lang="en-US"/>
          </a:p>
        </p:txBody>
      </p:sp>
    </p:spTree>
  </p:cSld>
  <p:clrMap accent1="accent1" accent2="accent2" accent3="accent3" accent4="accent4" accent5="accent5" accent6="accent6" bg1="lt1" bg2="lt2" tx1="dk1" tx2="dk2"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eaLnBrk="1" hangingPunct="1" latinLnBrk="0" rtl="0">
        <a:spcBef>
          <a:spcPct val="0"/>
        </a:spcBef>
        <a:buNone/>
        <a:defRPr sz="4400" kern="1200" kumimoji="0">
          <a:solidFill>
            <a:schemeClr val="tx2"/>
          </a:solidFill>
          <a:latin typeface="+mj-lt"/>
          <a:ea typeface="+mj-ea"/>
          <a:cs typeface="+mj-cs"/>
        </a:defRPr>
      </a:lvl1pPr>
    </p:titleStyle>
    <p:bodyStyle>
      <a:lvl1pPr algn="l" eaLnBrk="1" hangingPunct="1" indent="-320040" latinLnBrk="0" marL="320040" rtl="0">
        <a:spcBef>
          <a:spcPts val="700"/>
        </a:spcBef>
        <a:buClr>
          <a:schemeClr val="accent2"/>
        </a:buClr>
        <a:buSzPct val="60000"/>
        <a:buFont typeface="Wingdings"/>
        <a:buChar char=""/>
        <a:defRPr sz="2900" kern="1200" kumimoji="0">
          <a:solidFill>
            <a:schemeClr val="tx1"/>
          </a:solidFill>
          <a:latin typeface="+mn-lt"/>
          <a:ea typeface="+mn-ea"/>
          <a:cs typeface="+mn-cs"/>
        </a:defRPr>
      </a:lvl1pPr>
      <a:lvl2pPr algn="l" eaLnBrk="1" hangingPunct="1" indent="-274320" latinLnBrk="0" marL="640080" rtl="0">
        <a:spcBef>
          <a:spcPts val="550"/>
        </a:spcBef>
        <a:buClr>
          <a:schemeClr val="accent1"/>
        </a:buClr>
        <a:buSzPct val="70000"/>
        <a:buFont typeface="Wingdings 2"/>
        <a:buChar char=""/>
        <a:defRPr sz="2600" kern="1200" kumimoji="0">
          <a:solidFill>
            <a:schemeClr val="tx1"/>
          </a:solidFill>
          <a:latin typeface="+mn-lt"/>
          <a:ea typeface="+mn-ea"/>
          <a:cs typeface="+mn-cs"/>
        </a:defRPr>
      </a:lvl2pPr>
      <a:lvl3pPr algn="l" eaLnBrk="1" hangingPunct="1" indent="-228600" latinLnBrk="0" marL="914400" rtl="0">
        <a:spcBef>
          <a:spcPts val="500"/>
        </a:spcBef>
        <a:buClr>
          <a:schemeClr val="accent2"/>
        </a:buClr>
        <a:buSzPct val="75000"/>
        <a:buFont typeface="Wingdings"/>
        <a:buChar char=""/>
        <a:defRPr sz="2300" kern="1200" kumimoji="0">
          <a:solidFill>
            <a:schemeClr val="tx1"/>
          </a:solidFill>
          <a:latin typeface="+mn-lt"/>
          <a:ea typeface="+mn-ea"/>
          <a:cs typeface="+mn-cs"/>
        </a:defRPr>
      </a:lvl3pPr>
      <a:lvl4pPr algn="l" eaLnBrk="1" hangingPunct="1" indent="-228600" latinLnBrk="0" marL="1371600" rtl="0">
        <a:spcBef>
          <a:spcPts val="400"/>
        </a:spcBef>
        <a:buClr>
          <a:schemeClr val="accent3"/>
        </a:buClr>
        <a:buSzPct val="75000"/>
        <a:buFont typeface="Wingdings"/>
        <a:buChar char=""/>
        <a:defRPr sz="2000" kern="1200" kumimoji="0">
          <a:solidFill>
            <a:schemeClr val="tx1"/>
          </a:solidFill>
          <a:latin typeface="+mn-lt"/>
          <a:ea typeface="+mn-ea"/>
          <a:cs typeface="+mn-cs"/>
        </a:defRPr>
      </a:lvl4pPr>
      <a:lvl5pPr algn="l" eaLnBrk="1" hangingPunct="1" indent="-228600" latinLnBrk="0" marL="1828800" rtl="0">
        <a:spcBef>
          <a:spcPts val="400"/>
        </a:spcBef>
        <a:buClr>
          <a:schemeClr val="accent4"/>
        </a:buClr>
        <a:buSzPct val="65000"/>
        <a:buFont typeface="Wingdings"/>
        <a:buChar char=""/>
        <a:defRPr sz="2000" kern="1200" kumimoji="0">
          <a:solidFill>
            <a:schemeClr val="tx1"/>
          </a:solidFill>
          <a:latin typeface="+mn-lt"/>
          <a:ea typeface="+mn-ea"/>
          <a:cs typeface="+mn-cs"/>
        </a:defRPr>
      </a:lvl5pPr>
      <a:lvl6pPr algn="l" eaLnBrk="1" hangingPunct="1" indent="-228600" latinLnBrk="0" marL="2103120" rtl="0">
        <a:spcBef>
          <a:spcPct val="20000"/>
        </a:spcBef>
        <a:buClr>
          <a:schemeClr val="accent1"/>
        </a:buClr>
        <a:buFont typeface="Wingdings"/>
        <a:buChar char="§"/>
        <a:defRPr baseline="0" sz="1800" kern="1200" kumimoji="0">
          <a:solidFill>
            <a:schemeClr val="tx1"/>
          </a:solidFill>
          <a:latin typeface="+mn-lt"/>
          <a:ea typeface="+mn-ea"/>
          <a:cs typeface="+mn-cs"/>
        </a:defRPr>
      </a:lvl6pPr>
      <a:lvl7pPr algn="l" eaLnBrk="1" hangingPunct="1" indent="-228600" latinLnBrk="0" marL="2377440" rtl="0">
        <a:spcBef>
          <a:spcPct val="20000"/>
        </a:spcBef>
        <a:buClr>
          <a:schemeClr val="accent2"/>
        </a:buClr>
        <a:buFont typeface="Wingdings"/>
        <a:buChar char="§"/>
        <a:defRPr baseline="0" sz="1800" kern="1200" kumimoji="0">
          <a:solidFill>
            <a:schemeClr val="tx1"/>
          </a:solidFill>
          <a:latin typeface="+mn-lt"/>
          <a:ea typeface="+mn-ea"/>
          <a:cs typeface="+mn-cs"/>
        </a:defRPr>
      </a:lvl7pPr>
      <a:lvl8pPr algn="l" eaLnBrk="1" hangingPunct="1" indent="-228600" latinLnBrk="0" marL="2651760" rtl="0">
        <a:spcBef>
          <a:spcPct val="20000"/>
        </a:spcBef>
        <a:buClr>
          <a:schemeClr val="accent3"/>
        </a:buClr>
        <a:buFont typeface="Wingdings"/>
        <a:buChar char="§"/>
        <a:defRPr baseline="0" sz="1800" kern="1200" kumimoji="0">
          <a:solidFill>
            <a:schemeClr val="tx1"/>
          </a:solidFill>
          <a:latin typeface="+mn-lt"/>
          <a:ea typeface="+mn-ea"/>
          <a:cs typeface="+mn-cs"/>
        </a:defRPr>
      </a:lvl8pPr>
      <a:lvl9pPr algn="l" eaLnBrk="1" hangingPunct="1" indent="-228600" latinLnBrk="0" marL="2926080" rtl="0">
        <a:spcBef>
          <a:spcPct val="20000"/>
        </a:spcBef>
        <a:buClr>
          <a:schemeClr val="accent4"/>
        </a:buClr>
        <a:buFont typeface="Wingdings"/>
        <a:buChar char="§"/>
        <a:defRPr baseline="0" sz="1800" kern="1200" kumimoji="0">
          <a:solidFill>
            <a:schemeClr val="tx1"/>
          </a:solidFill>
          <a:latin typeface="+mn-lt"/>
          <a:ea typeface="+mn-ea"/>
          <a:cs typeface="+mn-cs"/>
        </a:defRPr>
      </a:lvl9pPr>
    </p:bodyStyle>
    <p:otherStyle>
      <a:lvl1pPr algn="l" eaLnBrk="1" hangingPunct="1" latinLnBrk="0" marL="0" rtl="0">
        <a:defRPr kern="1200" kumimoji="0">
          <a:solidFill>
            <a:schemeClr val="tx1"/>
          </a:solidFill>
          <a:latin typeface="+mn-lt"/>
          <a:ea typeface="+mn-ea"/>
          <a:cs typeface="+mn-cs"/>
        </a:defRPr>
      </a:lvl1pPr>
      <a:lvl2pPr algn="l" eaLnBrk="1" hangingPunct="1" latinLnBrk="0" marL="457200" rtl="0">
        <a:defRPr kern="1200" kumimoji="0">
          <a:solidFill>
            <a:schemeClr val="tx1"/>
          </a:solidFill>
          <a:latin typeface="+mn-lt"/>
          <a:ea typeface="+mn-ea"/>
          <a:cs typeface="+mn-cs"/>
        </a:defRPr>
      </a:lvl2pPr>
      <a:lvl3pPr algn="l" eaLnBrk="1" hangingPunct="1" latinLnBrk="0" marL="914400" rtl="0">
        <a:defRPr kern="1200" kumimoji="0">
          <a:solidFill>
            <a:schemeClr val="tx1"/>
          </a:solidFill>
          <a:latin typeface="+mn-lt"/>
          <a:ea typeface="+mn-ea"/>
          <a:cs typeface="+mn-cs"/>
        </a:defRPr>
      </a:lvl3pPr>
      <a:lvl4pPr algn="l" eaLnBrk="1" hangingPunct="1" latinLnBrk="0" marL="1371600" rtl="0">
        <a:defRPr kern="1200" kumimoji="0">
          <a:solidFill>
            <a:schemeClr val="tx1"/>
          </a:solidFill>
          <a:latin typeface="+mn-lt"/>
          <a:ea typeface="+mn-ea"/>
          <a:cs typeface="+mn-cs"/>
        </a:defRPr>
      </a:lvl4pPr>
      <a:lvl5pPr algn="l" eaLnBrk="1" hangingPunct="1" latinLnBrk="0" marL="1828800" rtl="0">
        <a:defRPr kern="1200" kumimoji="0">
          <a:solidFill>
            <a:schemeClr val="tx1"/>
          </a:solidFill>
          <a:latin typeface="+mn-lt"/>
          <a:ea typeface="+mn-ea"/>
          <a:cs typeface="+mn-cs"/>
        </a:defRPr>
      </a:lvl5pPr>
      <a:lvl6pPr algn="l" eaLnBrk="1" hangingPunct="1" latinLnBrk="0" marL="2286000" rtl="0">
        <a:defRPr kern="1200" kumimoji="0">
          <a:solidFill>
            <a:schemeClr val="tx1"/>
          </a:solidFill>
          <a:latin typeface="+mn-lt"/>
          <a:ea typeface="+mn-ea"/>
          <a:cs typeface="+mn-cs"/>
        </a:defRPr>
      </a:lvl6pPr>
      <a:lvl7pPr algn="l" eaLnBrk="1" hangingPunct="1" latinLnBrk="0" marL="2743200" rtl="0">
        <a:defRPr kern="1200" kumimoji="0">
          <a:solidFill>
            <a:schemeClr val="tx1"/>
          </a:solidFill>
          <a:latin typeface="+mn-lt"/>
          <a:ea typeface="+mn-ea"/>
          <a:cs typeface="+mn-cs"/>
        </a:defRPr>
      </a:lvl7pPr>
      <a:lvl8pPr algn="l" eaLnBrk="1" hangingPunct="1" latinLnBrk="0" marL="3200400" rtl="0">
        <a:defRPr kern="1200" kumimoji="0">
          <a:solidFill>
            <a:schemeClr val="tx1"/>
          </a:solidFill>
          <a:latin typeface="+mn-lt"/>
          <a:ea typeface="+mn-ea"/>
          <a:cs typeface="+mn-cs"/>
        </a:defRPr>
      </a:lvl8pPr>
      <a:lvl9pPr algn="l" eaLnBrk="1" hangingPunct="1" latinLnBrk="0" marL="3657600" rtl="0">
        <a:defRPr kern="1200" kumimoji="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68" name=""/>
        <p:cNvGrpSpPr/>
        <p:nvPr/>
      </p:nvGrpSpPr>
      <p:grpSpPr>
        <a:xfrm>
          <a:off x="0" y="0"/>
          <a:ext cx="0" cy="0"/>
          <a:chOff x="0" y="0"/>
          <a:chExt cx="0" cy="0"/>
        </a:xfrm>
      </p:grpSpPr>
      <p:sp>
        <p:nvSpPr>
          <p:cNvPr id="1048612" name="Title 1"/>
          <p:cNvSpPr>
            <a:spLocks noGrp="1"/>
          </p:cNvSpPr>
          <p:nvPr>
            <p:ph type="ctrTitle"/>
          </p:nvPr>
        </p:nvSpPr>
        <p:spPr>
          <a:xfrm>
            <a:off x="685800" y="1676401"/>
            <a:ext cx="7772400" cy="1924050"/>
          </a:xfrm>
        </p:spPr>
        <p:txBody>
          <a:bodyPr/>
          <a:p>
            <a:r>
              <a:rPr dirty="0" lang="en-US" smtClean="0"/>
              <a:t/>
            </a:r>
            <a:br>
              <a:rPr dirty="0" lang="en-US" smtClean="0"/>
            </a:br>
            <a:r>
              <a:rPr dirty="0" lang="en-US" smtClean="0"/>
              <a:t>Practice Exercises</a:t>
            </a:r>
            <a:endParaRPr dirty="0" lang="en-US"/>
          </a:p>
        </p:txBody>
      </p:sp>
      <p:sp>
        <p:nvSpPr>
          <p:cNvPr id="1048614" name="Subtitle 2"/>
          <p:cNvSpPr txBox="1"/>
          <p:nvPr/>
        </p:nvSpPr>
        <p:spPr>
          <a:xfrm>
            <a:off x="3352800" y="6096000"/>
            <a:ext cx="2438400" cy="381000"/>
          </a:xfrm>
          <a:prstGeom prst="rect"/>
        </p:spPr>
        <p:txBody>
          <a:bodyPr bIns="45720" lIns="91440" rIns="91440" rtlCol="0" tIns="45720" vert="horz">
            <a:normAutofit/>
          </a:bodyPr>
          <a:p>
            <a:pPr algn="ctr" defTabSz="914400" eaLnBrk="1" fontAlgn="auto" hangingPunct="1" indent="0" latinLnBrk="0" lvl="0" marL="0" marR="0" rtl="0">
              <a:lnSpc>
                <a:spcPct val="100000"/>
              </a:lnSpc>
              <a:spcBef>
                <a:spcPct val="20000"/>
              </a:spcBef>
              <a:spcAft>
                <a:spcPts val="0"/>
              </a:spcAft>
              <a:buClrTx/>
              <a:buSzTx/>
              <a:buFont typeface="Arial" pitchFamily="34" charset="0"/>
              <a:buNone/>
            </a:p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69" name=""/>
        <p:cNvGrpSpPr/>
        <p:nvPr/>
      </p:nvGrpSpPr>
      <p:grpSpPr>
        <a:xfrm>
          <a:off x="0" y="0"/>
          <a:ext cx="0" cy="0"/>
          <a:chOff x="0" y="0"/>
          <a:chExt cx="0" cy="0"/>
        </a:xfrm>
      </p:grpSpPr>
      <p:sp>
        <p:nvSpPr>
          <p:cNvPr id="1048615" name="Title 1"/>
          <p:cNvSpPr>
            <a:spLocks noGrp="1"/>
          </p:cNvSpPr>
          <p:nvPr>
            <p:ph type="title"/>
          </p:nvPr>
        </p:nvSpPr>
        <p:spPr/>
        <p:txBody>
          <a:bodyPr/>
          <a:p>
            <a:pPr algn="l"/>
            <a:r>
              <a:rPr dirty="0" lang="en-US" smtClean="0"/>
              <a:t>Exercise 2.4</a:t>
            </a:r>
            <a:endParaRPr dirty="0" lang="en-US"/>
          </a:p>
        </p:txBody>
      </p:sp>
      <p:sp>
        <p:nvSpPr>
          <p:cNvPr id="1048616" name="Content Placeholder 2"/>
          <p:cNvSpPr>
            <a:spLocks noGrp="1"/>
          </p:cNvSpPr>
          <p:nvPr>
            <p:ph sz="quarter" idx="1"/>
          </p:nvPr>
        </p:nvSpPr>
        <p:spPr>
          <a:xfrm>
            <a:off x="457200" y="1371600"/>
            <a:ext cx="8229600" cy="4876800"/>
          </a:xfrm>
        </p:spPr>
        <p:txBody>
          <a:bodyPr>
            <a:normAutofit/>
          </a:bodyPr>
          <a:p>
            <a:pPr>
              <a:buNone/>
            </a:pPr>
            <a:r>
              <a:rPr b="1" dirty="0" lang="en-US" smtClean="0"/>
              <a:t>Problem</a:t>
            </a:r>
          </a:p>
          <a:p>
            <a:r>
              <a:rPr dirty="0" lang="en-US" smtClean="0"/>
              <a:t>A </a:t>
            </a:r>
            <a:r>
              <a:rPr dirty="0" lang="en-US"/>
              <a:t>company database needs to store information about employees (</a:t>
            </a:r>
            <a:r>
              <a:rPr dirty="0" lang="en-US" smtClean="0"/>
              <a:t>identified by </a:t>
            </a:r>
            <a:r>
              <a:rPr dirty="0" i="1" lang="en-US" err="1"/>
              <a:t>ssn</a:t>
            </a:r>
            <a:r>
              <a:rPr dirty="0" i="1" lang="en-US"/>
              <a:t>, with salary and phone as attributes), departments (identified by </a:t>
            </a:r>
            <a:r>
              <a:rPr dirty="0" i="1" lang="en-US" err="1" smtClean="0"/>
              <a:t>dno</a:t>
            </a:r>
            <a:r>
              <a:rPr dirty="0" i="1" lang="en-US" smtClean="0"/>
              <a:t>, </a:t>
            </a:r>
            <a:r>
              <a:rPr dirty="0" lang="en-US" smtClean="0"/>
              <a:t>with </a:t>
            </a:r>
            <a:r>
              <a:rPr dirty="0" i="1" lang="en-US" err="1"/>
              <a:t>dname</a:t>
            </a:r>
            <a:r>
              <a:rPr dirty="0" i="1" lang="en-US"/>
              <a:t> and budget as attributes), and children of employees (with name and </a:t>
            </a:r>
            <a:r>
              <a:rPr dirty="0" i="1" lang="en-US" smtClean="0"/>
              <a:t>age </a:t>
            </a:r>
            <a:r>
              <a:rPr dirty="0" lang="en-US" smtClean="0"/>
              <a:t>as </a:t>
            </a:r>
            <a:r>
              <a:rPr dirty="0" lang="en-US"/>
              <a:t>attributes). </a:t>
            </a:r>
            <a:endParaRPr b="1" dirty="0"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70" name=""/>
        <p:cNvGrpSpPr/>
        <p:nvPr/>
      </p:nvGrpSpPr>
      <p:grpSpPr>
        <a:xfrm>
          <a:off x="0" y="0"/>
          <a:ext cx="0" cy="0"/>
          <a:chOff x="0" y="0"/>
          <a:chExt cx="0" cy="0"/>
        </a:xfrm>
      </p:grpSpPr>
      <p:sp>
        <p:nvSpPr>
          <p:cNvPr id="1048617" name="Title 1"/>
          <p:cNvSpPr>
            <a:spLocks noGrp="1"/>
          </p:cNvSpPr>
          <p:nvPr>
            <p:ph type="title"/>
          </p:nvPr>
        </p:nvSpPr>
        <p:spPr/>
        <p:txBody>
          <a:bodyPr/>
          <a:p>
            <a:pPr algn="l"/>
            <a:r>
              <a:rPr dirty="0" lang="en-US" smtClean="0"/>
              <a:t>Exercise 2.4</a:t>
            </a:r>
            <a:endParaRPr dirty="0" lang="en-US"/>
          </a:p>
        </p:txBody>
      </p:sp>
      <p:sp>
        <p:nvSpPr>
          <p:cNvPr id="1048618" name="Content Placeholder 2"/>
          <p:cNvSpPr>
            <a:spLocks noGrp="1"/>
          </p:cNvSpPr>
          <p:nvPr>
            <p:ph sz="quarter" idx="1"/>
          </p:nvPr>
        </p:nvSpPr>
        <p:spPr>
          <a:xfrm>
            <a:off x="457200" y="1371600"/>
            <a:ext cx="8229600" cy="5105400"/>
          </a:xfrm>
        </p:spPr>
        <p:txBody>
          <a:bodyPr>
            <a:normAutofit/>
          </a:bodyPr>
          <a:p>
            <a:pPr>
              <a:buNone/>
            </a:pPr>
            <a:r>
              <a:rPr b="1" dirty="0" lang="en-US" smtClean="0"/>
              <a:t>Problem</a:t>
            </a:r>
          </a:p>
          <a:p>
            <a:r>
              <a:rPr dirty="0" lang="en-US" smtClean="0"/>
              <a:t>Employees </a:t>
            </a:r>
            <a:r>
              <a:rPr dirty="0" i="1" lang="en-US"/>
              <a:t>work in departments; each department is managed by </a:t>
            </a:r>
            <a:r>
              <a:rPr dirty="0" i="1" lang="en-US" smtClean="0"/>
              <a:t>an </a:t>
            </a:r>
            <a:r>
              <a:rPr dirty="0" lang="en-US" smtClean="0"/>
              <a:t>employee</a:t>
            </a:r>
            <a:r>
              <a:rPr dirty="0" lang="en-US"/>
              <a:t>; a child must be identified uniquely by </a:t>
            </a:r>
            <a:r>
              <a:rPr dirty="0" i="1" lang="en-US"/>
              <a:t>name when the parent (who is </a:t>
            </a:r>
            <a:r>
              <a:rPr dirty="0" i="1" lang="en-US" smtClean="0"/>
              <a:t>an </a:t>
            </a:r>
            <a:r>
              <a:rPr dirty="0" lang="en-US" smtClean="0"/>
              <a:t>employee</a:t>
            </a:r>
            <a:r>
              <a:rPr dirty="0" lang="en-US"/>
              <a:t>; assume that only one parent works for the company) is known. We are </a:t>
            </a:r>
            <a:r>
              <a:rPr dirty="0" lang="en-US" smtClean="0"/>
              <a:t>not interested </a:t>
            </a:r>
            <a:r>
              <a:rPr dirty="0" lang="en-US"/>
              <a:t>in information about a child once the parent leaves the </a:t>
            </a:r>
            <a:r>
              <a:rPr dirty="0" lang="en-US" smtClean="0"/>
              <a:t>company.</a:t>
            </a:r>
          </a:p>
          <a:p>
            <a:r>
              <a:rPr dirty="0" lang="en-US" smtClean="0"/>
              <a:t>Draw </a:t>
            </a:r>
            <a:r>
              <a:rPr dirty="0" lang="en-US"/>
              <a:t>an ER diagram that captures this information.</a:t>
            </a:r>
            <a:endParaRPr b="1" dirty="0"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71" name=""/>
        <p:cNvGrpSpPr/>
        <p:nvPr/>
      </p:nvGrpSpPr>
      <p:grpSpPr>
        <a:xfrm>
          <a:off x="0" y="0"/>
          <a:ext cx="0" cy="0"/>
          <a:chOff x="0" y="0"/>
          <a:chExt cx="0" cy="0"/>
        </a:xfrm>
      </p:grpSpPr>
      <p:sp>
        <p:nvSpPr>
          <p:cNvPr id="1048619" name="Title 1"/>
          <p:cNvSpPr>
            <a:spLocks noGrp="1"/>
          </p:cNvSpPr>
          <p:nvPr>
            <p:ph type="title"/>
          </p:nvPr>
        </p:nvSpPr>
        <p:spPr/>
        <p:txBody>
          <a:bodyPr/>
          <a:p>
            <a:pPr algn="l"/>
            <a:r>
              <a:rPr dirty="0" lang="en-US" smtClean="0"/>
              <a:t>Exercise 2.4</a:t>
            </a:r>
            <a:endParaRPr dirty="0" lang="en-US"/>
          </a:p>
        </p:txBody>
      </p:sp>
      <p:sp>
        <p:nvSpPr>
          <p:cNvPr id="1048620" name="Content Placeholder 2"/>
          <p:cNvSpPr>
            <a:spLocks noGrp="1"/>
          </p:cNvSpPr>
          <p:nvPr>
            <p:ph sz="quarter" idx="1"/>
          </p:nvPr>
        </p:nvSpPr>
        <p:spPr>
          <a:xfrm>
            <a:off x="457200" y="1371600"/>
            <a:ext cx="8229600" cy="5105400"/>
          </a:xfrm>
        </p:spPr>
        <p:txBody>
          <a:bodyPr>
            <a:normAutofit/>
          </a:bodyPr>
          <a:p>
            <a:pPr>
              <a:buNone/>
            </a:pPr>
            <a:r>
              <a:rPr b="1" dirty="0" lang="en-US" smtClean="0"/>
              <a:t>Solution</a:t>
            </a:r>
          </a:p>
          <a:p>
            <a:r>
              <a:rPr dirty="0" lang="en-US" smtClean="0"/>
              <a:t>First, we shall design the entities and relationships.</a:t>
            </a:r>
          </a:p>
          <a:p>
            <a:pPr lvl="1"/>
            <a:r>
              <a:rPr dirty="0" lang="en-US" smtClean="0"/>
              <a:t>“Employees </a:t>
            </a:r>
            <a:r>
              <a:rPr dirty="0" i="1" lang="en-US"/>
              <a:t>work in </a:t>
            </a:r>
            <a:r>
              <a:rPr dirty="0" i="1" lang="en-US" smtClean="0"/>
              <a:t>departments…”</a:t>
            </a:r>
          </a:p>
          <a:p>
            <a:pPr lvl="1"/>
            <a:r>
              <a:rPr dirty="0" i="1" lang="en-US" smtClean="0"/>
              <a:t>“…each </a:t>
            </a:r>
            <a:r>
              <a:rPr dirty="0" i="1" lang="en-US"/>
              <a:t>department is managed by </a:t>
            </a:r>
            <a:r>
              <a:rPr dirty="0" i="1" lang="en-US" smtClean="0"/>
              <a:t>an </a:t>
            </a:r>
            <a:r>
              <a:rPr dirty="0" lang="en-US" smtClean="0"/>
              <a:t>employee…”</a:t>
            </a:r>
          </a:p>
          <a:p>
            <a:pPr lvl="1"/>
            <a:r>
              <a:rPr dirty="0" lang="en-US" smtClean="0"/>
              <a:t>“…a </a:t>
            </a:r>
            <a:r>
              <a:rPr dirty="0" lang="en-US"/>
              <a:t>child must be identified uniquely by </a:t>
            </a:r>
            <a:r>
              <a:rPr dirty="0" i="1" lang="en-US"/>
              <a:t>name when the parent (who is </a:t>
            </a:r>
            <a:r>
              <a:rPr dirty="0" i="1" lang="en-US" smtClean="0"/>
              <a:t>an </a:t>
            </a:r>
            <a:r>
              <a:rPr dirty="0" lang="en-US" smtClean="0"/>
              <a:t>employee</a:t>
            </a:r>
            <a:r>
              <a:rPr dirty="0" lang="en-US"/>
              <a:t>; assume that only one parent works for the company) is known</a:t>
            </a:r>
            <a:r>
              <a:rPr dirty="0" lang="en-US" smtClean="0"/>
              <a:t>.”</a:t>
            </a:r>
            <a:endParaRPr b="1" dirty="0" lang="en-US"/>
          </a:p>
        </p:txBody>
      </p: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id="5" nodeType="clickEffect" presetClass="entr" presetID="1" presetSubtype="0">
                                  <p:stCondLst>
                                    <p:cond delay="0"/>
                                  </p:stCondLst>
                                  <p:childTnLst>
                                    <p:set>
                                      <p:cBhvr>
                                        <p:cTn dur="1" fill="hold" id="6">
                                          <p:stCondLst>
                                            <p:cond delay="0"/>
                                          </p:stCondLst>
                                        </p:cTn>
                                        <p:tgtEl>
                                          <p:spTgt spid="1048620">
                                            <p:txEl>
                                              <p:pRg st="2" end="2"/>
                                            </p:txEl>
                                          </p:spTgt>
                                        </p:tgtEl>
                                        <p:attrNameLst>
                                          <p:attrName>style.visibility</p:attrName>
                                        </p:attrNameLst>
                                      </p:cBhvr>
                                      <p:to>
                                        <p:strVal val="visible"/>
                                      </p:to>
                                    </p:set>
                                  </p:childTnLst>
                                </p:cTn>
                              </p:par>
                            </p:childTnLst>
                          </p:cTn>
                        </p:par>
                      </p:childTnLst>
                    </p:cTn>
                  </p:par>
                  <p:par>
                    <p:cTn fill="hold" id="7">
                      <p:stCondLst>
                        <p:cond delay="indefinite"/>
                      </p:stCondLst>
                      <p:childTnLst>
                        <p:par>
                          <p:cTn fill="hold" id="8">
                            <p:stCondLst>
                              <p:cond delay="0"/>
                            </p:stCondLst>
                            <p:childTnLst>
                              <p:par>
                                <p:cTn fill="hold" id="9" nodeType="clickEffect" presetClass="entr" presetID="1" presetSubtype="0">
                                  <p:stCondLst>
                                    <p:cond delay="0"/>
                                  </p:stCondLst>
                                  <p:childTnLst>
                                    <p:set>
                                      <p:cBhvr>
                                        <p:cTn dur="1" fill="hold" id="10">
                                          <p:stCondLst>
                                            <p:cond delay="0"/>
                                          </p:stCondLst>
                                        </p:cTn>
                                        <p:tgtEl>
                                          <p:spTgt spid="1048620">
                                            <p:txEl>
                                              <p:pRg st="3" end="3"/>
                                            </p:txEl>
                                          </p:spTgt>
                                        </p:tgtEl>
                                        <p:attrNameLst>
                                          <p:attrName>style.visibility</p:attrName>
                                        </p:attrNameLst>
                                      </p:cBhvr>
                                      <p:to>
                                        <p:strVal val="visible"/>
                                      </p:to>
                                    </p:set>
                                  </p:childTnLst>
                                </p:cTn>
                              </p:par>
                            </p:childTnLst>
                          </p:cTn>
                        </p:par>
                      </p:childTnLst>
                    </p:cTn>
                  </p:par>
                  <p:par>
                    <p:cTn fill="hold" id="11">
                      <p:stCondLst>
                        <p:cond delay="indefinite"/>
                      </p:stCondLst>
                      <p:childTnLst>
                        <p:par>
                          <p:cTn fill="hold" id="12">
                            <p:stCondLst>
                              <p:cond delay="0"/>
                            </p:stCondLst>
                            <p:childTnLst>
                              <p:par>
                                <p:cTn fill="hold" id="13" nodeType="clickEffect" presetClass="entr" presetID="1" presetSubtype="0">
                                  <p:stCondLst>
                                    <p:cond delay="0"/>
                                  </p:stCondLst>
                                  <p:childTnLst>
                                    <p:set>
                                      <p:cBhvr>
                                        <p:cTn dur="1" fill="hold" id="14">
                                          <p:stCondLst>
                                            <p:cond delay="0"/>
                                          </p:stCondLst>
                                        </p:cTn>
                                        <p:tgtEl>
                                          <p:spTgt spid="104862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72" name=""/>
        <p:cNvGrpSpPr/>
        <p:nvPr/>
      </p:nvGrpSpPr>
      <p:grpSpPr>
        <a:xfrm>
          <a:off x="0" y="0"/>
          <a:ext cx="0" cy="0"/>
          <a:chOff x="0" y="0"/>
          <a:chExt cx="0" cy="0"/>
        </a:xfrm>
      </p:grpSpPr>
      <p:sp>
        <p:nvSpPr>
          <p:cNvPr id="1048621" name="Title 1"/>
          <p:cNvSpPr>
            <a:spLocks noGrp="1"/>
          </p:cNvSpPr>
          <p:nvPr>
            <p:ph type="title"/>
          </p:nvPr>
        </p:nvSpPr>
        <p:spPr/>
        <p:txBody>
          <a:bodyPr/>
          <a:p>
            <a:pPr algn="l"/>
            <a:r>
              <a:rPr dirty="0" lang="en-US" smtClean="0"/>
              <a:t>Exercise 2.4</a:t>
            </a:r>
            <a:endParaRPr dirty="0" lang="en-US"/>
          </a:p>
        </p:txBody>
      </p:sp>
      <p:sp>
        <p:nvSpPr>
          <p:cNvPr id="1048622" name="Content Placeholder 2"/>
          <p:cNvSpPr>
            <a:spLocks noGrp="1"/>
          </p:cNvSpPr>
          <p:nvPr>
            <p:ph sz="quarter" idx="1"/>
          </p:nvPr>
        </p:nvSpPr>
        <p:spPr>
          <a:xfrm>
            <a:off x="457200" y="1371600"/>
            <a:ext cx="8229600" cy="5105400"/>
          </a:xfrm>
        </p:spPr>
        <p:txBody>
          <a:bodyPr>
            <a:normAutofit/>
          </a:bodyPr>
          <a:p>
            <a:pPr>
              <a:buNone/>
            </a:pPr>
            <a:r>
              <a:rPr b="1" dirty="0" lang="en-US" smtClean="0"/>
              <a:t>Solution</a:t>
            </a:r>
          </a:p>
        </p:txBody>
      </p:sp>
      <p:sp>
        <p:nvSpPr>
          <p:cNvPr id="1048623" name="Rectangle 5"/>
          <p:cNvSpPr/>
          <p:nvPr/>
        </p:nvSpPr>
        <p:spPr>
          <a:xfrm>
            <a:off x="6096000" y="28194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Departments</a:t>
            </a:r>
            <a:endParaRPr dirty="0" sz="1600" lang="en-US">
              <a:solidFill>
                <a:schemeClr val="tx1"/>
              </a:solidFill>
            </a:endParaRPr>
          </a:p>
        </p:txBody>
      </p:sp>
      <p:sp>
        <p:nvSpPr>
          <p:cNvPr id="1048624" name="Rectangle 6"/>
          <p:cNvSpPr/>
          <p:nvPr/>
        </p:nvSpPr>
        <p:spPr>
          <a:xfrm>
            <a:off x="1905000" y="5181600"/>
            <a:ext cx="12954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Child</a:t>
            </a:r>
            <a:endParaRPr dirty="0" sz="1600" lang="en-US">
              <a:solidFill>
                <a:schemeClr val="tx1"/>
              </a:solidFill>
            </a:endParaRPr>
          </a:p>
        </p:txBody>
      </p:sp>
      <p:sp>
        <p:nvSpPr>
          <p:cNvPr id="1048625" name="Rectangle 7"/>
          <p:cNvSpPr/>
          <p:nvPr/>
        </p:nvSpPr>
        <p:spPr>
          <a:xfrm>
            <a:off x="1828800" y="2819400"/>
            <a:ext cx="12954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Employees</a:t>
            </a:r>
            <a:endParaRPr dirty="0" sz="1600" lang="en-US">
              <a:solidFill>
                <a:schemeClr val="tx1"/>
              </a:solidFill>
            </a:endParaRPr>
          </a:p>
        </p:txBody>
      </p:sp>
      <p:sp>
        <p:nvSpPr>
          <p:cNvPr id="1048626" name="Oval 8"/>
          <p:cNvSpPr/>
          <p:nvPr/>
        </p:nvSpPr>
        <p:spPr>
          <a:xfrm>
            <a:off x="914400" y="586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627" name="Oval 9"/>
          <p:cNvSpPr/>
          <p:nvPr/>
        </p:nvSpPr>
        <p:spPr>
          <a:xfrm>
            <a:off x="3048000" y="586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age</a:t>
            </a:r>
            <a:endParaRPr dirty="0" sz="1600" lang="en-US">
              <a:solidFill>
                <a:schemeClr val="tx1"/>
              </a:solidFill>
            </a:endParaRPr>
          </a:p>
        </p:txBody>
      </p:sp>
      <p:sp>
        <p:nvSpPr>
          <p:cNvPr id="1048628" name="Oval 10"/>
          <p:cNvSpPr/>
          <p:nvPr/>
        </p:nvSpPr>
        <p:spPr>
          <a:xfrm>
            <a:off x="3200400" y="2057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phone</a:t>
            </a:r>
            <a:endParaRPr dirty="0" sz="1600" lang="en-US">
              <a:solidFill>
                <a:schemeClr val="tx1"/>
              </a:solidFill>
            </a:endParaRPr>
          </a:p>
        </p:txBody>
      </p:sp>
      <p:sp>
        <p:nvSpPr>
          <p:cNvPr id="1048629" name="Oval 11"/>
          <p:cNvSpPr/>
          <p:nvPr/>
        </p:nvSpPr>
        <p:spPr>
          <a:xfrm>
            <a:off x="457200" y="22098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u="sng" smtClean="0">
                <a:solidFill>
                  <a:schemeClr val="tx1"/>
                </a:solidFill>
              </a:rPr>
              <a:t>ssn</a:t>
            </a:r>
            <a:endParaRPr dirty="0" sz="1600" lang="en-US" u="sng">
              <a:solidFill>
                <a:schemeClr val="tx1"/>
              </a:solidFill>
            </a:endParaRPr>
          </a:p>
        </p:txBody>
      </p:sp>
      <p:sp>
        <p:nvSpPr>
          <p:cNvPr id="1048630" name="Oval 12"/>
          <p:cNvSpPr/>
          <p:nvPr/>
        </p:nvSpPr>
        <p:spPr>
          <a:xfrm>
            <a:off x="1828800" y="19050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salary</a:t>
            </a:r>
            <a:endParaRPr dirty="0" sz="1600" lang="en-US">
              <a:solidFill>
                <a:schemeClr val="tx1"/>
              </a:solidFill>
            </a:endParaRPr>
          </a:p>
        </p:txBody>
      </p:sp>
      <p:sp>
        <p:nvSpPr>
          <p:cNvPr id="1048631" name="Diamond 13"/>
          <p:cNvSpPr/>
          <p:nvPr/>
        </p:nvSpPr>
        <p:spPr>
          <a:xfrm>
            <a:off x="1828800" y="37338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Dependent</a:t>
            </a:r>
            <a:endParaRPr dirty="0" sz="1600" lang="en-US">
              <a:solidFill>
                <a:schemeClr val="tx1"/>
              </a:solidFill>
            </a:endParaRPr>
          </a:p>
        </p:txBody>
      </p:sp>
      <p:sp>
        <p:nvSpPr>
          <p:cNvPr id="1048632" name="Oval 14"/>
          <p:cNvSpPr/>
          <p:nvPr/>
        </p:nvSpPr>
        <p:spPr>
          <a:xfrm>
            <a:off x="7467600" y="2209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budget</a:t>
            </a:r>
            <a:endParaRPr dirty="0" sz="1600" lang="en-US">
              <a:solidFill>
                <a:schemeClr val="tx1"/>
              </a:solidFill>
            </a:endParaRPr>
          </a:p>
        </p:txBody>
      </p:sp>
      <p:sp>
        <p:nvSpPr>
          <p:cNvPr id="1048633" name="Oval 15"/>
          <p:cNvSpPr/>
          <p:nvPr/>
        </p:nvSpPr>
        <p:spPr>
          <a:xfrm>
            <a:off x="5105400" y="205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u="sng" smtClean="0">
                <a:solidFill>
                  <a:schemeClr val="tx1"/>
                </a:solidFill>
              </a:rPr>
              <a:t>dno</a:t>
            </a:r>
            <a:endParaRPr dirty="0" sz="1600" lang="en-US" u="sng">
              <a:solidFill>
                <a:schemeClr val="tx1"/>
              </a:solidFill>
            </a:endParaRPr>
          </a:p>
        </p:txBody>
      </p:sp>
      <p:sp>
        <p:nvSpPr>
          <p:cNvPr id="1048634" name="Oval 16"/>
          <p:cNvSpPr/>
          <p:nvPr/>
        </p:nvSpPr>
        <p:spPr>
          <a:xfrm>
            <a:off x="6400800" y="1676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smtClean="0">
                <a:solidFill>
                  <a:schemeClr val="tx1"/>
                </a:solidFill>
              </a:rPr>
              <a:t>dname</a:t>
            </a:r>
            <a:endParaRPr dirty="0" sz="1600" lang="en-US">
              <a:solidFill>
                <a:schemeClr val="tx1"/>
              </a:solidFill>
            </a:endParaRPr>
          </a:p>
        </p:txBody>
      </p:sp>
      <p:sp>
        <p:nvSpPr>
          <p:cNvPr id="1048635" name="Diamond 17"/>
          <p:cNvSpPr/>
          <p:nvPr/>
        </p:nvSpPr>
        <p:spPr>
          <a:xfrm>
            <a:off x="4038600" y="27432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Manages</a:t>
            </a:r>
            <a:endParaRPr dirty="0" sz="1600" lang="en-US">
              <a:solidFill>
                <a:schemeClr val="tx1"/>
              </a:solidFill>
            </a:endParaRPr>
          </a:p>
        </p:txBody>
      </p:sp>
      <p:sp>
        <p:nvSpPr>
          <p:cNvPr id="1048636" name="Diamond 18"/>
          <p:cNvSpPr/>
          <p:nvPr/>
        </p:nvSpPr>
        <p:spPr>
          <a:xfrm>
            <a:off x="4114800" y="38862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Works_In</a:t>
            </a:r>
            <a:endParaRPr dirty="0" sz="1600" lang="en-US">
              <a:solidFill>
                <a:schemeClr val="tx1"/>
              </a:solidFill>
            </a:endParaRPr>
          </a:p>
        </p:txBody>
      </p:sp>
      <p:cxnSp>
        <p:nvCxnSpPr>
          <p:cNvPr id="3145728" name="Straight Connector 20"/>
          <p:cNvCxnSpPr>
            <a:cxnSpLocks/>
            <a:stCxn id="1048624" idx="2"/>
            <a:endCxn id="1048627" idx="1"/>
          </p:cNvCxnSpPr>
          <p:nvPr/>
        </p:nvCxnSpPr>
        <p:spPr>
          <a:xfrm rot="16200000" flipH="1">
            <a:off x="2730687" y="5460812"/>
            <a:ext cx="306715" cy="6626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29" name="Straight Connector 23"/>
          <p:cNvCxnSpPr>
            <a:cxnSpLocks/>
            <a:stCxn id="1048624" idx="2"/>
            <a:endCxn id="1048626" idx="7"/>
          </p:cNvCxnSpPr>
          <p:nvPr/>
        </p:nvCxnSpPr>
        <p:spPr>
          <a:xfrm rot="5400000">
            <a:off x="2067999" y="5460813"/>
            <a:ext cx="306715" cy="6626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0" name="Straight Connector 30"/>
          <p:cNvCxnSpPr>
            <a:cxnSpLocks/>
            <a:stCxn id="1048625" idx="2"/>
            <a:endCxn id="1048631" idx="0"/>
          </p:cNvCxnSpPr>
          <p:nvPr/>
        </p:nvCxnSpPr>
        <p:spPr>
          <a:xfrm rot="16200000" flipH="1">
            <a:off x="2266950" y="3486150"/>
            <a:ext cx="457200" cy="38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1" name="Straight Connector 39"/>
          <p:cNvCxnSpPr>
            <a:cxnSpLocks/>
            <a:stCxn id="1048631" idx="2"/>
            <a:endCxn id="1048624" idx="0"/>
          </p:cNvCxnSpPr>
          <p:nvPr/>
        </p:nvCxnSpPr>
        <p:spPr>
          <a:xfrm rot="16200000" flipH="1">
            <a:off x="2266950" y="4895850"/>
            <a:ext cx="533400" cy="38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2" name="Straight Connector 42"/>
          <p:cNvCxnSpPr>
            <a:cxnSpLocks/>
            <a:stCxn id="1048625" idx="3"/>
            <a:endCxn id="1048636" idx="1"/>
          </p:cNvCxnSpPr>
          <p:nvPr/>
        </p:nvCxnSpPr>
        <p:spPr>
          <a:xfrm>
            <a:off x="3124200" y="3048000"/>
            <a:ext cx="990600" cy="1295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3" name="Straight Connector 45"/>
          <p:cNvCxnSpPr>
            <a:cxnSpLocks/>
            <a:stCxn id="1048636" idx="3"/>
            <a:endCxn id="1048623" idx="1"/>
          </p:cNvCxnSpPr>
          <p:nvPr/>
        </p:nvCxnSpPr>
        <p:spPr>
          <a:xfrm flipV="1">
            <a:off x="5486400" y="3048000"/>
            <a:ext cx="609600" cy="1295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4" name="Straight Connector 50"/>
          <p:cNvCxnSpPr>
            <a:cxnSpLocks/>
            <a:stCxn id="1048625" idx="3"/>
            <a:endCxn id="1048635" idx="1"/>
          </p:cNvCxnSpPr>
          <p:nvPr/>
        </p:nvCxnSpPr>
        <p:spPr>
          <a:xfrm>
            <a:off x="3124200" y="3048000"/>
            <a:ext cx="914400" cy="152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5" name="Straight Connector 53"/>
          <p:cNvCxnSpPr>
            <a:cxnSpLocks/>
            <a:stCxn id="1048635" idx="3"/>
            <a:endCxn id="1048623" idx="1"/>
          </p:cNvCxnSpPr>
          <p:nvPr/>
        </p:nvCxnSpPr>
        <p:spPr>
          <a:xfrm flipV="1">
            <a:off x="5410200" y="3048000"/>
            <a:ext cx="685800" cy="152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6" name="Straight Connector 56"/>
          <p:cNvCxnSpPr>
            <a:cxnSpLocks/>
            <a:stCxn id="1048629" idx="5"/>
            <a:endCxn id="1048625" idx="0"/>
          </p:cNvCxnSpPr>
          <p:nvPr/>
        </p:nvCxnSpPr>
        <p:spPr>
          <a:xfrm rot="16200000" flipH="1">
            <a:off x="1877498" y="2220397"/>
            <a:ext cx="154315" cy="10436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7" name="Straight Connector 60"/>
          <p:cNvCxnSpPr>
            <a:cxnSpLocks/>
            <a:stCxn id="1048630" idx="4"/>
            <a:endCxn id="1048625" idx="0"/>
          </p:cNvCxnSpPr>
          <p:nvPr/>
        </p:nvCxnSpPr>
        <p:spPr>
          <a:xfrm rot="16200000" flipH="1">
            <a:off x="2247900" y="2590800"/>
            <a:ext cx="381000" cy="76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8" name="Straight Connector 63"/>
          <p:cNvCxnSpPr>
            <a:cxnSpLocks/>
            <a:stCxn id="1048628" idx="3"/>
            <a:endCxn id="1048625" idx="0"/>
          </p:cNvCxnSpPr>
          <p:nvPr/>
        </p:nvCxnSpPr>
        <p:spPr>
          <a:xfrm rot="5400000">
            <a:off x="2774367" y="2214818"/>
            <a:ext cx="306715" cy="9024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39" name="Straight Connector 70"/>
          <p:cNvCxnSpPr>
            <a:cxnSpLocks/>
            <a:stCxn id="1048633" idx="5"/>
            <a:endCxn id="1048623" idx="0"/>
          </p:cNvCxnSpPr>
          <p:nvPr/>
        </p:nvCxnSpPr>
        <p:spPr>
          <a:xfrm rot="16200000" flipH="1">
            <a:off x="6278048" y="2315647"/>
            <a:ext cx="306715" cy="7007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0" name="Straight Connector 73"/>
          <p:cNvCxnSpPr>
            <a:cxnSpLocks/>
            <a:stCxn id="1048634" idx="4"/>
            <a:endCxn id="1048623" idx="0"/>
          </p:cNvCxnSpPr>
          <p:nvPr/>
        </p:nvCxnSpPr>
        <p:spPr>
          <a:xfrm rot="5400000">
            <a:off x="6572250" y="2419350"/>
            <a:ext cx="609600" cy="1905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1" name="Straight Connector 77"/>
          <p:cNvCxnSpPr>
            <a:cxnSpLocks/>
            <a:stCxn id="1048632" idx="3"/>
            <a:endCxn id="1048623" idx="0"/>
          </p:cNvCxnSpPr>
          <p:nvPr/>
        </p:nvCxnSpPr>
        <p:spPr>
          <a:xfrm rot="5400000">
            <a:off x="7136817" y="2310068"/>
            <a:ext cx="154315" cy="864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grpId="0" id="5" nodeType="clickEffect" presetClass="entr" presetID="1" presetSubtype="0">
                                  <p:stCondLst>
                                    <p:cond delay="0"/>
                                  </p:stCondLst>
                                  <p:childTnLst>
                                    <p:set>
                                      <p:cBhvr>
                                        <p:cTn dur="1" fill="hold" id="6">
                                          <p:stCondLst>
                                            <p:cond delay="0"/>
                                          </p:stCondLst>
                                        </p:cTn>
                                        <p:tgtEl>
                                          <p:spTgt spid="1048629"/>
                                        </p:tgtEl>
                                        <p:attrNameLst>
                                          <p:attrName>style.visibility</p:attrName>
                                        </p:attrNameLst>
                                      </p:cBhvr>
                                      <p:to>
                                        <p:strVal val="visible"/>
                                      </p:to>
                                    </p:set>
                                  </p:childTnLst>
                                </p:cTn>
                              </p:par>
                              <p:par>
                                <p:cTn fill="hold" grpId="0" id="7" nodeType="withEffect" presetClass="entr" presetID="1" presetSubtype="0">
                                  <p:stCondLst>
                                    <p:cond delay="0"/>
                                  </p:stCondLst>
                                  <p:childTnLst>
                                    <p:set>
                                      <p:cBhvr>
                                        <p:cTn dur="1" fill="hold" id="8">
                                          <p:stCondLst>
                                            <p:cond delay="0"/>
                                          </p:stCondLst>
                                        </p:cTn>
                                        <p:tgtEl>
                                          <p:spTgt spid="1048630"/>
                                        </p:tgtEl>
                                        <p:attrNameLst>
                                          <p:attrName>style.visibility</p:attrName>
                                        </p:attrNameLst>
                                      </p:cBhvr>
                                      <p:to>
                                        <p:strVal val="visible"/>
                                      </p:to>
                                    </p:set>
                                  </p:childTnLst>
                                </p:cTn>
                              </p:par>
                              <p:par>
                                <p:cTn fill="hold" id="9" nodeType="withEffect" presetClass="entr" presetID="1" presetSubtype="0">
                                  <p:stCondLst>
                                    <p:cond delay="0"/>
                                  </p:stCondLst>
                                  <p:childTnLst>
                                    <p:set>
                                      <p:cBhvr>
                                        <p:cTn dur="1" fill="hold" id="10">
                                          <p:stCondLst>
                                            <p:cond delay="0"/>
                                          </p:stCondLst>
                                        </p:cTn>
                                        <p:tgtEl>
                                          <p:spTgt spid="3145738"/>
                                        </p:tgtEl>
                                        <p:attrNameLst>
                                          <p:attrName>style.visibility</p:attrName>
                                        </p:attrNameLst>
                                      </p:cBhvr>
                                      <p:to>
                                        <p:strVal val="visible"/>
                                      </p:to>
                                    </p:set>
                                  </p:childTnLst>
                                </p:cTn>
                              </p:par>
                              <p:par>
                                <p:cTn fill="hold" grpId="0" id="11" nodeType="withEffect" presetClass="entr" presetID="1" presetSubtype="0">
                                  <p:stCondLst>
                                    <p:cond delay="0"/>
                                  </p:stCondLst>
                                  <p:childTnLst>
                                    <p:set>
                                      <p:cBhvr>
                                        <p:cTn dur="1" fill="hold" id="12">
                                          <p:stCondLst>
                                            <p:cond delay="0"/>
                                          </p:stCondLst>
                                        </p:cTn>
                                        <p:tgtEl>
                                          <p:spTgt spid="1048628"/>
                                        </p:tgtEl>
                                        <p:attrNameLst>
                                          <p:attrName>style.visibility</p:attrName>
                                        </p:attrNameLst>
                                      </p:cBhvr>
                                      <p:to>
                                        <p:strVal val="visible"/>
                                      </p:to>
                                    </p:set>
                                  </p:childTnLst>
                                </p:cTn>
                              </p:par>
                              <p:par>
                                <p:cTn fill="hold" id="13" nodeType="withEffect" presetClass="entr" presetID="1" presetSubtype="0">
                                  <p:stCondLst>
                                    <p:cond delay="0"/>
                                  </p:stCondLst>
                                  <p:childTnLst>
                                    <p:set>
                                      <p:cBhvr>
                                        <p:cTn dur="1" fill="hold" id="14">
                                          <p:stCondLst>
                                            <p:cond delay="0"/>
                                          </p:stCondLst>
                                        </p:cTn>
                                        <p:tgtEl>
                                          <p:spTgt spid="3145736"/>
                                        </p:tgtEl>
                                        <p:attrNameLst>
                                          <p:attrName>style.visibility</p:attrName>
                                        </p:attrNameLst>
                                      </p:cBhvr>
                                      <p:to>
                                        <p:strVal val="visible"/>
                                      </p:to>
                                    </p:set>
                                  </p:childTnLst>
                                </p:cTn>
                              </p:par>
                              <p:par>
                                <p:cTn fill="hold" id="15" nodeType="withEffect" presetClass="entr" presetID="1" presetSubtype="0">
                                  <p:stCondLst>
                                    <p:cond delay="0"/>
                                  </p:stCondLst>
                                  <p:childTnLst>
                                    <p:set>
                                      <p:cBhvr>
                                        <p:cTn dur="1" fill="hold" id="16">
                                          <p:stCondLst>
                                            <p:cond delay="0"/>
                                          </p:stCondLst>
                                        </p:cTn>
                                        <p:tgtEl>
                                          <p:spTgt spid="3145737"/>
                                        </p:tgtEl>
                                        <p:attrNameLst>
                                          <p:attrName>style.visibility</p:attrName>
                                        </p:attrNameLst>
                                      </p:cBhvr>
                                      <p:to>
                                        <p:strVal val="visible"/>
                                      </p:to>
                                    </p:set>
                                  </p:childTnLst>
                                </p:cTn>
                              </p:par>
                              <p:par>
                                <p:cTn fill="hold" grpId="0" id="17" nodeType="withEffect" presetClass="entr" presetID="1" presetSubtype="0">
                                  <p:stCondLst>
                                    <p:cond delay="0"/>
                                  </p:stCondLst>
                                  <p:childTnLst>
                                    <p:set>
                                      <p:cBhvr>
                                        <p:cTn dur="1" fill="hold" id="18">
                                          <p:stCondLst>
                                            <p:cond delay="0"/>
                                          </p:stCondLst>
                                        </p:cTn>
                                        <p:tgtEl>
                                          <p:spTgt spid="1048625"/>
                                        </p:tgtEl>
                                        <p:attrNameLst>
                                          <p:attrName>style.visibility</p:attrName>
                                        </p:attrNameLst>
                                      </p:cBhvr>
                                      <p:to>
                                        <p:strVal val="visible"/>
                                      </p:to>
                                    </p:set>
                                  </p:childTnLst>
                                </p:cTn>
                              </p:par>
                            </p:childTnLst>
                          </p:cTn>
                        </p:par>
                      </p:childTnLst>
                    </p:cTn>
                  </p:par>
                  <p:par>
                    <p:cTn fill="hold" id="19">
                      <p:stCondLst>
                        <p:cond delay="indefinite"/>
                      </p:stCondLst>
                      <p:childTnLst>
                        <p:par>
                          <p:cTn fill="hold" id="20">
                            <p:stCondLst>
                              <p:cond delay="0"/>
                            </p:stCondLst>
                            <p:childTnLst>
                              <p:par>
                                <p:cTn fill="hold" id="21" nodeType="clickEffect" presetClass="entr" presetID="1" presetSubtype="0">
                                  <p:stCondLst>
                                    <p:cond delay="0"/>
                                  </p:stCondLst>
                                  <p:childTnLst>
                                    <p:set>
                                      <p:cBhvr>
                                        <p:cTn dur="1" fill="hold" id="22">
                                          <p:stCondLst>
                                            <p:cond delay="0"/>
                                          </p:stCondLst>
                                        </p:cTn>
                                        <p:tgtEl>
                                          <p:spTgt spid="3145741"/>
                                        </p:tgtEl>
                                        <p:attrNameLst>
                                          <p:attrName>style.visibility</p:attrName>
                                        </p:attrNameLst>
                                      </p:cBhvr>
                                      <p:to>
                                        <p:strVal val="visible"/>
                                      </p:to>
                                    </p:set>
                                  </p:childTnLst>
                                </p:cTn>
                              </p:par>
                              <p:par>
                                <p:cTn fill="hold" id="23" nodeType="withEffect" presetClass="entr" presetID="1" presetSubtype="0">
                                  <p:stCondLst>
                                    <p:cond delay="0"/>
                                  </p:stCondLst>
                                  <p:childTnLst>
                                    <p:set>
                                      <p:cBhvr>
                                        <p:cTn dur="1" fill="hold" id="24">
                                          <p:stCondLst>
                                            <p:cond delay="0"/>
                                          </p:stCondLst>
                                        </p:cTn>
                                        <p:tgtEl>
                                          <p:spTgt spid="3145740"/>
                                        </p:tgtEl>
                                        <p:attrNameLst>
                                          <p:attrName>style.visibility</p:attrName>
                                        </p:attrNameLst>
                                      </p:cBhvr>
                                      <p:to>
                                        <p:strVal val="visible"/>
                                      </p:to>
                                    </p:set>
                                  </p:childTnLst>
                                </p:cTn>
                              </p:par>
                              <p:par>
                                <p:cTn fill="hold" id="25" nodeType="withEffect" presetClass="entr" presetID="1" presetSubtype="0">
                                  <p:stCondLst>
                                    <p:cond delay="0"/>
                                  </p:stCondLst>
                                  <p:childTnLst>
                                    <p:set>
                                      <p:cBhvr>
                                        <p:cTn dur="1" fill="hold" id="26">
                                          <p:stCondLst>
                                            <p:cond delay="0"/>
                                          </p:stCondLst>
                                        </p:cTn>
                                        <p:tgtEl>
                                          <p:spTgt spid="3145739"/>
                                        </p:tgtEl>
                                        <p:attrNameLst>
                                          <p:attrName>style.visibility</p:attrName>
                                        </p:attrNameLst>
                                      </p:cBhvr>
                                      <p:to>
                                        <p:strVal val="visible"/>
                                      </p:to>
                                    </p:set>
                                  </p:childTnLst>
                                </p:cTn>
                              </p:par>
                              <p:par>
                                <p:cTn fill="hold" grpId="0" id="27" nodeType="withEffect" presetClass="entr" presetID="1" presetSubtype="0">
                                  <p:stCondLst>
                                    <p:cond delay="0"/>
                                  </p:stCondLst>
                                  <p:childTnLst>
                                    <p:set>
                                      <p:cBhvr>
                                        <p:cTn dur="1" fill="hold" id="28">
                                          <p:stCondLst>
                                            <p:cond delay="0"/>
                                          </p:stCondLst>
                                        </p:cTn>
                                        <p:tgtEl>
                                          <p:spTgt spid="1048623"/>
                                        </p:tgtEl>
                                        <p:attrNameLst>
                                          <p:attrName>style.visibility</p:attrName>
                                        </p:attrNameLst>
                                      </p:cBhvr>
                                      <p:to>
                                        <p:strVal val="visible"/>
                                      </p:to>
                                    </p:set>
                                  </p:childTnLst>
                                </p:cTn>
                              </p:par>
                              <p:par>
                                <p:cTn fill="hold" grpId="0" id="29" nodeType="withEffect" presetClass="entr" presetID="1" presetSubtype="0">
                                  <p:stCondLst>
                                    <p:cond delay="0"/>
                                  </p:stCondLst>
                                  <p:childTnLst>
                                    <p:set>
                                      <p:cBhvr>
                                        <p:cTn dur="1" fill="hold" id="30">
                                          <p:stCondLst>
                                            <p:cond delay="0"/>
                                          </p:stCondLst>
                                        </p:cTn>
                                        <p:tgtEl>
                                          <p:spTgt spid="1048633"/>
                                        </p:tgtEl>
                                        <p:attrNameLst>
                                          <p:attrName>style.visibility</p:attrName>
                                        </p:attrNameLst>
                                      </p:cBhvr>
                                      <p:to>
                                        <p:strVal val="visible"/>
                                      </p:to>
                                    </p:set>
                                  </p:childTnLst>
                                </p:cTn>
                              </p:par>
                              <p:par>
                                <p:cTn fill="hold" grpId="0" id="31" nodeType="withEffect" presetClass="entr" presetID="1" presetSubtype="0">
                                  <p:stCondLst>
                                    <p:cond delay="0"/>
                                  </p:stCondLst>
                                  <p:childTnLst>
                                    <p:set>
                                      <p:cBhvr>
                                        <p:cTn dur="1" fill="hold" id="32">
                                          <p:stCondLst>
                                            <p:cond delay="0"/>
                                          </p:stCondLst>
                                        </p:cTn>
                                        <p:tgtEl>
                                          <p:spTgt spid="1048634"/>
                                        </p:tgtEl>
                                        <p:attrNameLst>
                                          <p:attrName>style.visibility</p:attrName>
                                        </p:attrNameLst>
                                      </p:cBhvr>
                                      <p:to>
                                        <p:strVal val="visible"/>
                                      </p:to>
                                    </p:set>
                                  </p:childTnLst>
                                </p:cTn>
                              </p:par>
                              <p:par>
                                <p:cTn fill="hold" grpId="0" id="33" nodeType="withEffect" presetClass="entr" presetID="1" presetSubtype="0">
                                  <p:stCondLst>
                                    <p:cond delay="0"/>
                                  </p:stCondLst>
                                  <p:childTnLst>
                                    <p:set>
                                      <p:cBhvr>
                                        <p:cTn dur="1" fill="hold" id="34">
                                          <p:stCondLst>
                                            <p:cond delay="0"/>
                                          </p:stCondLst>
                                        </p:cTn>
                                        <p:tgtEl>
                                          <p:spTgt spid="1048632"/>
                                        </p:tgtEl>
                                        <p:attrNameLst>
                                          <p:attrName>style.visibility</p:attrName>
                                        </p:attrNameLst>
                                      </p:cBhvr>
                                      <p:to>
                                        <p:strVal val="visible"/>
                                      </p:to>
                                    </p:set>
                                  </p:childTnLst>
                                </p:cTn>
                              </p:par>
                            </p:childTnLst>
                          </p:cTn>
                        </p:par>
                      </p:childTnLst>
                    </p:cTn>
                  </p:par>
                  <p:par>
                    <p:cTn fill="hold" id="35">
                      <p:stCondLst>
                        <p:cond delay="indefinite"/>
                      </p:stCondLst>
                      <p:childTnLst>
                        <p:par>
                          <p:cTn fill="hold" id="36">
                            <p:stCondLst>
                              <p:cond delay="0"/>
                            </p:stCondLst>
                            <p:childTnLst>
                              <p:par>
                                <p:cTn fill="hold" grpId="0" id="37" nodeType="clickEffect" presetClass="entr" presetID="1" presetSubtype="0">
                                  <p:stCondLst>
                                    <p:cond delay="0"/>
                                  </p:stCondLst>
                                  <p:childTnLst>
                                    <p:set>
                                      <p:cBhvr>
                                        <p:cTn dur="1" fill="hold" id="38">
                                          <p:stCondLst>
                                            <p:cond delay="0"/>
                                          </p:stCondLst>
                                        </p:cTn>
                                        <p:tgtEl>
                                          <p:spTgt spid="1048624"/>
                                        </p:tgtEl>
                                        <p:attrNameLst>
                                          <p:attrName>style.visibility</p:attrName>
                                        </p:attrNameLst>
                                      </p:cBhvr>
                                      <p:to>
                                        <p:strVal val="visible"/>
                                      </p:to>
                                    </p:set>
                                  </p:childTnLst>
                                </p:cTn>
                              </p:par>
                              <p:par>
                                <p:cTn fill="hold" id="39" nodeType="withEffect" presetClass="entr" presetID="1" presetSubtype="0">
                                  <p:stCondLst>
                                    <p:cond delay="0"/>
                                  </p:stCondLst>
                                  <p:childTnLst>
                                    <p:set>
                                      <p:cBhvr>
                                        <p:cTn dur="1" fill="hold" id="40">
                                          <p:stCondLst>
                                            <p:cond delay="0"/>
                                          </p:stCondLst>
                                        </p:cTn>
                                        <p:tgtEl>
                                          <p:spTgt spid="3145729"/>
                                        </p:tgtEl>
                                        <p:attrNameLst>
                                          <p:attrName>style.visibility</p:attrName>
                                        </p:attrNameLst>
                                      </p:cBhvr>
                                      <p:to>
                                        <p:strVal val="visible"/>
                                      </p:to>
                                    </p:set>
                                  </p:childTnLst>
                                </p:cTn>
                              </p:par>
                              <p:par>
                                <p:cTn fill="hold" id="41" nodeType="withEffect" presetClass="entr" presetID="1" presetSubtype="0">
                                  <p:stCondLst>
                                    <p:cond delay="0"/>
                                  </p:stCondLst>
                                  <p:childTnLst>
                                    <p:set>
                                      <p:cBhvr>
                                        <p:cTn dur="1" fill="hold" id="42">
                                          <p:stCondLst>
                                            <p:cond delay="0"/>
                                          </p:stCondLst>
                                        </p:cTn>
                                        <p:tgtEl>
                                          <p:spTgt spid="3145728"/>
                                        </p:tgtEl>
                                        <p:attrNameLst>
                                          <p:attrName>style.visibility</p:attrName>
                                        </p:attrNameLst>
                                      </p:cBhvr>
                                      <p:to>
                                        <p:strVal val="visible"/>
                                      </p:to>
                                    </p:set>
                                  </p:childTnLst>
                                </p:cTn>
                              </p:par>
                              <p:par>
                                <p:cTn fill="hold" grpId="0" id="43" nodeType="withEffect" presetClass="entr" presetID="1" presetSubtype="0">
                                  <p:stCondLst>
                                    <p:cond delay="0"/>
                                  </p:stCondLst>
                                  <p:childTnLst>
                                    <p:set>
                                      <p:cBhvr>
                                        <p:cTn dur="1" fill="hold" id="44">
                                          <p:stCondLst>
                                            <p:cond delay="0"/>
                                          </p:stCondLst>
                                        </p:cTn>
                                        <p:tgtEl>
                                          <p:spTgt spid="1048626"/>
                                        </p:tgtEl>
                                        <p:attrNameLst>
                                          <p:attrName>style.visibility</p:attrName>
                                        </p:attrNameLst>
                                      </p:cBhvr>
                                      <p:to>
                                        <p:strVal val="visible"/>
                                      </p:to>
                                    </p:set>
                                  </p:childTnLst>
                                </p:cTn>
                              </p:par>
                              <p:par>
                                <p:cTn fill="hold" grpId="0" id="45" nodeType="withEffect" presetClass="entr" presetID="1" presetSubtype="0">
                                  <p:stCondLst>
                                    <p:cond delay="0"/>
                                  </p:stCondLst>
                                  <p:childTnLst>
                                    <p:set>
                                      <p:cBhvr>
                                        <p:cTn dur="1" fill="hold" id="46">
                                          <p:stCondLst>
                                            <p:cond delay="0"/>
                                          </p:stCondLst>
                                        </p:cTn>
                                        <p:tgtEl>
                                          <p:spTgt spid="1048627"/>
                                        </p:tgtEl>
                                        <p:attrNameLst>
                                          <p:attrName>style.visibility</p:attrName>
                                        </p:attrNameLst>
                                      </p:cBhvr>
                                      <p:to>
                                        <p:strVal val="visible"/>
                                      </p:to>
                                    </p:set>
                                  </p:childTnLst>
                                </p:cTn>
                              </p:par>
                            </p:childTnLst>
                          </p:cTn>
                        </p:par>
                      </p:childTnLst>
                    </p:cTn>
                  </p:par>
                  <p:par>
                    <p:cTn fill="hold" id="47">
                      <p:stCondLst>
                        <p:cond delay="indefinite"/>
                      </p:stCondLst>
                      <p:childTnLst>
                        <p:par>
                          <p:cTn fill="hold" id="48">
                            <p:stCondLst>
                              <p:cond delay="0"/>
                            </p:stCondLst>
                            <p:childTnLst>
                              <p:par>
                                <p:cTn fill="hold" id="49" nodeType="clickEffect" presetClass="entr" presetID="1" presetSubtype="0">
                                  <p:stCondLst>
                                    <p:cond delay="0"/>
                                  </p:stCondLst>
                                  <p:childTnLst>
                                    <p:set>
                                      <p:cBhvr>
                                        <p:cTn dur="1" fill="hold" id="50">
                                          <p:stCondLst>
                                            <p:cond delay="0"/>
                                          </p:stCondLst>
                                        </p:cTn>
                                        <p:tgtEl>
                                          <p:spTgt spid="3145732"/>
                                        </p:tgtEl>
                                        <p:attrNameLst>
                                          <p:attrName>style.visibility</p:attrName>
                                        </p:attrNameLst>
                                      </p:cBhvr>
                                      <p:to>
                                        <p:strVal val="visible"/>
                                      </p:to>
                                    </p:set>
                                  </p:childTnLst>
                                </p:cTn>
                              </p:par>
                              <p:par>
                                <p:cTn fill="hold" grpId="0" id="51" nodeType="withEffect" presetClass="entr" presetID="1" presetSubtype="0">
                                  <p:stCondLst>
                                    <p:cond delay="0"/>
                                  </p:stCondLst>
                                  <p:childTnLst>
                                    <p:set>
                                      <p:cBhvr>
                                        <p:cTn dur="1" fill="hold" id="52">
                                          <p:stCondLst>
                                            <p:cond delay="0"/>
                                          </p:stCondLst>
                                        </p:cTn>
                                        <p:tgtEl>
                                          <p:spTgt spid="1048636"/>
                                        </p:tgtEl>
                                        <p:attrNameLst>
                                          <p:attrName>style.visibility</p:attrName>
                                        </p:attrNameLst>
                                      </p:cBhvr>
                                      <p:to>
                                        <p:strVal val="visible"/>
                                      </p:to>
                                    </p:set>
                                  </p:childTnLst>
                                </p:cTn>
                              </p:par>
                              <p:par>
                                <p:cTn fill="hold" id="53" nodeType="withEffect" presetClass="entr" presetID="1" presetSubtype="0">
                                  <p:stCondLst>
                                    <p:cond delay="0"/>
                                  </p:stCondLst>
                                  <p:childTnLst>
                                    <p:set>
                                      <p:cBhvr>
                                        <p:cTn dur="1" fill="hold" id="54">
                                          <p:stCondLst>
                                            <p:cond delay="0"/>
                                          </p:stCondLst>
                                        </p:cTn>
                                        <p:tgtEl>
                                          <p:spTgt spid="3145733"/>
                                        </p:tgtEl>
                                        <p:attrNameLst>
                                          <p:attrName>style.visibility</p:attrName>
                                        </p:attrNameLst>
                                      </p:cBhvr>
                                      <p:to>
                                        <p:strVal val="visible"/>
                                      </p:to>
                                    </p:set>
                                  </p:childTnLst>
                                </p:cTn>
                              </p:par>
                            </p:childTnLst>
                          </p:cTn>
                        </p:par>
                      </p:childTnLst>
                    </p:cTn>
                  </p:par>
                  <p:par>
                    <p:cTn fill="hold" id="55">
                      <p:stCondLst>
                        <p:cond delay="indefinite"/>
                      </p:stCondLst>
                      <p:childTnLst>
                        <p:par>
                          <p:cTn fill="hold" id="56">
                            <p:stCondLst>
                              <p:cond delay="0"/>
                            </p:stCondLst>
                            <p:childTnLst>
                              <p:par>
                                <p:cTn fill="hold" id="57" nodeType="clickEffect" presetClass="entr" presetID="1" presetSubtype="0">
                                  <p:stCondLst>
                                    <p:cond delay="0"/>
                                  </p:stCondLst>
                                  <p:childTnLst>
                                    <p:set>
                                      <p:cBhvr>
                                        <p:cTn dur="1" fill="hold" id="58">
                                          <p:stCondLst>
                                            <p:cond delay="0"/>
                                          </p:stCondLst>
                                        </p:cTn>
                                        <p:tgtEl>
                                          <p:spTgt spid="3145734"/>
                                        </p:tgtEl>
                                        <p:attrNameLst>
                                          <p:attrName>style.visibility</p:attrName>
                                        </p:attrNameLst>
                                      </p:cBhvr>
                                      <p:to>
                                        <p:strVal val="visible"/>
                                      </p:to>
                                    </p:set>
                                  </p:childTnLst>
                                </p:cTn>
                              </p:par>
                              <p:par>
                                <p:cTn fill="hold" grpId="0" id="59" nodeType="withEffect" presetClass="entr" presetID="1" presetSubtype="0">
                                  <p:stCondLst>
                                    <p:cond delay="0"/>
                                  </p:stCondLst>
                                  <p:childTnLst>
                                    <p:set>
                                      <p:cBhvr>
                                        <p:cTn dur="1" fill="hold" id="60">
                                          <p:stCondLst>
                                            <p:cond delay="0"/>
                                          </p:stCondLst>
                                        </p:cTn>
                                        <p:tgtEl>
                                          <p:spTgt spid="1048635"/>
                                        </p:tgtEl>
                                        <p:attrNameLst>
                                          <p:attrName>style.visibility</p:attrName>
                                        </p:attrNameLst>
                                      </p:cBhvr>
                                      <p:to>
                                        <p:strVal val="visible"/>
                                      </p:to>
                                    </p:set>
                                  </p:childTnLst>
                                </p:cTn>
                              </p:par>
                              <p:par>
                                <p:cTn fill="hold" id="61" nodeType="withEffect" presetClass="entr" presetID="1" presetSubtype="0">
                                  <p:stCondLst>
                                    <p:cond delay="0"/>
                                  </p:stCondLst>
                                  <p:childTnLst>
                                    <p:set>
                                      <p:cBhvr>
                                        <p:cTn dur="1" fill="hold" id="62">
                                          <p:stCondLst>
                                            <p:cond delay="0"/>
                                          </p:stCondLst>
                                        </p:cTn>
                                        <p:tgtEl>
                                          <p:spTgt spid="3145735"/>
                                        </p:tgtEl>
                                        <p:attrNameLst>
                                          <p:attrName>style.visibility</p:attrName>
                                        </p:attrNameLst>
                                      </p:cBhvr>
                                      <p:to>
                                        <p:strVal val="visible"/>
                                      </p:to>
                                    </p:set>
                                  </p:childTnLst>
                                </p:cTn>
                              </p:par>
                            </p:childTnLst>
                          </p:cTn>
                        </p:par>
                      </p:childTnLst>
                    </p:cTn>
                  </p:par>
                  <p:par>
                    <p:cTn fill="hold" id="63">
                      <p:stCondLst>
                        <p:cond delay="indefinite"/>
                      </p:stCondLst>
                      <p:childTnLst>
                        <p:par>
                          <p:cTn fill="hold" id="64">
                            <p:stCondLst>
                              <p:cond delay="0"/>
                            </p:stCondLst>
                            <p:childTnLst>
                              <p:par>
                                <p:cTn fill="hold" id="65" nodeType="clickEffect" presetClass="entr" presetID="1" presetSubtype="0">
                                  <p:stCondLst>
                                    <p:cond delay="0"/>
                                  </p:stCondLst>
                                  <p:childTnLst>
                                    <p:set>
                                      <p:cBhvr>
                                        <p:cTn dur="1" fill="hold" id="66">
                                          <p:stCondLst>
                                            <p:cond delay="0"/>
                                          </p:stCondLst>
                                        </p:cTn>
                                        <p:tgtEl>
                                          <p:spTgt spid="3145730"/>
                                        </p:tgtEl>
                                        <p:attrNameLst>
                                          <p:attrName>style.visibility</p:attrName>
                                        </p:attrNameLst>
                                      </p:cBhvr>
                                      <p:to>
                                        <p:strVal val="visible"/>
                                      </p:to>
                                    </p:set>
                                  </p:childTnLst>
                                </p:cTn>
                              </p:par>
                              <p:par>
                                <p:cTn fill="hold" grpId="0" id="67" nodeType="withEffect" presetClass="entr" presetID="1" presetSubtype="0">
                                  <p:stCondLst>
                                    <p:cond delay="0"/>
                                  </p:stCondLst>
                                  <p:childTnLst>
                                    <p:set>
                                      <p:cBhvr>
                                        <p:cTn dur="1" fill="hold" id="68">
                                          <p:stCondLst>
                                            <p:cond delay="0"/>
                                          </p:stCondLst>
                                        </p:cTn>
                                        <p:tgtEl>
                                          <p:spTgt spid="1048631"/>
                                        </p:tgtEl>
                                        <p:attrNameLst>
                                          <p:attrName>style.visibility</p:attrName>
                                        </p:attrNameLst>
                                      </p:cBhvr>
                                      <p:to>
                                        <p:strVal val="visible"/>
                                      </p:to>
                                    </p:set>
                                  </p:childTnLst>
                                </p:cTn>
                              </p:par>
                              <p:par>
                                <p:cTn fill="hold" id="69" nodeType="withEffect" presetClass="entr" presetID="1" presetSubtype="0">
                                  <p:stCondLst>
                                    <p:cond delay="0"/>
                                  </p:stCondLst>
                                  <p:childTnLst>
                                    <p:set>
                                      <p:cBhvr>
                                        <p:cTn dur="1" fill="hold" id="70">
                                          <p:stCondLst>
                                            <p:cond delay="0"/>
                                          </p:stCondLst>
                                        </p:cTn>
                                        <p:tgtEl>
                                          <p:spTgt spid="31457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8623" grpId="0" animBg="1"/>
      <p:bldP spid="1048624" grpId="0" animBg="1"/>
      <p:bldP spid="1048625" grpId="0" animBg="1"/>
      <p:bldP spid="1048626" grpId="0" animBg="1"/>
      <p:bldP spid="1048627" grpId="0" animBg="1"/>
      <p:bldP spid="1048628" grpId="0" animBg="1"/>
      <p:bldP spid="1048629" grpId="0" animBg="1"/>
      <p:bldP spid="1048630" grpId="0" animBg="1"/>
      <p:bldP spid="1048631" grpId="0" animBg="1"/>
      <p:bldP spid="1048632" grpId="0" animBg="1"/>
      <p:bldP spid="1048633" grpId="0" animBg="1"/>
      <p:bldP spid="1048634" grpId="0" animBg="1"/>
      <p:bldP spid="1048635" grpId="0" animBg="1"/>
      <p:bldP spid="104863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73" name=""/>
        <p:cNvGrpSpPr/>
        <p:nvPr/>
      </p:nvGrpSpPr>
      <p:grpSpPr>
        <a:xfrm>
          <a:off x="0" y="0"/>
          <a:ext cx="0" cy="0"/>
          <a:chOff x="0" y="0"/>
          <a:chExt cx="0" cy="0"/>
        </a:xfrm>
      </p:grpSpPr>
      <p:sp>
        <p:nvSpPr>
          <p:cNvPr id="1048637" name="Title 1"/>
          <p:cNvSpPr>
            <a:spLocks noGrp="1"/>
          </p:cNvSpPr>
          <p:nvPr>
            <p:ph type="title"/>
          </p:nvPr>
        </p:nvSpPr>
        <p:spPr/>
        <p:txBody>
          <a:bodyPr/>
          <a:p>
            <a:pPr algn="l"/>
            <a:r>
              <a:rPr dirty="0" lang="en-US" smtClean="0"/>
              <a:t>Exercise 2.4</a:t>
            </a:r>
            <a:endParaRPr dirty="0" lang="en-US"/>
          </a:p>
        </p:txBody>
      </p:sp>
      <p:sp>
        <p:nvSpPr>
          <p:cNvPr id="1048638" name="Content Placeholder 2"/>
          <p:cNvSpPr>
            <a:spLocks noGrp="1"/>
          </p:cNvSpPr>
          <p:nvPr>
            <p:ph sz="quarter" idx="1"/>
          </p:nvPr>
        </p:nvSpPr>
        <p:spPr>
          <a:xfrm>
            <a:off x="457200" y="1371600"/>
            <a:ext cx="8229600" cy="5105400"/>
          </a:xfrm>
        </p:spPr>
        <p:txBody>
          <a:bodyPr>
            <a:normAutofit/>
          </a:bodyPr>
          <a:p>
            <a:pPr>
              <a:buNone/>
            </a:pPr>
            <a:r>
              <a:rPr b="1" dirty="0" lang="en-US" smtClean="0"/>
              <a:t>Solution</a:t>
            </a:r>
          </a:p>
          <a:p>
            <a:r>
              <a:rPr dirty="0" lang="en-US" smtClean="0"/>
              <a:t>Now, we will design the constraints.</a:t>
            </a:r>
          </a:p>
          <a:p>
            <a:pPr lvl="1"/>
            <a:r>
              <a:rPr dirty="0" lang="en-US" smtClean="0"/>
              <a:t>“…</a:t>
            </a:r>
            <a:r>
              <a:rPr dirty="0" i="1" lang="en-US" smtClean="0"/>
              <a:t>each </a:t>
            </a:r>
            <a:r>
              <a:rPr dirty="0" i="1" lang="en-US"/>
              <a:t>department is managed by </a:t>
            </a:r>
            <a:r>
              <a:rPr b="1" dirty="0" i="1" lang="en-US" smtClean="0"/>
              <a:t>an</a:t>
            </a:r>
            <a:r>
              <a:rPr dirty="0" i="1" lang="en-US" smtClean="0"/>
              <a:t> </a:t>
            </a:r>
            <a:r>
              <a:rPr dirty="0" lang="en-US" smtClean="0"/>
              <a:t>employee…”</a:t>
            </a:r>
          </a:p>
          <a:p>
            <a:pPr lvl="1"/>
            <a:r>
              <a:rPr dirty="0" lang="en-US" smtClean="0"/>
              <a:t>“…a </a:t>
            </a:r>
            <a:r>
              <a:rPr dirty="0" lang="en-US"/>
              <a:t>child must be identified uniquely by </a:t>
            </a:r>
            <a:r>
              <a:rPr dirty="0" i="1" lang="en-US"/>
              <a:t>name when the parent (who is </a:t>
            </a:r>
            <a:r>
              <a:rPr dirty="0" i="1" lang="en-US" smtClean="0"/>
              <a:t>an </a:t>
            </a:r>
            <a:r>
              <a:rPr dirty="0" lang="en-US" smtClean="0"/>
              <a:t>employee</a:t>
            </a:r>
            <a:r>
              <a:rPr dirty="0" lang="en-US"/>
              <a:t>; assume that only one parent works for the company) is known. </a:t>
            </a:r>
            <a:r>
              <a:rPr dirty="0" lang="en-US" smtClean="0"/>
              <a:t>“</a:t>
            </a:r>
          </a:p>
          <a:p>
            <a:pPr lvl="1"/>
            <a:r>
              <a:rPr dirty="0" lang="en-US" smtClean="0"/>
              <a:t>“We </a:t>
            </a:r>
            <a:r>
              <a:rPr dirty="0" lang="en-US"/>
              <a:t>are </a:t>
            </a:r>
            <a:r>
              <a:rPr dirty="0" lang="en-US" smtClean="0"/>
              <a:t>not interested </a:t>
            </a:r>
            <a:r>
              <a:rPr dirty="0" lang="en-US"/>
              <a:t>in information about a child once the parent leaves the </a:t>
            </a:r>
            <a:r>
              <a:rPr dirty="0" lang="en-US" smtClean="0"/>
              <a:t>company.”</a:t>
            </a:r>
          </a:p>
        </p:txBody>
      </p: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id="5" nodeType="clickEffect" presetClass="entr" presetID="1" presetSubtype="0">
                                  <p:stCondLst>
                                    <p:cond delay="0"/>
                                  </p:stCondLst>
                                  <p:childTnLst>
                                    <p:set>
                                      <p:cBhvr>
                                        <p:cTn dur="1" fill="hold" id="6">
                                          <p:stCondLst>
                                            <p:cond delay="0"/>
                                          </p:stCondLst>
                                        </p:cTn>
                                        <p:tgtEl>
                                          <p:spTgt spid="1048638">
                                            <p:txEl>
                                              <p:pRg st="2" end="2"/>
                                            </p:txEl>
                                          </p:spTgt>
                                        </p:tgtEl>
                                        <p:attrNameLst>
                                          <p:attrName>style.visibility</p:attrName>
                                        </p:attrNameLst>
                                      </p:cBhvr>
                                      <p:to>
                                        <p:strVal val="visible"/>
                                      </p:to>
                                    </p:set>
                                  </p:childTnLst>
                                </p:cTn>
                              </p:par>
                            </p:childTnLst>
                          </p:cTn>
                        </p:par>
                      </p:childTnLst>
                    </p:cTn>
                  </p:par>
                  <p:par>
                    <p:cTn fill="hold" id="7">
                      <p:stCondLst>
                        <p:cond delay="indefinite"/>
                      </p:stCondLst>
                      <p:childTnLst>
                        <p:par>
                          <p:cTn fill="hold" id="8">
                            <p:stCondLst>
                              <p:cond delay="0"/>
                            </p:stCondLst>
                            <p:childTnLst>
                              <p:par>
                                <p:cTn fill="hold" id="9" nodeType="clickEffect" presetClass="entr" presetID="1" presetSubtype="0">
                                  <p:stCondLst>
                                    <p:cond delay="0"/>
                                  </p:stCondLst>
                                  <p:childTnLst>
                                    <p:set>
                                      <p:cBhvr>
                                        <p:cTn dur="1" fill="hold" id="10">
                                          <p:stCondLst>
                                            <p:cond delay="0"/>
                                          </p:stCondLst>
                                        </p:cTn>
                                        <p:tgtEl>
                                          <p:spTgt spid="1048638">
                                            <p:txEl>
                                              <p:pRg st="3" end="3"/>
                                            </p:txEl>
                                          </p:spTgt>
                                        </p:tgtEl>
                                        <p:attrNameLst>
                                          <p:attrName>style.visibility</p:attrName>
                                        </p:attrNameLst>
                                      </p:cBhvr>
                                      <p:to>
                                        <p:strVal val="visible"/>
                                      </p:to>
                                    </p:set>
                                  </p:childTnLst>
                                </p:cTn>
                              </p:par>
                            </p:childTnLst>
                          </p:cTn>
                        </p:par>
                      </p:childTnLst>
                    </p:cTn>
                  </p:par>
                  <p:par>
                    <p:cTn fill="hold" id="11">
                      <p:stCondLst>
                        <p:cond delay="indefinite"/>
                      </p:stCondLst>
                      <p:childTnLst>
                        <p:par>
                          <p:cTn fill="hold" id="12">
                            <p:stCondLst>
                              <p:cond delay="0"/>
                            </p:stCondLst>
                            <p:childTnLst>
                              <p:par>
                                <p:cTn fill="hold" id="13" nodeType="clickEffect" presetClass="entr" presetID="1" presetSubtype="0">
                                  <p:stCondLst>
                                    <p:cond delay="0"/>
                                  </p:stCondLst>
                                  <p:childTnLst>
                                    <p:set>
                                      <p:cBhvr>
                                        <p:cTn dur="1" fill="hold" id="14">
                                          <p:stCondLst>
                                            <p:cond delay="0"/>
                                          </p:stCondLst>
                                        </p:cTn>
                                        <p:tgtEl>
                                          <p:spTgt spid="104863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74" name=""/>
        <p:cNvGrpSpPr/>
        <p:nvPr/>
      </p:nvGrpSpPr>
      <p:grpSpPr>
        <a:xfrm>
          <a:off x="0" y="0"/>
          <a:ext cx="0" cy="0"/>
          <a:chOff x="0" y="0"/>
          <a:chExt cx="0" cy="0"/>
        </a:xfrm>
      </p:grpSpPr>
      <p:sp>
        <p:nvSpPr>
          <p:cNvPr id="1048639" name="Title 1"/>
          <p:cNvSpPr>
            <a:spLocks noGrp="1"/>
          </p:cNvSpPr>
          <p:nvPr>
            <p:ph type="title"/>
          </p:nvPr>
        </p:nvSpPr>
        <p:spPr/>
        <p:txBody>
          <a:bodyPr/>
          <a:p>
            <a:pPr algn="l"/>
            <a:r>
              <a:rPr dirty="0" lang="en-US" smtClean="0"/>
              <a:t>Exercise 2.4</a:t>
            </a:r>
            <a:endParaRPr dirty="0" lang="en-US"/>
          </a:p>
        </p:txBody>
      </p:sp>
      <p:sp>
        <p:nvSpPr>
          <p:cNvPr id="1048640" name="Content Placeholder 2"/>
          <p:cNvSpPr>
            <a:spLocks noGrp="1"/>
          </p:cNvSpPr>
          <p:nvPr>
            <p:ph sz="quarter" idx="1"/>
          </p:nvPr>
        </p:nvSpPr>
        <p:spPr>
          <a:xfrm>
            <a:off x="457200" y="1371600"/>
            <a:ext cx="8229600" cy="5105400"/>
          </a:xfrm>
        </p:spPr>
        <p:txBody>
          <a:bodyPr>
            <a:normAutofit/>
          </a:bodyPr>
          <a:p>
            <a:pPr>
              <a:buNone/>
            </a:pPr>
            <a:r>
              <a:rPr b="1" dirty="0" lang="en-US" smtClean="0"/>
              <a:t>Solution</a:t>
            </a:r>
          </a:p>
        </p:txBody>
      </p:sp>
      <p:sp>
        <p:nvSpPr>
          <p:cNvPr id="1048641" name="Rectangle 5"/>
          <p:cNvSpPr/>
          <p:nvPr/>
        </p:nvSpPr>
        <p:spPr>
          <a:xfrm>
            <a:off x="6096000" y="28194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Departments</a:t>
            </a:r>
            <a:endParaRPr dirty="0" sz="1600" lang="en-US">
              <a:solidFill>
                <a:schemeClr val="tx1"/>
              </a:solidFill>
            </a:endParaRPr>
          </a:p>
        </p:txBody>
      </p:sp>
      <p:sp>
        <p:nvSpPr>
          <p:cNvPr id="1048642" name="Rectangle 6"/>
          <p:cNvSpPr/>
          <p:nvPr/>
        </p:nvSpPr>
        <p:spPr>
          <a:xfrm>
            <a:off x="1905000" y="5181600"/>
            <a:ext cx="12954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Child</a:t>
            </a:r>
            <a:endParaRPr dirty="0" sz="1600" lang="en-US">
              <a:solidFill>
                <a:schemeClr val="tx1"/>
              </a:solidFill>
            </a:endParaRPr>
          </a:p>
        </p:txBody>
      </p:sp>
      <p:sp>
        <p:nvSpPr>
          <p:cNvPr id="1048643" name="Rectangle 7"/>
          <p:cNvSpPr/>
          <p:nvPr/>
        </p:nvSpPr>
        <p:spPr>
          <a:xfrm>
            <a:off x="1828800" y="2819400"/>
            <a:ext cx="12954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Employees</a:t>
            </a:r>
            <a:endParaRPr dirty="0" sz="1600" lang="en-US">
              <a:solidFill>
                <a:schemeClr val="tx1"/>
              </a:solidFill>
            </a:endParaRPr>
          </a:p>
        </p:txBody>
      </p:sp>
      <p:sp>
        <p:nvSpPr>
          <p:cNvPr id="1048644" name="Oval 8"/>
          <p:cNvSpPr/>
          <p:nvPr/>
        </p:nvSpPr>
        <p:spPr>
          <a:xfrm>
            <a:off x="914400" y="586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645" name="Oval 9"/>
          <p:cNvSpPr/>
          <p:nvPr/>
        </p:nvSpPr>
        <p:spPr>
          <a:xfrm>
            <a:off x="3048000" y="586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age</a:t>
            </a:r>
            <a:endParaRPr dirty="0" sz="1600" lang="en-US">
              <a:solidFill>
                <a:schemeClr val="tx1"/>
              </a:solidFill>
            </a:endParaRPr>
          </a:p>
        </p:txBody>
      </p:sp>
      <p:sp>
        <p:nvSpPr>
          <p:cNvPr id="1048646" name="Oval 10"/>
          <p:cNvSpPr/>
          <p:nvPr/>
        </p:nvSpPr>
        <p:spPr>
          <a:xfrm>
            <a:off x="3200400" y="2057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phone</a:t>
            </a:r>
            <a:endParaRPr dirty="0" sz="1600" lang="en-US">
              <a:solidFill>
                <a:schemeClr val="tx1"/>
              </a:solidFill>
            </a:endParaRPr>
          </a:p>
        </p:txBody>
      </p:sp>
      <p:sp>
        <p:nvSpPr>
          <p:cNvPr id="1048647" name="Oval 11"/>
          <p:cNvSpPr/>
          <p:nvPr/>
        </p:nvSpPr>
        <p:spPr>
          <a:xfrm>
            <a:off x="457200" y="22098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u="sng" smtClean="0">
                <a:solidFill>
                  <a:schemeClr val="tx1"/>
                </a:solidFill>
              </a:rPr>
              <a:t>ssn</a:t>
            </a:r>
            <a:endParaRPr dirty="0" sz="1600" lang="en-US" u="sng">
              <a:solidFill>
                <a:schemeClr val="tx1"/>
              </a:solidFill>
            </a:endParaRPr>
          </a:p>
        </p:txBody>
      </p:sp>
      <p:sp>
        <p:nvSpPr>
          <p:cNvPr id="1048648" name="Oval 12"/>
          <p:cNvSpPr/>
          <p:nvPr/>
        </p:nvSpPr>
        <p:spPr>
          <a:xfrm>
            <a:off x="1828800" y="19050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salary</a:t>
            </a:r>
            <a:endParaRPr dirty="0" sz="1600" lang="en-US">
              <a:solidFill>
                <a:schemeClr val="tx1"/>
              </a:solidFill>
            </a:endParaRPr>
          </a:p>
        </p:txBody>
      </p:sp>
      <p:sp>
        <p:nvSpPr>
          <p:cNvPr id="1048649" name="Diamond 13"/>
          <p:cNvSpPr/>
          <p:nvPr/>
        </p:nvSpPr>
        <p:spPr>
          <a:xfrm>
            <a:off x="1828800" y="37338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Dependent</a:t>
            </a:r>
            <a:endParaRPr dirty="0" sz="1600" lang="en-US">
              <a:solidFill>
                <a:schemeClr val="tx1"/>
              </a:solidFill>
            </a:endParaRPr>
          </a:p>
        </p:txBody>
      </p:sp>
      <p:sp>
        <p:nvSpPr>
          <p:cNvPr id="1048650" name="Oval 14"/>
          <p:cNvSpPr/>
          <p:nvPr/>
        </p:nvSpPr>
        <p:spPr>
          <a:xfrm>
            <a:off x="7467600" y="2209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budget</a:t>
            </a:r>
            <a:endParaRPr dirty="0" sz="1600" lang="en-US">
              <a:solidFill>
                <a:schemeClr val="tx1"/>
              </a:solidFill>
            </a:endParaRPr>
          </a:p>
        </p:txBody>
      </p:sp>
      <p:sp>
        <p:nvSpPr>
          <p:cNvPr id="1048651" name="Oval 15"/>
          <p:cNvSpPr/>
          <p:nvPr/>
        </p:nvSpPr>
        <p:spPr>
          <a:xfrm>
            <a:off x="5105400" y="205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u="sng" smtClean="0">
                <a:solidFill>
                  <a:schemeClr val="tx1"/>
                </a:solidFill>
              </a:rPr>
              <a:t>dno</a:t>
            </a:r>
            <a:endParaRPr dirty="0" sz="1600" lang="en-US" u="sng">
              <a:solidFill>
                <a:schemeClr val="tx1"/>
              </a:solidFill>
            </a:endParaRPr>
          </a:p>
        </p:txBody>
      </p:sp>
      <p:sp>
        <p:nvSpPr>
          <p:cNvPr id="1048652" name="Oval 16"/>
          <p:cNvSpPr/>
          <p:nvPr/>
        </p:nvSpPr>
        <p:spPr>
          <a:xfrm>
            <a:off x="6400800" y="1676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smtClean="0">
                <a:solidFill>
                  <a:schemeClr val="tx1"/>
                </a:solidFill>
              </a:rPr>
              <a:t>dname</a:t>
            </a:r>
            <a:endParaRPr dirty="0" sz="1600" lang="en-US">
              <a:solidFill>
                <a:schemeClr val="tx1"/>
              </a:solidFill>
            </a:endParaRPr>
          </a:p>
        </p:txBody>
      </p:sp>
      <p:sp>
        <p:nvSpPr>
          <p:cNvPr id="1048653" name="Diamond 17"/>
          <p:cNvSpPr/>
          <p:nvPr/>
        </p:nvSpPr>
        <p:spPr>
          <a:xfrm>
            <a:off x="4038600" y="27432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Manages</a:t>
            </a:r>
            <a:endParaRPr dirty="0" sz="1600" lang="en-US">
              <a:solidFill>
                <a:schemeClr val="tx1"/>
              </a:solidFill>
            </a:endParaRPr>
          </a:p>
        </p:txBody>
      </p:sp>
      <p:sp>
        <p:nvSpPr>
          <p:cNvPr id="1048654" name="Diamond 18"/>
          <p:cNvSpPr/>
          <p:nvPr/>
        </p:nvSpPr>
        <p:spPr>
          <a:xfrm>
            <a:off x="4114800" y="38862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Works_In</a:t>
            </a:r>
            <a:endParaRPr dirty="0" sz="1600" lang="en-US">
              <a:solidFill>
                <a:schemeClr val="tx1"/>
              </a:solidFill>
            </a:endParaRPr>
          </a:p>
        </p:txBody>
      </p:sp>
      <p:cxnSp>
        <p:nvCxnSpPr>
          <p:cNvPr id="3145742" name="Straight Connector 20"/>
          <p:cNvCxnSpPr>
            <a:cxnSpLocks/>
            <a:stCxn id="1048642" idx="2"/>
            <a:endCxn id="1048645" idx="1"/>
          </p:cNvCxnSpPr>
          <p:nvPr/>
        </p:nvCxnSpPr>
        <p:spPr>
          <a:xfrm rot="16200000" flipH="1">
            <a:off x="2730687" y="5460812"/>
            <a:ext cx="306715" cy="6626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3" name="Straight Connector 23"/>
          <p:cNvCxnSpPr>
            <a:cxnSpLocks/>
            <a:stCxn id="1048642" idx="2"/>
            <a:endCxn id="1048644" idx="7"/>
          </p:cNvCxnSpPr>
          <p:nvPr/>
        </p:nvCxnSpPr>
        <p:spPr>
          <a:xfrm rot="5400000">
            <a:off x="2067999" y="5460813"/>
            <a:ext cx="306715" cy="6626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4" name="Straight Connector 30"/>
          <p:cNvCxnSpPr>
            <a:cxnSpLocks/>
            <a:stCxn id="1048643" idx="2"/>
            <a:endCxn id="1048649" idx="0"/>
          </p:cNvCxnSpPr>
          <p:nvPr/>
        </p:nvCxnSpPr>
        <p:spPr>
          <a:xfrm rot="16200000" flipH="1">
            <a:off x="2266950" y="3486150"/>
            <a:ext cx="457200" cy="38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5" name="Straight Connector 39"/>
          <p:cNvCxnSpPr>
            <a:cxnSpLocks/>
            <a:stCxn id="1048649" idx="2"/>
            <a:endCxn id="1048642" idx="0"/>
          </p:cNvCxnSpPr>
          <p:nvPr/>
        </p:nvCxnSpPr>
        <p:spPr>
          <a:xfrm rot="16200000" flipH="1">
            <a:off x="2266950" y="4895850"/>
            <a:ext cx="533400" cy="38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6" name="Straight Connector 42"/>
          <p:cNvCxnSpPr>
            <a:cxnSpLocks/>
            <a:stCxn id="1048643" idx="3"/>
            <a:endCxn id="1048654" idx="1"/>
          </p:cNvCxnSpPr>
          <p:nvPr/>
        </p:nvCxnSpPr>
        <p:spPr>
          <a:xfrm>
            <a:off x="3124200" y="3048000"/>
            <a:ext cx="990600" cy="1295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7" name="Straight Connector 45"/>
          <p:cNvCxnSpPr>
            <a:cxnSpLocks/>
            <a:stCxn id="1048654" idx="3"/>
            <a:endCxn id="1048641" idx="1"/>
          </p:cNvCxnSpPr>
          <p:nvPr/>
        </p:nvCxnSpPr>
        <p:spPr>
          <a:xfrm flipV="1">
            <a:off x="5486400" y="3048000"/>
            <a:ext cx="609600" cy="1295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8" name="Straight Connector 50"/>
          <p:cNvCxnSpPr>
            <a:cxnSpLocks/>
            <a:stCxn id="1048643" idx="3"/>
            <a:endCxn id="1048653" idx="1"/>
          </p:cNvCxnSpPr>
          <p:nvPr/>
        </p:nvCxnSpPr>
        <p:spPr>
          <a:xfrm>
            <a:off x="3124200" y="3048000"/>
            <a:ext cx="914400" cy="152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49" name="Straight Connector 53"/>
          <p:cNvCxnSpPr>
            <a:cxnSpLocks/>
            <a:stCxn id="1048653" idx="3"/>
            <a:endCxn id="1048641" idx="1"/>
          </p:cNvCxnSpPr>
          <p:nvPr/>
        </p:nvCxnSpPr>
        <p:spPr>
          <a:xfrm flipV="1">
            <a:off x="5410200" y="3048000"/>
            <a:ext cx="685800" cy="1524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0" name="Straight Connector 56"/>
          <p:cNvCxnSpPr>
            <a:cxnSpLocks/>
            <a:stCxn id="1048647" idx="5"/>
            <a:endCxn id="1048643" idx="0"/>
          </p:cNvCxnSpPr>
          <p:nvPr/>
        </p:nvCxnSpPr>
        <p:spPr>
          <a:xfrm rot="16200000" flipH="1">
            <a:off x="1877498" y="2220397"/>
            <a:ext cx="154315" cy="10436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1" name="Straight Connector 60"/>
          <p:cNvCxnSpPr>
            <a:cxnSpLocks/>
            <a:stCxn id="1048648" idx="4"/>
            <a:endCxn id="1048643" idx="0"/>
          </p:cNvCxnSpPr>
          <p:nvPr/>
        </p:nvCxnSpPr>
        <p:spPr>
          <a:xfrm rot="16200000" flipH="1">
            <a:off x="2247900" y="2590800"/>
            <a:ext cx="381000" cy="76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2" name="Straight Connector 63"/>
          <p:cNvCxnSpPr>
            <a:cxnSpLocks/>
            <a:stCxn id="1048646" idx="3"/>
            <a:endCxn id="1048643" idx="0"/>
          </p:cNvCxnSpPr>
          <p:nvPr/>
        </p:nvCxnSpPr>
        <p:spPr>
          <a:xfrm rot="5400000">
            <a:off x="2774367" y="2214818"/>
            <a:ext cx="306715" cy="9024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3" name="Straight Connector 70"/>
          <p:cNvCxnSpPr>
            <a:cxnSpLocks/>
            <a:stCxn id="1048651" idx="5"/>
            <a:endCxn id="1048641" idx="0"/>
          </p:cNvCxnSpPr>
          <p:nvPr/>
        </p:nvCxnSpPr>
        <p:spPr>
          <a:xfrm rot="16200000" flipH="1">
            <a:off x="6278048" y="2315647"/>
            <a:ext cx="306715" cy="700789"/>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4" name="Straight Connector 73"/>
          <p:cNvCxnSpPr>
            <a:cxnSpLocks/>
            <a:stCxn id="1048652" idx="4"/>
            <a:endCxn id="1048641" idx="0"/>
          </p:cNvCxnSpPr>
          <p:nvPr/>
        </p:nvCxnSpPr>
        <p:spPr>
          <a:xfrm rot="5400000">
            <a:off x="6572250" y="2419350"/>
            <a:ext cx="609600" cy="1905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5" name="Straight Connector 77"/>
          <p:cNvCxnSpPr>
            <a:cxnSpLocks/>
            <a:stCxn id="1048650" idx="3"/>
            <a:endCxn id="1048641" idx="0"/>
          </p:cNvCxnSpPr>
          <p:nvPr/>
        </p:nvCxnSpPr>
        <p:spPr>
          <a:xfrm rot="5400000">
            <a:off x="7136817" y="2310068"/>
            <a:ext cx="154315" cy="864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6" name="Straight Arrow Connector 34"/>
          <p:cNvCxnSpPr>
            <a:cxnSpLocks/>
            <a:stCxn id="1048641" idx="1"/>
            <a:endCxn id="1048653" idx="3"/>
          </p:cNvCxnSpPr>
          <p:nvPr/>
        </p:nvCxnSpPr>
        <p:spPr>
          <a:xfrm rot="10800000" flipV="1">
            <a:off x="5410200" y="3048000"/>
            <a:ext cx="685800" cy="152400"/>
          </a:xfrm>
          <a:prstGeom prst="straightConnector1"/>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45757" name="Straight Arrow Connector 44"/>
          <p:cNvCxnSpPr>
            <a:cxnSpLocks/>
            <a:stCxn id="1048655" idx="0"/>
            <a:endCxn id="1048656" idx="2"/>
          </p:cNvCxnSpPr>
          <p:nvPr/>
        </p:nvCxnSpPr>
        <p:spPr>
          <a:xfrm rot="16200000" flipV="1">
            <a:off x="2266950" y="4895850"/>
            <a:ext cx="533400" cy="38100"/>
          </a:xfrm>
          <a:prstGeom prst="straightConnector1"/>
          <a:ln w="317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48655" name="Rectangle 46"/>
          <p:cNvSpPr/>
          <p:nvPr/>
        </p:nvSpPr>
        <p:spPr>
          <a:xfrm>
            <a:off x="1905000" y="5181600"/>
            <a:ext cx="1295400" cy="457200"/>
          </a:xfrm>
          <a:prstGeom prst="rect"/>
          <a:solidFill>
            <a:schemeClr val="bg1"/>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Child</a:t>
            </a:r>
            <a:endParaRPr dirty="0" sz="1600" lang="en-US">
              <a:solidFill>
                <a:schemeClr val="tx1"/>
              </a:solidFill>
            </a:endParaRPr>
          </a:p>
        </p:txBody>
      </p:sp>
      <p:sp>
        <p:nvSpPr>
          <p:cNvPr id="1048656" name="Diamond 47"/>
          <p:cNvSpPr/>
          <p:nvPr/>
        </p:nvSpPr>
        <p:spPr>
          <a:xfrm>
            <a:off x="1828800" y="3733800"/>
            <a:ext cx="1371600" cy="914400"/>
          </a:xfrm>
          <a:prstGeom prst="diamond"/>
          <a:solidFill>
            <a:schemeClr val="bg1"/>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Dependent</a:t>
            </a:r>
            <a:endParaRPr dirty="0" sz="1600" lang="en-US">
              <a:solidFill>
                <a:schemeClr val="tx1"/>
              </a:solidFill>
            </a:endParaRPr>
          </a:p>
        </p:txBody>
      </p:sp>
      <p:sp>
        <p:nvSpPr>
          <p:cNvPr id="1048657" name="Oval 51"/>
          <p:cNvSpPr/>
          <p:nvPr/>
        </p:nvSpPr>
        <p:spPr>
          <a:xfrm>
            <a:off x="914400" y="586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dash" smtClean="0">
                <a:solidFill>
                  <a:schemeClr val="tx1"/>
                </a:solidFill>
              </a:rPr>
              <a:t>name</a:t>
            </a:r>
            <a:endParaRPr dirty="0" sz="1600" lang="en-US" u="dash">
              <a:solidFill>
                <a:schemeClr val="tx1"/>
              </a:solidFill>
            </a:endParaRPr>
          </a:p>
        </p:txBody>
      </p: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id="5" nodeType="clickEffect" presetClass="exit" presetID="1" presetSubtype="0">
                                  <p:stCondLst>
                                    <p:cond delay="0"/>
                                  </p:stCondLst>
                                  <p:childTnLst>
                                    <p:set>
                                      <p:cBhvr>
                                        <p:cTn dur="1" fill="hold" id="6">
                                          <p:stCondLst>
                                            <p:cond delay="0"/>
                                          </p:stCondLst>
                                        </p:cTn>
                                        <p:tgtEl>
                                          <p:spTgt spid="3145749"/>
                                        </p:tgtEl>
                                        <p:attrNameLst>
                                          <p:attrName>style.visibility</p:attrName>
                                        </p:attrNameLst>
                                      </p:cBhvr>
                                      <p:to>
                                        <p:strVal val="hidden"/>
                                      </p:to>
                                    </p:set>
                                  </p:childTnLst>
                                </p:cTn>
                              </p:par>
                              <p:par>
                                <p:cTn fill="hold" id="7" nodeType="withEffect" presetClass="entr" presetID="1" presetSubtype="0">
                                  <p:stCondLst>
                                    <p:cond delay="0"/>
                                  </p:stCondLst>
                                  <p:childTnLst>
                                    <p:set>
                                      <p:cBhvr>
                                        <p:cTn dur="1" fill="hold" id="8">
                                          <p:stCondLst>
                                            <p:cond delay="0"/>
                                          </p:stCondLst>
                                        </p:cTn>
                                        <p:tgtEl>
                                          <p:spTgt spid="3145756"/>
                                        </p:tgtEl>
                                        <p:attrNameLst>
                                          <p:attrName>style.visibility</p:attrName>
                                        </p:attrNameLst>
                                      </p:cBhvr>
                                      <p:to>
                                        <p:strVal val="visible"/>
                                      </p:to>
                                    </p:set>
                                  </p:childTnLst>
                                </p:cTn>
                              </p:par>
                            </p:childTnLst>
                          </p:cTn>
                        </p:par>
                      </p:childTnLst>
                    </p:cTn>
                  </p:par>
                  <p:par>
                    <p:cTn fill="hold" id="9">
                      <p:stCondLst>
                        <p:cond delay="indefinite"/>
                      </p:stCondLst>
                      <p:childTnLst>
                        <p:par>
                          <p:cTn fill="hold" id="10">
                            <p:stCondLst>
                              <p:cond delay="0"/>
                            </p:stCondLst>
                            <p:childTnLst>
                              <p:par>
                                <p:cTn fill="hold" grpId="0" id="11" nodeType="clickEffect" presetClass="exit" presetID="1" presetSubtype="0">
                                  <p:stCondLst>
                                    <p:cond delay="0"/>
                                  </p:stCondLst>
                                  <p:childTnLst>
                                    <p:set>
                                      <p:cBhvr>
                                        <p:cTn dur="1" fill="hold" id="12">
                                          <p:stCondLst>
                                            <p:cond delay="0"/>
                                          </p:stCondLst>
                                        </p:cTn>
                                        <p:tgtEl>
                                          <p:spTgt spid="1048649"/>
                                        </p:tgtEl>
                                        <p:attrNameLst>
                                          <p:attrName>style.visibility</p:attrName>
                                        </p:attrNameLst>
                                      </p:cBhvr>
                                      <p:to>
                                        <p:strVal val="hidden"/>
                                      </p:to>
                                    </p:set>
                                  </p:childTnLst>
                                </p:cTn>
                              </p:par>
                              <p:par>
                                <p:cTn fill="hold" grpId="0" id="13" nodeType="withEffect" presetClass="exit" presetID="1" presetSubtype="0">
                                  <p:stCondLst>
                                    <p:cond delay="0"/>
                                  </p:stCondLst>
                                  <p:childTnLst>
                                    <p:set>
                                      <p:cBhvr>
                                        <p:cTn dur="1" fill="hold" id="14">
                                          <p:stCondLst>
                                            <p:cond delay="0"/>
                                          </p:stCondLst>
                                        </p:cTn>
                                        <p:tgtEl>
                                          <p:spTgt spid="1048642"/>
                                        </p:tgtEl>
                                        <p:attrNameLst>
                                          <p:attrName>style.visibility</p:attrName>
                                        </p:attrNameLst>
                                      </p:cBhvr>
                                      <p:to>
                                        <p:strVal val="hidden"/>
                                      </p:to>
                                    </p:set>
                                  </p:childTnLst>
                                </p:cTn>
                              </p:par>
                              <p:par>
                                <p:cTn fill="hold" id="15" nodeType="withEffect" presetClass="exit" presetID="1" presetSubtype="0">
                                  <p:stCondLst>
                                    <p:cond delay="0"/>
                                  </p:stCondLst>
                                  <p:childTnLst>
                                    <p:set>
                                      <p:cBhvr>
                                        <p:cTn dur="1" fill="hold" id="16">
                                          <p:stCondLst>
                                            <p:cond delay="0"/>
                                          </p:stCondLst>
                                        </p:cTn>
                                        <p:tgtEl>
                                          <p:spTgt spid="3145745"/>
                                        </p:tgtEl>
                                        <p:attrNameLst>
                                          <p:attrName>style.visibility</p:attrName>
                                        </p:attrNameLst>
                                      </p:cBhvr>
                                      <p:to>
                                        <p:strVal val="hidden"/>
                                      </p:to>
                                    </p:set>
                                  </p:childTnLst>
                                </p:cTn>
                              </p:par>
                              <p:par>
                                <p:cTn fill="hold" grpId="0" id="17" nodeType="withEffect" presetClass="entr" presetID="1" presetSubtype="0">
                                  <p:stCondLst>
                                    <p:cond delay="0"/>
                                  </p:stCondLst>
                                  <p:childTnLst>
                                    <p:set>
                                      <p:cBhvr>
                                        <p:cTn dur="1" fill="hold" id="18">
                                          <p:stCondLst>
                                            <p:cond delay="0"/>
                                          </p:stCondLst>
                                        </p:cTn>
                                        <p:tgtEl>
                                          <p:spTgt spid="1048655"/>
                                        </p:tgtEl>
                                        <p:attrNameLst>
                                          <p:attrName>style.visibility</p:attrName>
                                        </p:attrNameLst>
                                      </p:cBhvr>
                                      <p:to>
                                        <p:strVal val="visible"/>
                                      </p:to>
                                    </p:set>
                                  </p:childTnLst>
                                </p:cTn>
                              </p:par>
                              <p:par>
                                <p:cTn fill="hold" grpId="0" id="19" nodeType="withEffect" presetClass="entr" presetID="1" presetSubtype="0">
                                  <p:stCondLst>
                                    <p:cond delay="0"/>
                                  </p:stCondLst>
                                  <p:childTnLst>
                                    <p:set>
                                      <p:cBhvr>
                                        <p:cTn dur="1" fill="hold" id="20">
                                          <p:stCondLst>
                                            <p:cond delay="0"/>
                                          </p:stCondLst>
                                        </p:cTn>
                                        <p:tgtEl>
                                          <p:spTgt spid="1048656"/>
                                        </p:tgtEl>
                                        <p:attrNameLst>
                                          <p:attrName>style.visibility</p:attrName>
                                        </p:attrNameLst>
                                      </p:cBhvr>
                                      <p:to>
                                        <p:strVal val="visible"/>
                                      </p:to>
                                    </p:set>
                                  </p:childTnLst>
                                </p:cTn>
                              </p:par>
                              <p:par>
                                <p:cTn fill="hold" id="21" nodeType="withEffect" presetClass="entr" presetID="1" presetSubtype="0">
                                  <p:stCondLst>
                                    <p:cond delay="0"/>
                                  </p:stCondLst>
                                  <p:childTnLst>
                                    <p:set>
                                      <p:cBhvr>
                                        <p:cTn dur="1" fill="hold" id="22">
                                          <p:stCondLst>
                                            <p:cond delay="0"/>
                                          </p:stCondLst>
                                        </p:cTn>
                                        <p:tgtEl>
                                          <p:spTgt spid="3145757"/>
                                        </p:tgtEl>
                                        <p:attrNameLst>
                                          <p:attrName>style.visibility</p:attrName>
                                        </p:attrNameLst>
                                      </p:cBhvr>
                                      <p:to>
                                        <p:strVal val="visible"/>
                                      </p:to>
                                    </p:set>
                                  </p:childTnLst>
                                </p:cTn>
                              </p:par>
                              <p:par>
                                <p:cTn fill="hold" grpId="0" id="23" nodeType="withEffect" presetClass="exit" presetID="1" presetSubtype="0">
                                  <p:stCondLst>
                                    <p:cond delay="0"/>
                                  </p:stCondLst>
                                  <p:childTnLst>
                                    <p:set>
                                      <p:cBhvr>
                                        <p:cTn dur="1" fill="hold" id="24">
                                          <p:stCondLst>
                                            <p:cond delay="0"/>
                                          </p:stCondLst>
                                        </p:cTn>
                                        <p:tgtEl>
                                          <p:spTgt spid="1048644"/>
                                        </p:tgtEl>
                                        <p:attrNameLst>
                                          <p:attrName>style.visibility</p:attrName>
                                        </p:attrNameLst>
                                      </p:cBhvr>
                                      <p:to>
                                        <p:strVal val="hidden"/>
                                      </p:to>
                                    </p:set>
                                  </p:childTnLst>
                                </p:cTn>
                              </p:par>
                              <p:par>
                                <p:cTn fill="hold" grpId="0" id="25" nodeType="withEffect" presetClass="entr" presetID="1" presetSubtype="0">
                                  <p:stCondLst>
                                    <p:cond delay="0"/>
                                  </p:stCondLst>
                                  <p:childTnLst>
                                    <p:set>
                                      <p:cBhvr>
                                        <p:cTn dur="1" fill="hold" id="26">
                                          <p:stCondLst>
                                            <p:cond delay="0"/>
                                          </p:stCondLst>
                                        </p:cTn>
                                        <p:tgtEl>
                                          <p:spTgt spid="10486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8642" grpId="0" animBg="1"/>
      <p:bldP spid="1048644" grpId="0" animBg="1"/>
      <p:bldP spid="1048649" grpId="0" animBg="1"/>
      <p:bldP spid="1048655" grpId="0" animBg="1"/>
      <p:bldP spid="1048656" grpId="0" animBg="1"/>
      <p:bldP spid="104865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75" name=""/>
        <p:cNvGrpSpPr/>
        <p:nvPr/>
      </p:nvGrpSpPr>
      <p:grpSpPr>
        <a:xfrm>
          <a:off x="0" y="0"/>
          <a:ext cx="0" cy="0"/>
          <a:chOff x="0" y="0"/>
          <a:chExt cx="0" cy="0"/>
        </a:xfrm>
      </p:grpSpPr>
      <p:sp>
        <p:nvSpPr>
          <p:cNvPr id="1048658" name="Title 1"/>
          <p:cNvSpPr>
            <a:spLocks noGrp="1"/>
          </p:cNvSpPr>
          <p:nvPr>
            <p:ph type="title"/>
          </p:nvPr>
        </p:nvSpPr>
        <p:spPr/>
        <p:txBody>
          <a:bodyPr/>
          <a:p>
            <a:pPr algn="l"/>
            <a:r>
              <a:rPr dirty="0" lang="en-US" smtClean="0"/>
              <a:t>Exercise 2.8</a:t>
            </a:r>
            <a:endParaRPr dirty="0" lang="en-US"/>
          </a:p>
        </p:txBody>
      </p:sp>
      <p:sp>
        <p:nvSpPr>
          <p:cNvPr id="1048659" name="Content Placeholder 2"/>
          <p:cNvSpPr>
            <a:spLocks noGrp="1"/>
          </p:cNvSpPr>
          <p:nvPr>
            <p:ph sz="quarter" idx="1"/>
          </p:nvPr>
        </p:nvSpPr>
        <p:spPr>
          <a:xfrm>
            <a:off x="457200" y="1371600"/>
            <a:ext cx="8229600" cy="4876800"/>
          </a:xfrm>
        </p:spPr>
        <p:txBody>
          <a:bodyPr>
            <a:normAutofit fontScale="96552" lnSpcReduction="20000"/>
          </a:bodyPr>
          <a:p>
            <a:pPr>
              <a:buNone/>
            </a:pPr>
            <a:r>
              <a:rPr b="1" dirty="0" lang="en-US" smtClean="0"/>
              <a:t>Problem</a:t>
            </a:r>
          </a:p>
          <a:p>
            <a:r>
              <a:rPr dirty="0" lang="en-US"/>
              <a:t>Although you always wanted to be an artist, you ended up being an </a:t>
            </a:r>
            <a:r>
              <a:rPr dirty="0" lang="en-US" smtClean="0"/>
              <a:t>expert on </a:t>
            </a:r>
            <a:r>
              <a:rPr dirty="0" lang="en-US"/>
              <a:t>databases because you love to cook data and you somehow confused </a:t>
            </a:r>
            <a:r>
              <a:rPr dirty="0" i="1" lang="en-US" smtClean="0"/>
              <a:t>database </a:t>
            </a:r>
            <a:r>
              <a:rPr dirty="0" lang="en-US" smtClean="0"/>
              <a:t>with </a:t>
            </a:r>
            <a:r>
              <a:rPr dirty="0" i="1" lang="en-US"/>
              <a:t>data baste. Your old love is still there, however, so you set up a database </a:t>
            </a:r>
            <a:r>
              <a:rPr dirty="0" i="1" lang="en-US" smtClean="0"/>
              <a:t>company, </a:t>
            </a:r>
            <a:r>
              <a:rPr dirty="0" lang="en-US" err="1" smtClean="0"/>
              <a:t>ArtBase</a:t>
            </a:r>
            <a:r>
              <a:rPr dirty="0" lang="en-US"/>
              <a:t>, that builds a product for art galleries. </a:t>
            </a:r>
            <a:r>
              <a:rPr dirty="0" lang="en-US" smtClean="0"/>
              <a:t>The core of this product is a database with a schema that captures all the information that galleries need to maintain. </a:t>
            </a:r>
            <a:endParaRPr b="1" dirty="0"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76" name=""/>
        <p:cNvGrpSpPr/>
        <p:nvPr/>
      </p:nvGrpSpPr>
      <p:grpSpPr>
        <a:xfrm>
          <a:off x="0" y="0"/>
          <a:ext cx="0" cy="0"/>
          <a:chOff x="0" y="0"/>
          <a:chExt cx="0" cy="0"/>
        </a:xfrm>
      </p:grpSpPr>
      <p:sp>
        <p:nvSpPr>
          <p:cNvPr id="1048660" name="Title 1"/>
          <p:cNvSpPr>
            <a:spLocks noGrp="1"/>
          </p:cNvSpPr>
          <p:nvPr>
            <p:ph type="title"/>
          </p:nvPr>
        </p:nvSpPr>
        <p:spPr/>
        <p:txBody>
          <a:bodyPr/>
          <a:p>
            <a:pPr algn="l"/>
            <a:r>
              <a:rPr dirty="0" lang="en-US" smtClean="0"/>
              <a:t>Exercise 2.8</a:t>
            </a:r>
            <a:endParaRPr dirty="0" lang="en-US"/>
          </a:p>
        </p:txBody>
      </p:sp>
      <p:sp>
        <p:nvSpPr>
          <p:cNvPr id="1048661" name="Content Placeholder 2"/>
          <p:cNvSpPr>
            <a:spLocks noGrp="1"/>
          </p:cNvSpPr>
          <p:nvPr>
            <p:ph sz="quarter" idx="1"/>
          </p:nvPr>
        </p:nvSpPr>
        <p:spPr>
          <a:xfrm>
            <a:off x="457200" y="1371600"/>
            <a:ext cx="8229600" cy="4876800"/>
          </a:xfrm>
        </p:spPr>
        <p:txBody>
          <a:bodyPr>
            <a:normAutofit fontScale="96552" lnSpcReduction="20000"/>
          </a:bodyPr>
          <a:p>
            <a:pPr>
              <a:buNone/>
            </a:pPr>
            <a:r>
              <a:rPr b="1" dirty="0" lang="en-US" smtClean="0"/>
              <a:t>Problem</a:t>
            </a:r>
          </a:p>
          <a:p>
            <a:r>
              <a:rPr dirty="0" lang="en-US" smtClean="0"/>
              <a:t>Galleries keep </a:t>
            </a:r>
            <a:r>
              <a:rPr dirty="0" lang="en-US"/>
              <a:t>information about artists, their names (which are unique), birthplaces, </a:t>
            </a:r>
            <a:r>
              <a:rPr dirty="0" lang="en-US" err="1" smtClean="0"/>
              <a:t>age,and</a:t>
            </a:r>
            <a:r>
              <a:rPr dirty="0" lang="en-US" smtClean="0"/>
              <a:t> </a:t>
            </a:r>
            <a:r>
              <a:rPr dirty="0" lang="en-US"/>
              <a:t>style of art. For each piece of artwork, the artist, the year it was made, its </a:t>
            </a:r>
            <a:r>
              <a:rPr dirty="0" lang="en-US" smtClean="0"/>
              <a:t>unique title, its type of art (e.g., painting, lithograph, sculpture, photograph), and its price must be stored. Pieces of artwork are also classified into groups of various kinds, for example, portraits, still </a:t>
            </a:r>
            <a:r>
              <a:rPr dirty="0" lang="en-US" err="1" smtClean="0"/>
              <a:t>lifes</a:t>
            </a:r>
            <a:r>
              <a:rPr dirty="0" lang="en-US" smtClean="0"/>
              <a:t>, works by Picasso, or works of the 19th century; a given piece may belong to more than one group. </a:t>
            </a:r>
            <a:endParaRPr b="1" dirty="0"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77" name=""/>
        <p:cNvGrpSpPr/>
        <p:nvPr/>
      </p:nvGrpSpPr>
      <p:grpSpPr>
        <a:xfrm>
          <a:off x="0" y="0"/>
          <a:ext cx="0" cy="0"/>
          <a:chOff x="0" y="0"/>
          <a:chExt cx="0" cy="0"/>
        </a:xfrm>
      </p:grpSpPr>
      <p:sp>
        <p:nvSpPr>
          <p:cNvPr id="1048662" name="Title 1"/>
          <p:cNvSpPr>
            <a:spLocks noGrp="1"/>
          </p:cNvSpPr>
          <p:nvPr>
            <p:ph type="title"/>
          </p:nvPr>
        </p:nvSpPr>
        <p:spPr/>
        <p:txBody>
          <a:bodyPr/>
          <a:p>
            <a:pPr algn="l"/>
            <a:r>
              <a:rPr dirty="0" lang="en-US" smtClean="0"/>
              <a:t>Exercise 2.8</a:t>
            </a:r>
            <a:endParaRPr dirty="0" lang="en-US"/>
          </a:p>
        </p:txBody>
      </p:sp>
      <p:sp>
        <p:nvSpPr>
          <p:cNvPr id="1048663" name="Content Placeholder 2"/>
          <p:cNvSpPr>
            <a:spLocks noGrp="1"/>
          </p:cNvSpPr>
          <p:nvPr>
            <p:ph sz="quarter" idx="1"/>
          </p:nvPr>
        </p:nvSpPr>
        <p:spPr>
          <a:xfrm>
            <a:off x="457200" y="1371600"/>
            <a:ext cx="8229600" cy="4876800"/>
          </a:xfrm>
        </p:spPr>
        <p:txBody>
          <a:bodyPr>
            <a:normAutofit/>
          </a:bodyPr>
          <a:p>
            <a:pPr>
              <a:buNone/>
            </a:pPr>
            <a:r>
              <a:rPr b="1" dirty="0" lang="en-US" smtClean="0"/>
              <a:t>Problem</a:t>
            </a:r>
          </a:p>
          <a:p>
            <a:r>
              <a:rPr dirty="0" lang="en-US" smtClean="0"/>
              <a:t>Each </a:t>
            </a:r>
            <a:r>
              <a:rPr dirty="0" lang="en-US"/>
              <a:t>group is identified by a name (</a:t>
            </a:r>
            <a:r>
              <a:rPr dirty="0" lang="en-US" smtClean="0"/>
              <a:t>like those </a:t>
            </a:r>
            <a:r>
              <a:rPr dirty="0" lang="en-US"/>
              <a:t>just given) that describes the group. Finally, galleries keep information </a:t>
            </a:r>
            <a:r>
              <a:rPr dirty="0" lang="en-US" smtClean="0"/>
              <a:t>about customers</a:t>
            </a:r>
            <a:r>
              <a:rPr dirty="0" lang="en-US"/>
              <a:t>. For each customer, galleries keep that person’s unique name, address, </a:t>
            </a:r>
            <a:r>
              <a:rPr dirty="0" lang="en-US" smtClean="0"/>
              <a:t>total amount </a:t>
            </a:r>
            <a:r>
              <a:rPr dirty="0" lang="en-US"/>
              <a:t>of dollars spent in the gallery (very important!), and the artists and groups </a:t>
            </a:r>
            <a:r>
              <a:rPr dirty="0" lang="en-US" smtClean="0"/>
              <a:t>of art </a:t>
            </a:r>
            <a:r>
              <a:rPr dirty="0" lang="en-US"/>
              <a:t>that the customer tends to like.</a:t>
            </a:r>
          </a:p>
          <a:p>
            <a:r>
              <a:rPr dirty="0" lang="en-US"/>
              <a:t>Draw the ER diagram for the database.</a:t>
            </a:r>
            <a:endParaRPr b="1" dirty="0"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78" name=""/>
        <p:cNvGrpSpPr/>
        <p:nvPr/>
      </p:nvGrpSpPr>
      <p:grpSpPr>
        <a:xfrm>
          <a:off x="0" y="0"/>
          <a:ext cx="0" cy="0"/>
          <a:chOff x="0" y="0"/>
          <a:chExt cx="0" cy="0"/>
        </a:xfrm>
      </p:grpSpPr>
      <p:sp>
        <p:nvSpPr>
          <p:cNvPr id="1048664" name="Title 1"/>
          <p:cNvSpPr>
            <a:spLocks noGrp="1"/>
          </p:cNvSpPr>
          <p:nvPr>
            <p:ph type="title"/>
          </p:nvPr>
        </p:nvSpPr>
        <p:spPr/>
        <p:txBody>
          <a:bodyPr/>
          <a:p>
            <a:pPr algn="l"/>
            <a:r>
              <a:rPr dirty="0" lang="en-US" smtClean="0"/>
              <a:t>Exercise 2.8</a:t>
            </a:r>
            <a:endParaRPr dirty="0" lang="en-US"/>
          </a:p>
        </p:txBody>
      </p:sp>
      <p:sp>
        <p:nvSpPr>
          <p:cNvPr id="1048665" name="Content Placeholder 2"/>
          <p:cNvSpPr>
            <a:spLocks noGrp="1"/>
          </p:cNvSpPr>
          <p:nvPr>
            <p:ph sz="quarter" idx="1"/>
          </p:nvPr>
        </p:nvSpPr>
        <p:spPr>
          <a:xfrm>
            <a:off x="457200" y="1371600"/>
            <a:ext cx="8229600" cy="5029200"/>
          </a:xfrm>
        </p:spPr>
        <p:txBody>
          <a:bodyPr>
            <a:normAutofit/>
          </a:bodyPr>
          <a:p>
            <a:pPr>
              <a:buNone/>
            </a:pPr>
            <a:r>
              <a:rPr b="1" dirty="0" lang="en-US" smtClean="0"/>
              <a:t>Solution</a:t>
            </a:r>
          </a:p>
          <a:p>
            <a:r>
              <a:rPr dirty="0" lang="en-US" smtClean="0"/>
              <a:t>Like before, we begin with the entities and relationships.</a:t>
            </a:r>
          </a:p>
          <a:p>
            <a:r>
              <a:rPr dirty="0" lang="en-US" smtClean="0"/>
              <a:t>“…artists, their names (which are unique), birthplaces, age, and style of art.”</a:t>
            </a:r>
          </a:p>
          <a:p>
            <a:r>
              <a:rPr dirty="0" lang="en-US" smtClean="0"/>
              <a:t>“For each piece of artwork, the artist, the year it was made, its unique title, its type of art … and its price must be stored.”</a:t>
            </a:r>
          </a:p>
        </p:txBody>
      </p: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id="5" nodeType="clickEffect" presetClass="entr" presetID="1" presetSubtype="0">
                                  <p:stCondLst>
                                    <p:cond delay="0"/>
                                  </p:stCondLst>
                                  <p:childTnLst>
                                    <p:set>
                                      <p:cBhvr>
                                        <p:cTn dur="1" fill="hold" id="6">
                                          <p:stCondLst>
                                            <p:cond delay="0"/>
                                          </p:stCondLst>
                                        </p:cTn>
                                        <p:tgtEl>
                                          <p:spTgt spid="1048665">
                                            <p:txEl>
                                              <p:pRg st="2" end="2"/>
                                            </p:txEl>
                                          </p:spTgt>
                                        </p:tgtEl>
                                        <p:attrNameLst>
                                          <p:attrName>style.visibility</p:attrName>
                                        </p:attrNameLst>
                                      </p:cBhvr>
                                      <p:to>
                                        <p:strVal val="visible"/>
                                      </p:to>
                                    </p:set>
                                  </p:childTnLst>
                                </p:cTn>
                              </p:par>
                            </p:childTnLst>
                          </p:cTn>
                        </p:par>
                      </p:childTnLst>
                    </p:cTn>
                  </p:par>
                  <p:par>
                    <p:cTn fill="hold" id="7">
                      <p:stCondLst>
                        <p:cond delay="indefinite"/>
                      </p:stCondLst>
                      <p:childTnLst>
                        <p:par>
                          <p:cTn fill="hold" id="8">
                            <p:stCondLst>
                              <p:cond delay="0"/>
                            </p:stCondLst>
                            <p:childTnLst>
                              <p:par>
                                <p:cTn fill="hold" id="9" nodeType="clickEffect" presetClass="entr" presetID="1" presetSubtype="0">
                                  <p:stCondLst>
                                    <p:cond delay="0"/>
                                  </p:stCondLst>
                                  <p:childTnLst>
                                    <p:set>
                                      <p:cBhvr>
                                        <p:cTn dur="1" fill="hold" id="10">
                                          <p:stCondLst>
                                            <p:cond delay="0"/>
                                          </p:stCondLst>
                                        </p:cTn>
                                        <p:tgtEl>
                                          <p:spTgt spid="104866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79" name=""/>
        <p:cNvGrpSpPr/>
        <p:nvPr/>
      </p:nvGrpSpPr>
      <p:grpSpPr>
        <a:xfrm>
          <a:off x="0" y="0"/>
          <a:ext cx="0" cy="0"/>
          <a:chOff x="0" y="0"/>
          <a:chExt cx="0" cy="0"/>
        </a:xfrm>
      </p:grpSpPr>
      <p:sp>
        <p:nvSpPr>
          <p:cNvPr id="1048666" name="Title 1"/>
          <p:cNvSpPr>
            <a:spLocks noGrp="1"/>
          </p:cNvSpPr>
          <p:nvPr>
            <p:ph type="title"/>
          </p:nvPr>
        </p:nvSpPr>
        <p:spPr/>
        <p:txBody>
          <a:bodyPr/>
          <a:p>
            <a:pPr algn="l"/>
            <a:r>
              <a:rPr dirty="0" lang="en-US" smtClean="0"/>
              <a:t>Exercise 2.8</a:t>
            </a:r>
            <a:endParaRPr dirty="0" lang="en-US"/>
          </a:p>
        </p:txBody>
      </p:sp>
      <p:sp>
        <p:nvSpPr>
          <p:cNvPr id="1048667" name="Content Placeholder 2"/>
          <p:cNvSpPr>
            <a:spLocks noGrp="1"/>
          </p:cNvSpPr>
          <p:nvPr>
            <p:ph sz="quarter" idx="1"/>
          </p:nvPr>
        </p:nvSpPr>
        <p:spPr>
          <a:xfrm>
            <a:off x="457200" y="1371600"/>
            <a:ext cx="8229600" cy="5029200"/>
          </a:xfrm>
        </p:spPr>
        <p:txBody>
          <a:bodyPr>
            <a:normAutofit/>
          </a:bodyPr>
          <a:p>
            <a:pPr>
              <a:buNone/>
            </a:pPr>
            <a:r>
              <a:rPr b="1" dirty="0" lang="en-US" smtClean="0"/>
              <a:t>Solution</a:t>
            </a:r>
          </a:p>
          <a:p>
            <a:r>
              <a:rPr dirty="0" lang="en-US" smtClean="0"/>
              <a:t>“Pieces of artwork are also classified into groups of various kinds, … Each group is identified by a name (like those just given) that describes the group. “</a:t>
            </a:r>
          </a:p>
          <a:p>
            <a:r>
              <a:rPr dirty="0" lang="en-US" smtClean="0"/>
              <a:t>For each customer, galleries keep that person’s unique name, address, total amount of dollars spent in the gallery (very important!), and the artists and groups of art that the customer tends to like.</a:t>
            </a:r>
            <a:endParaRPr dirty="0" lang="en-US"/>
          </a:p>
        </p:txBody>
      </p: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id="5" nodeType="clickEffect" presetClass="entr" presetID="1" presetSubtype="0">
                                  <p:stCondLst>
                                    <p:cond delay="0"/>
                                  </p:stCondLst>
                                  <p:childTnLst>
                                    <p:set>
                                      <p:cBhvr>
                                        <p:cTn dur="1" fill="hold" id="6">
                                          <p:stCondLst>
                                            <p:cond delay="0"/>
                                          </p:stCondLst>
                                        </p:cTn>
                                        <p:tgtEl>
                                          <p:spTgt spid="1048667">
                                            <p:txEl>
                                              <p:pRg st="1" end="1"/>
                                            </p:txEl>
                                          </p:spTgt>
                                        </p:tgtEl>
                                        <p:attrNameLst>
                                          <p:attrName>style.visibility</p:attrName>
                                        </p:attrNameLst>
                                      </p:cBhvr>
                                      <p:to>
                                        <p:strVal val="visible"/>
                                      </p:to>
                                    </p:set>
                                  </p:childTnLst>
                                </p:cTn>
                              </p:par>
                            </p:childTnLst>
                          </p:cTn>
                        </p:par>
                      </p:childTnLst>
                    </p:cTn>
                  </p:par>
                  <p:par>
                    <p:cTn fill="hold" id="7">
                      <p:stCondLst>
                        <p:cond delay="indefinite"/>
                      </p:stCondLst>
                      <p:childTnLst>
                        <p:par>
                          <p:cTn fill="hold" id="8">
                            <p:stCondLst>
                              <p:cond delay="0"/>
                            </p:stCondLst>
                            <p:childTnLst>
                              <p:par>
                                <p:cTn fill="hold" id="9" nodeType="clickEffect" presetClass="entr" presetID="1" presetSubtype="0">
                                  <p:stCondLst>
                                    <p:cond delay="0"/>
                                  </p:stCondLst>
                                  <p:childTnLst>
                                    <p:set>
                                      <p:cBhvr>
                                        <p:cTn dur="1" fill="hold" id="10">
                                          <p:stCondLst>
                                            <p:cond delay="0"/>
                                          </p:stCondLst>
                                        </p:cTn>
                                        <p:tgtEl>
                                          <p:spTgt spid="104866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80" name=""/>
        <p:cNvGrpSpPr/>
        <p:nvPr/>
      </p:nvGrpSpPr>
      <p:grpSpPr>
        <a:xfrm>
          <a:off x="0" y="0"/>
          <a:ext cx="0" cy="0"/>
          <a:chOff x="0" y="0"/>
          <a:chExt cx="0" cy="0"/>
        </a:xfrm>
      </p:grpSpPr>
      <p:sp>
        <p:nvSpPr>
          <p:cNvPr id="1048668" name="Title 1"/>
          <p:cNvSpPr>
            <a:spLocks noGrp="1"/>
          </p:cNvSpPr>
          <p:nvPr>
            <p:ph type="title"/>
          </p:nvPr>
        </p:nvSpPr>
        <p:spPr/>
        <p:txBody>
          <a:bodyPr/>
          <a:p>
            <a:pPr algn="l"/>
            <a:r>
              <a:rPr dirty="0" lang="en-US" smtClean="0"/>
              <a:t>Exercise 2.8</a:t>
            </a:r>
            <a:endParaRPr dirty="0" lang="en-US"/>
          </a:p>
        </p:txBody>
      </p:sp>
      <p:sp>
        <p:nvSpPr>
          <p:cNvPr id="1048669" name="Content Placeholder 2"/>
          <p:cNvSpPr>
            <a:spLocks noGrp="1"/>
          </p:cNvSpPr>
          <p:nvPr>
            <p:ph sz="quarter" idx="1"/>
          </p:nvPr>
        </p:nvSpPr>
        <p:spPr>
          <a:xfrm>
            <a:off x="457200" y="1371600"/>
            <a:ext cx="8229600" cy="5105400"/>
          </a:xfrm>
        </p:spPr>
        <p:txBody>
          <a:bodyPr>
            <a:normAutofit/>
          </a:bodyPr>
          <a:p>
            <a:pPr>
              <a:buNone/>
            </a:pPr>
            <a:r>
              <a:rPr b="1" dirty="0" lang="en-US" smtClean="0"/>
              <a:t>Solution</a:t>
            </a:r>
          </a:p>
        </p:txBody>
      </p:sp>
      <p:sp>
        <p:nvSpPr>
          <p:cNvPr id="1048670" name="Rectangle 64"/>
          <p:cNvSpPr/>
          <p:nvPr/>
        </p:nvSpPr>
        <p:spPr>
          <a:xfrm>
            <a:off x="6705600" y="3048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Artwork</a:t>
            </a:r>
            <a:endParaRPr dirty="0" sz="1600" lang="en-US">
              <a:solidFill>
                <a:schemeClr val="tx1"/>
              </a:solidFill>
            </a:endParaRPr>
          </a:p>
        </p:txBody>
      </p:sp>
      <p:sp>
        <p:nvSpPr>
          <p:cNvPr id="1048671" name="Rectangle 65"/>
          <p:cNvSpPr/>
          <p:nvPr/>
        </p:nvSpPr>
        <p:spPr>
          <a:xfrm>
            <a:off x="2971800" y="3048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Group</a:t>
            </a:r>
            <a:endParaRPr dirty="0" sz="1600" lang="en-US">
              <a:solidFill>
                <a:schemeClr val="tx1"/>
              </a:solidFill>
            </a:endParaRPr>
          </a:p>
        </p:txBody>
      </p:sp>
      <p:sp>
        <p:nvSpPr>
          <p:cNvPr id="1048672" name="Rectangle 66"/>
          <p:cNvSpPr/>
          <p:nvPr/>
        </p:nvSpPr>
        <p:spPr>
          <a:xfrm>
            <a:off x="914400" y="4191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Customer</a:t>
            </a:r>
            <a:endParaRPr dirty="0" sz="1600" lang="en-US">
              <a:solidFill>
                <a:schemeClr val="tx1"/>
              </a:solidFill>
            </a:endParaRPr>
          </a:p>
        </p:txBody>
      </p:sp>
      <p:sp>
        <p:nvSpPr>
          <p:cNvPr id="1048673" name="Rectangle 67"/>
          <p:cNvSpPr/>
          <p:nvPr/>
        </p:nvSpPr>
        <p:spPr>
          <a:xfrm>
            <a:off x="4724400" y="4191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Artist</a:t>
            </a:r>
            <a:endParaRPr dirty="0" sz="1600" lang="en-US">
              <a:solidFill>
                <a:schemeClr val="tx1"/>
              </a:solidFill>
            </a:endParaRPr>
          </a:p>
        </p:txBody>
      </p:sp>
      <p:sp>
        <p:nvSpPr>
          <p:cNvPr id="1048674" name="Diamond 68"/>
          <p:cNvSpPr/>
          <p:nvPr/>
        </p:nvSpPr>
        <p:spPr>
          <a:xfrm>
            <a:off x="914400" y="2819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Like_Group</a:t>
            </a:r>
            <a:endParaRPr dirty="0" sz="1600" lang="en-US">
              <a:solidFill>
                <a:schemeClr val="tx1"/>
              </a:solidFill>
            </a:endParaRPr>
          </a:p>
        </p:txBody>
      </p:sp>
      <p:sp>
        <p:nvSpPr>
          <p:cNvPr id="1048675" name="Diamond 69"/>
          <p:cNvSpPr/>
          <p:nvPr/>
        </p:nvSpPr>
        <p:spPr>
          <a:xfrm>
            <a:off x="4724400" y="2819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Classify</a:t>
            </a:r>
            <a:endParaRPr dirty="0" sz="1600" lang="en-US">
              <a:solidFill>
                <a:schemeClr val="tx1"/>
              </a:solidFill>
            </a:endParaRPr>
          </a:p>
        </p:txBody>
      </p:sp>
      <p:sp>
        <p:nvSpPr>
          <p:cNvPr id="1048676" name="Diamond 71"/>
          <p:cNvSpPr/>
          <p:nvPr/>
        </p:nvSpPr>
        <p:spPr>
          <a:xfrm>
            <a:off x="6705600" y="3962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Paints</a:t>
            </a:r>
            <a:endParaRPr dirty="0" sz="1600" lang="en-US">
              <a:solidFill>
                <a:schemeClr val="tx1"/>
              </a:solidFill>
            </a:endParaRPr>
          </a:p>
        </p:txBody>
      </p:sp>
      <p:sp>
        <p:nvSpPr>
          <p:cNvPr id="1048677" name="Diamond 72"/>
          <p:cNvSpPr/>
          <p:nvPr/>
        </p:nvSpPr>
        <p:spPr>
          <a:xfrm>
            <a:off x="2971800" y="3962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Like_Artist</a:t>
            </a:r>
            <a:endParaRPr dirty="0" sz="1600" lang="en-US">
              <a:solidFill>
                <a:schemeClr val="tx1"/>
              </a:solidFill>
            </a:endParaRPr>
          </a:p>
        </p:txBody>
      </p:sp>
      <p:cxnSp>
        <p:nvCxnSpPr>
          <p:cNvPr id="3145758" name="Straight Connector 74"/>
          <p:cNvCxnSpPr>
            <a:cxnSpLocks/>
            <a:stCxn id="1048672" idx="0"/>
            <a:endCxn id="1048674" idx="2"/>
          </p:cNvCxnSpPr>
          <p:nvPr/>
        </p:nvCxnSpPr>
        <p:spPr>
          <a:xfrm rot="5400000" flipH="1" flipV="1">
            <a:off x="1371600" y="3962400"/>
            <a:ext cx="4572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59" name="Straight Connector 78"/>
          <p:cNvCxnSpPr>
            <a:cxnSpLocks/>
            <a:stCxn id="1048671" idx="1"/>
            <a:endCxn id="1048674" idx="3"/>
          </p:cNvCxnSpPr>
          <p:nvPr/>
        </p:nvCxnSpPr>
        <p:spPr>
          <a:xfrm rot="10800000">
            <a:off x="2286000" y="3276600"/>
            <a:ext cx="6858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0" name="Straight Connector 82"/>
          <p:cNvCxnSpPr>
            <a:cxnSpLocks/>
            <a:stCxn id="1048675" idx="1"/>
            <a:endCxn id="1048671" idx="3"/>
          </p:cNvCxnSpPr>
          <p:nvPr/>
        </p:nvCxnSpPr>
        <p:spPr>
          <a:xfrm rot="10800000">
            <a:off x="4343400" y="3276600"/>
            <a:ext cx="3810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1" name="Straight Connector 88"/>
          <p:cNvCxnSpPr>
            <a:cxnSpLocks/>
            <a:stCxn id="1048670" idx="1"/>
            <a:endCxn id="1048675" idx="3"/>
          </p:cNvCxnSpPr>
          <p:nvPr/>
        </p:nvCxnSpPr>
        <p:spPr>
          <a:xfrm rot="10800000">
            <a:off x="6096000" y="3276600"/>
            <a:ext cx="6096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2" name="Straight Connector 91"/>
          <p:cNvCxnSpPr>
            <a:cxnSpLocks/>
            <a:stCxn id="1048676" idx="0"/>
            <a:endCxn id="1048670" idx="2"/>
          </p:cNvCxnSpPr>
          <p:nvPr/>
        </p:nvCxnSpPr>
        <p:spPr>
          <a:xfrm rot="5400000" flipH="1" flipV="1">
            <a:off x="7162800" y="3733800"/>
            <a:ext cx="4572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3" name="Straight Connector 96"/>
          <p:cNvCxnSpPr>
            <a:cxnSpLocks/>
            <a:stCxn id="1048673" idx="3"/>
            <a:endCxn id="1048676" idx="1"/>
          </p:cNvCxnSpPr>
          <p:nvPr/>
        </p:nvCxnSpPr>
        <p:spPr>
          <a:xfrm>
            <a:off x="6096000" y="4419600"/>
            <a:ext cx="6096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4" name="Straight Connector 100"/>
          <p:cNvCxnSpPr>
            <a:cxnSpLocks/>
            <a:stCxn id="1048673" idx="1"/>
            <a:endCxn id="1048677" idx="3"/>
          </p:cNvCxnSpPr>
          <p:nvPr/>
        </p:nvCxnSpPr>
        <p:spPr>
          <a:xfrm rot="10800000">
            <a:off x="4343400" y="4419600"/>
            <a:ext cx="3810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5" name="Straight Connector 104"/>
          <p:cNvCxnSpPr>
            <a:cxnSpLocks/>
            <a:stCxn id="1048672" idx="3"/>
            <a:endCxn id="1048677" idx="1"/>
          </p:cNvCxnSpPr>
          <p:nvPr/>
        </p:nvCxnSpPr>
        <p:spPr>
          <a:xfrm>
            <a:off x="2286000" y="4419600"/>
            <a:ext cx="6858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8678" name="Oval 110"/>
          <p:cNvSpPr/>
          <p:nvPr/>
        </p:nvSpPr>
        <p:spPr>
          <a:xfrm>
            <a:off x="3048000" y="205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679" name="Oval 111"/>
          <p:cNvSpPr/>
          <p:nvPr/>
        </p:nvSpPr>
        <p:spPr>
          <a:xfrm>
            <a:off x="6553200" y="2133600"/>
            <a:ext cx="9144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title</a:t>
            </a:r>
            <a:endParaRPr dirty="0" sz="1600" lang="en-US" u="sng">
              <a:solidFill>
                <a:schemeClr val="tx1"/>
              </a:solidFill>
            </a:endParaRPr>
          </a:p>
        </p:txBody>
      </p:sp>
      <p:sp>
        <p:nvSpPr>
          <p:cNvPr id="1048680" name="Oval 112"/>
          <p:cNvSpPr/>
          <p:nvPr/>
        </p:nvSpPr>
        <p:spPr>
          <a:xfrm>
            <a:off x="7315200" y="1752600"/>
            <a:ext cx="10668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type</a:t>
            </a:r>
            <a:endParaRPr dirty="0" sz="1600" lang="en-US">
              <a:solidFill>
                <a:schemeClr val="tx1"/>
              </a:solidFill>
            </a:endParaRPr>
          </a:p>
        </p:txBody>
      </p:sp>
      <p:sp>
        <p:nvSpPr>
          <p:cNvPr id="1048681" name="Oval 113"/>
          <p:cNvSpPr/>
          <p:nvPr/>
        </p:nvSpPr>
        <p:spPr>
          <a:xfrm>
            <a:off x="7696200" y="2362200"/>
            <a:ext cx="9906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price</a:t>
            </a:r>
            <a:endParaRPr dirty="0" sz="1600" lang="en-US">
              <a:solidFill>
                <a:schemeClr val="tx1"/>
              </a:solidFill>
            </a:endParaRPr>
          </a:p>
        </p:txBody>
      </p:sp>
      <p:sp>
        <p:nvSpPr>
          <p:cNvPr id="1048682" name="Oval 114"/>
          <p:cNvSpPr/>
          <p:nvPr/>
        </p:nvSpPr>
        <p:spPr>
          <a:xfrm>
            <a:off x="5486400" y="1828800"/>
            <a:ext cx="10668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year</a:t>
            </a:r>
            <a:endParaRPr dirty="0" sz="1600" lang="en-US">
              <a:solidFill>
                <a:schemeClr val="tx1"/>
              </a:solidFill>
            </a:endParaRPr>
          </a:p>
        </p:txBody>
      </p:sp>
      <p:cxnSp>
        <p:nvCxnSpPr>
          <p:cNvPr id="3145766" name="Straight Connector 115"/>
          <p:cNvCxnSpPr>
            <a:cxnSpLocks/>
            <a:stCxn id="1048681" idx="4"/>
            <a:endCxn id="1048670" idx="0"/>
          </p:cNvCxnSpPr>
          <p:nvPr/>
        </p:nvCxnSpPr>
        <p:spPr>
          <a:xfrm rot="5400000">
            <a:off x="7715250" y="2571750"/>
            <a:ext cx="152400" cy="800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7" name="Straight Connector 118"/>
          <p:cNvCxnSpPr>
            <a:cxnSpLocks/>
            <a:endCxn id="1048670" idx="0"/>
          </p:cNvCxnSpPr>
          <p:nvPr/>
        </p:nvCxnSpPr>
        <p:spPr>
          <a:xfrm rot="5400000">
            <a:off x="7162800" y="2514600"/>
            <a:ext cx="762000" cy="3048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8" name="Straight Connector 122"/>
          <p:cNvCxnSpPr>
            <a:cxnSpLocks/>
            <a:stCxn id="1048679" idx="5"/>
            <a:endCxn id="1048670" idx="0"/>
          </p:cNvCxnSpPr>
          <p:nvPr/>
        </p:nvCxnSpPr>
        <p:spPr>
          <a:xfrm rot="16200000" flipH="1">
            <a:off x="7132987" y="2789586"/>
            <a:ext cx="459115" cy="57711"/>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69" name="Straight Connector 125"/>
          <p:cNvCxnSpPr>
            <a:cxnSpLocks/>
            <a:stCxn id="1048670" idx="0"/>
            <a:endCxn id="1048682" idx="4"/>
          </p:cNvCxnSpPr>
          <p:nvPr/>
        </p:nvCxnSpPr>
        <p:spPr>
          <a:xfrm rot="16200000" flipV="1">
            <a:off x="6362700" y="2019300"/>
            <a:ext cx="685800" cy="13716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0" name="Straight Connector 149"/>
          <p:cNvCxnSpPr>
            <a:cxnSpLocks/>
            <a:stCxn id="1048678" idx="4"/>
            <a:endCxn id="1048671" idx="0"/>
          </p:cNvCxnSpPr>
          <p:nvPr/>
        </p:nvCxnSpPr>
        <p:spPr>
          <a:xfrm rot="16200000" flipH="1">
            <a:off x="3409950" y="2800350"/>
            <a:ext cx="457200" cy="38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8683" name="Oval 156"/>
          <p:cNvSpPr/>
          <p:nvPr/>
        </p:nvSpPr>
        <p:spPr>
          <a:xfrm>
            <a:off x="4876800" y="54102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wrap="none"/>
          <a:p>
            <a:pPr algn="ctr"/>
            <a:r>
              <a:rPr dirty="0" sz="1600" lang="en-US" smtClean="0">
                <a:solidFill>
                  <a:schemeClr val="tx1"/>
                </a:solidFill>
              </a:rPr>
              <a:t>birthplace</a:t>
            </a:r>
            <a:endParaRPr dirty="0" sz="1600" lang="en-US">
              <a:solidFill>
                <a:schemeClr val="tx1"/>
              </a:solidFill>
            </a:endParaRPr>
          </a:p>
        </p:txBody>
      </p:sp>
      <p:sp>
        <p:nvSpPr>
          <p:cNvPr id="1048684" name="Oval 157"/>
          <p:cNvSpPr/>
          <p:nvPr/>
        </p:nvSpPr>
        <p:spPr>
          <a:xfrm>
            <a:off x="6019800" y="4724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style</a:t>
            </a:r>
            <a:endParaRPr dirty="0" sz="1600" lang="en-US">
              <a:solidFill>
                <a:schemeClr val="tx1"/>
              </a:solidFill>
            </a:endParaRPr>
          </a:p>
        </p:txBody>
      </p:sp>
      <p:sp>
        <p:nvSpPr>
          <p:cNvPr id="1048685" name="Oval 158"/>
          <p:cNvSpPr/>
          <p:nvPr/>
        </p:nvSpPr>
        <p:spPr>
          <a:xfrm>
            <a:off x="6172200" y="54102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age</a:t>
            </a:r>
            <a:endParaRPr dirty="0" sz="1600" lang="en-US">
              <a:solidFill>
                <a:schemeClr val="tx1"/>
              </a:solidFill>
            </a:endParaRPr>
          </a:p>
        </p:txBody>
      </p:sp>
      <p:sp>
        <p:nvSpPr>
          <p:cNvPr id="1048686" name="Oval 159"/>
          <p:cNvSpPr/>
          <p:nvPr/>
        </p:nvSpPr>
        <p:spPr>
          <a:xfrm>
            <a:off x="4114800" y="4876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687" name="Oval 160"/>
          <p:cNvSpPr/>
          <p:nvPr/>
        </p:nvSpPr>
        <p:spPr>
          <a:xfrm>
            <a:off x="1447800" y="5638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name</a:t>
            </a:r>
            <a:endParaRPr dirty="0" sz="1600" lang="en-US">
              <a:solidFill>
                <a:schemeClr val="tx1"/>
              </a:solidFill>
            </a:endParaRPr>
          </a:p>
        </p:txBody>
      </p:sp>
      <p:sp>
        <p:nvSpPr>
          <p:cNvPr id="1048688" name="Oval 161"/>
          <p:cNvSpPr/>
          <p:nvPr/>
        </p:nvSpPr>
        <p:spPr>
          <a:xfrm>
            <a:off x="2286000" y="48006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address</a:t>
            </a:r>
            <a:endParaRPr dirty="0" sz="1600" lang="en-US">
              <a:solidFill>
                <a:schemeClr val="tx1"/>
              </a:solidFill>
            </a:endParaRPr>
          </a:p>
        </p:txBody>
      </p:sp>
      <p:sp>
        <p:nvSpPr>
          <p:cNvPr id="1048689" name="Oval 162"/>
          <p:cNvSpPr/>
          <p:nvPr/>
        </p:nvSpPr>
        <p:spPr>
          <a:xfrm>
            <a:off x="2819400" y="5486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amount</a:t>
            </a:r>
            <a:endParaRPr dirty="0" sz="1600" lang="en-US">
              <a:solidFill>
                <a:schemeClr val="tx1"/>
              </a:solidFill>
            </a:endParaRPr>
          </a:p>
        </p:txBody>
      </p:sp>
      <p:sp>
        <p:nvSpPr>
          <p:cNvPr id="1048690" name="Oval 163"/>
          <p:cNvSpPr/>
          <p:nvPr/>
        </p:nvSpPr>
        <p:spPr>
          <a:xfrm>
            <a:off x="457200" y="49530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u="sng" smtClean="0">
                <a:solidFill>
                  <a:schemeClr val="tx1"/>
                </a:solidFill>
              </a:rPr>
              <a:t>cust_id</a:t>
            </a:r>
            <a:endParaRPr dirty="0" sz="1600" lang="en-US" u="sng">
              <a:solidFill>
                <a:schemeClr val="tx1"/>
              </a:solidFill>
            </a:endParaRPr>
          </a:p>
        </p:txBody>
      </p:sp>
      <p:cxnSp>
        <p:nvCxnSpPr>
          <p:cNvPr id="3145771" name="Straight Connector 177"/>
          <p:cNvCxnSpPr>
            <a:cxnSpLocks/>
            <a:stCxn id="1048672" idx="2"/>
            <a:endCxn id="1048690" idx="7"/>
          </p:cNvCxnSpPr>
          <p:nvPr/>
        </p:nvCxnSpPr>
        <p:spPr>
          <a:xfrm rot="5400000">
            <a:off x="1357569" y="4788483"/>
            <a:ext cx="382915" cy="102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2" name="Straight Connector 180"/>
          <p:cNvCxnSpPr>
            <a:cxnSpLocks/>
            <a:stCxn id="1048672" idx="2"/>
            <a:endCxn id="1048687" idx="0"/>
          </p:cNvCxnSpPr>
          <p:nvPr/>
        </p:nvCxnSpPr>
        <p:spPr>
          <a:xfrm rot="16200000" flipH="1">
            <a:off x="1333500" y="4914900"/>
            <a:ext cx="990600" cy="457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3" name="Straight Connector 184"/>
          <p:cNvCxnSpPr>
            <a:cxnSpLocks/>
            <a:stCxn id="1048689" idx="2"/>
            <a:endCxn id="1048672" idx="2"/>
          </p:cNvCxnSpPr>
          <p:nvPr/>
        </p:nvCxnSpPr>
        <p:spPr>
          <a:xfrm rot="10800000">
            <a:off x="1600200" y="4648200"/>
            <a:ext cx="1219200" cy="11049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4" name="Straight Connector 188"/>
          <p:cNvCxnSpPr>
            <a:cxnSpLocks/>
            <a:stCxn id="1048688" idx="1"/>
            <a:endCxn id="1048672" idx="2"/>
          </p:cNvCxnSpPr>
          <p:nvPr/>
        </p:nvCxnSpPr>
        <p:spPr>
          <a:xfrm rot="16200000" flipV="1">
            <a:off x="1917117" y="4331284"/>
            <a:ext cx="230515" cy="864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5" name="Straight Connector 197"/>
          <p:cNvCxnSpPr>
            <a:cxnSpLocks/>
            <a:stCxn id="1048673" idx="2"/>
            <a:endCxn id="1048684" idx="1"/>
          </p:cNvCxnSpPr>
          <p:nvPr/>
        </p:nvCxnSpPr>
        <p:spPr>
          <a:xfrm rot="16200000" flipH="1">
            <a:off x="5727117" y="4331283"/>
            <a:ext cx="154315" cy="7881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6" name="Straight Connector 200"/>
          <p:cNvCxnSpPr>
            <a:cxnSpLocks/>
            <a:stCxn id="1048673" idx="2"/>
            <a:endCxn id="1048685" idx="1"/>
          </p:cNvCxnSpPr>
          <p:nvPr/>
        </p:nvCxnSpPr>
        <p:spPr>
          <a:xfrm rot="16200000" flipH="1">
            <a:off x="5460417" y="4597983"/>
            <a:ext cx="840115" cy="9405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7" name="Straight Connector 203"/>
          <p:cNvCxnSpPr>
            <a:cxnSpLocks/>
            <a:stCxn id="1048673" idx="2"/>
            <a:endCxn id="1048683" idx="0"/>
          </p:cNvCxnSpPr>
          <p:nvPr/>
        </p:nvCxnSpPr>
        <p:spPr>
          <a:xfrm rot="16200000" flipH="1">
            <a:off x="5067300" y="4991100"/>
            <a:ext cx="762000" cy="76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78" name="Straight Connector 206"/>
          <p:cNvCxnSpPr>
            <a:cxnSpLocks/>
            <a:stCxn id="1048673" idx="2"/>
            <a:endCxn id="1048686" idx="7"/>
          </p:cNvCxnSpPr>
          <p:nvPr/>
        </p:nvCxnSpPr>
        <p:spPr>
          <a:xfrm rot="5400000">
            <a:off x="5129469" y="4674183"/>
            <a:ext cx="306715" cy="2547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id="5" nodeType="clickEffect" presetClass="entr" presetID="1" presetSubtype="0">
                                  <p:stCondLst>
                                    <p:cond delay="0"/>
                                  </p:stCondLst>
                                  <p:childTnLst>
                                    <p:set>
                                      <p:cBhvr>
                                        <p:cTn dur="1" fill="hold" id="6">
                                          <p:stCondLst>
                                            <p:cond delay="0"/>
                                          </p:stCondLst>
                                        </p:cTn>
                                        <p:tgtEl>
                                          <p:spTgt spid="3145778"/>
                                        </p:tgtEl>
                                        <p:attrNameLst>
                                          <p:attrName>style.visibility</p:attrName>
                                        </p:attrNameLst>
                                      </p:cBhvr>
                                      <p:to>
                                        <p:strVal val="visible"/>
                                      </p:to>
                                    </p:set>
                                  </p:childTnLst>
                                </p:cTn>
                              </p:par>
                              <p:par>
                                <p:cTn fill="hold" grpId="0" id="7" nodeType="withEffect" presetClass="entr" presetID="1" presetSubtype="0">
                                  <p:stCondLst>
                                    <p:cond delay="0"/>
                                  </p:stCondLst>
                                  <p:childTnLst>
                                    <p:set>
                                      <p:cBhvr>
                                        <p:cTn dur="1" fill="hold" id="8">
                                          <p:stCondLst>
                                            <p:cond delay="0"/>
                                          </p:stCondLst>
                                        </p:cTn>
                                        <p:tgtEl>
                                          <p:spTgt spid="1048686"/>
                                        </p:tgtEl>
                                        <p:attrNameLst>
                                          <p:attrName>style.visibility</p:attrName>
                                        </p:attrNameLst>
                                      </p:cBhvr>
                                      <p:to>
                                        <p:strVal val="visible"/>
                                      </p:to>
                                    </p:set>
                                  </p:childTnLst>
                                </p:cTn>
                              </p:par>
                              <p:par>
                                <p:cTn fill="hold" id="9" nodeType="withEffect" presetClass="entr" presetID="1" presetSubtype="0">
                                  <p:stCondLst>
                                    <p:cond delay="0"/>
                                  </p:stCondLst>
                                  <p:childTnLst>
                                    <p:set>
                                      <p:cBhvr>
                                        <p:cTn dur="1" fill="hold" id="10">
                                          <p:stCondLst>
                                            <p:cond delay="0"/>
                                          </p:stCondLst>
                                        </p:cTn>
                                        <p:tgtEl>
                                          <p:spTgt spid="3145777"/>
                                        </p:tgtEl>
                                        <p:attrNameLst>
                                          <p:attrName>style.visibility</p:attrName>
                                        </p:attrNameLst>
                                      </p:cBhvr>
                                      <p:to>
                                        <p:strVal val="visible"/>
                                      </p:to>
                                    </p:set>
                                  </p:childTnLst>
                                </p:cTn>
                              </p:par>
                              <p:par>
                                <p:cTn fill="hold" id="11" nodeType="withEffect" presetClass="entr" presetID="1" presetSubtype="0">
                                  <p:stCondLst>
                                    <p:cond delay="0"/>
                                  </p:stCondLst>
                                  <p:childTnLst>
                                    <p:set>
                                      <p:cBhvr>
                                        <p:cTn dur="1" fill="hold" id="12">
                                          <p:stCondLst>
                                            <p:cond delay="0"/>
                                          </p:stCondLst>
                                        </p:cTn>
                                        <p:tgtEl>
                                          <p:spTgt spid="3145776"/>
                                        </p:tgtEl>
                                        <p:attrNameLst>
                                          <p:attrName>style.visibility</p:attrName>
                                        </p:attrNameLst>
                                      </p:cBhvr>
                                      <p:to>
                                        <p:strVal val="visible"/>
                                      </p:to>
                                    </p:set>
                                  </p:childTnLst>
                                </p:cTn>
                              </p:par>
                              <p:par>
                                <p:cTn fill="hold" id="13" nodeType="withEffect" presetClass="entr" presetID="1" presetSubtype="0">
                                  <p:stCondLst>
                                    <p:cond delay="0"/>
                                  </p:stCondLst>
                                  <p:childTnLst>
                                    <p:set>
                                      <p:cBhvr>
                                        <p:cTn dur="1" fill="hold" id="14">
                                          <p:stCondLst>
                                            <p:cond delay="0"/>
                                          </p:stCondLst>
                                        </p:cTn>
                                        <p:tgtEl>
                                          <p:spTgt spid="3145775"/>
                                        </p:tgtEl>
                                        <p:attrNameLst>
                                          <p:attrName>style.visibility</p:attrName>
                                        </p:attrNameLst>
                                      </p:cBhvr>
                                      <p:to>
                                        <p:strVal val="visible"/>
                                      </p:to>
                                    </p:set>
                                  </p:childTnLst>
                                </p:cTn>
                              </p:par>
                              <p:par>
                                <p:cTn fill="hold" grpId="0" id="15" nodeType="withEffect" presetClass="entr" presetID="1" presetSubtype="0">
                                  <p:stCondLst>
                                    <p:cond delay="0"/>
                                  </p:stCondLst>
                                  <p:childTnLst>
                                    <p:set>
                                      <p:cBhvr>
                                        <p:cTn dur="1" fill="hold" id="16">
                                          <p:stCondLst>
                                            <p:cond delay="0"/>
                                          </p:stCondLst>
                                        </p:cTn>
                                        <p:tgtEl>
                                          <p:spTgt spid="1048673"/>
                                        </p:tgtEl>
                                        <p:attrNameLst>
                                          <p:attrName>style.visibility</p:attrName>
                                        </p:attrNameLst>
                                      </p:cBhvr>
                                      <p:to>
                                        <p:strVal val="visible"/>
                                      </p:to>
                                    </p:set>
                                  </p:childTnLst>
                                </p:cTn>
                              </p:par>
                              <p:par>
                                <p:cTn fill="hold" grpId="0" id="17" nodeType="withEffect" presetClass="entr" presetID="1" presetSubtype="0">
                                  <p:stCondLst>
                                    <p:cond delay="0"/>
                                  </p:stCondLst>
                                  <p:childTnLst>
                                    <p:set>
                                      <p:cBhvr>
                                        <p:cTn dur="1" fill="hold" id="18">
                                          <p:stCondLst>
                                            <p:cond delay="0"/>
                                          </p:stCondLst>
                                        </p:cTn>
                                        <p:tgtEl>
                                          <p:spTgt spid="1048684"/>
                                        </p:tgtEl>
                                        <p:attrNameLst>
                                          <p:attrName>style.visibility</p:attrName>
                                        </p:attrNameLst>
                                      </p:cBhvr>
                                      <p:to>
                                        <p:strVal val="visible"/>
                                      </p:to>
                                    </p:set>
                                  </p:childTnLst>
                                </p:cTn>
                              </p:par>
                              <p:par>
                                <p:cTn fill="hold" grpId="0" id="19" nodeType="withEffect" presetClass="entr" presetID="1" presetSubtype="0">
                                  <p:stCondLst>
                                    <p:cond delay="0"/>
                                  </p:stCondLst>
                                  <p:childTnLst>
                                    <p:set>
                                      <p:cBhvr>
                                        <p:cTn dur="1" fill="hold" id="20">
                                          <p:stCondLst>
                                            <p:cond delay="0"/>
                                          </p:stCondLst>
                                        </p:cTn>
                                        <p:tgtEl>
                                          <p:spTgt spid="1048685"/>
                                        </p:tgtEl>
                                        <p:attrNameLst>
                                          <p:attrName>style.visibility</p:attrName>
                                        </p:attrNameLst>
                                      </p:cBhvr>
                                      <p:to>
                                        <p:strVal val="visible"/>
                                      </p:to>
                                    </p:set>
                                  </p:childTnLst>
                                </p:cTn>
                              </p:par>
                              <p:par>
                                <p:cTn fill="hold" grpId="0" id="21" nodeType="withEffect" presetClass="entr" presetID="1" presetSubtype="0">
                                  <p:stCondLst>
                                    <p:cond delay="0"/>
                                  </p:stCondLst>
                                  <p:childTnLst>
                                    <p:set>
                                      <p:cBhvr>
                                        <p:cTn dur="1" fill="hold" id="22">
                                          <p:stCondLst>
                                            <p:cond delay="0"/>
                                          </p:stCondLst>
                                        </p:cTn>
                                        <p:tgtEl>
                                          <p:spTgt spid="1048683"/>
                                        </p:tgtEl>
                                        <p:attrNameLst>
                                          <p:attrName>style.visibility</p:attrName>
                                        </p:attrNameLst>
                                      </p:cBhvr>
                                      <p:to>
                                        <p:strVal val="visible"/>
                                      </p:to>
                                    </p:set>
                                  </p:childTnLst>
                                </p:cTn>
                              </p:par>
                            </p:childTnLst>
                          </p:cTn>
                        </p:par>
                      </p:childTnLst>
                    </p:cTn>
                  </p:par>
                  <p:par>
                    <p:cTn fill="hold" id="23">
                      <p:stCondLst>
                        <p:cond delay="indefinite"/>
                      </p:stCondLst>
                      <p:childTnLst>
                        <p:par>
                          <p:cTn fill="hold" id="24">
                            <p:stCondLst>
                              <p:cond delay="0"/>
                            </p:stCondLst>
                            <p:childTnLst>
                              <p:par>
                                <p:cTn fill="hold" id="25" nodeType="clickEffect" presetClass="entr" presetID="1" presetSubtype="0">
                                  <p:stCondLst>
                                    <p:cond delay="0"/>
                                  </p:stCondLst>
                                  <p:childTnLst>
                                    <p:set>
                                      <p:cBhvr>
                                        <p:cTn dur="1" fill="hold" id="26">
                                          <p:stCondLst>
                                            <p:cond delay="0"/>
                                          </p:stCondLst>
                                        </p:cTn>
                                        <p:tgtEl>
                                          <p:spTgt spid="3145767"/>
                                        </p:tgtEl>
                                        <p:attrNameLst>
                                          <p:attrName>style.visibility</p:attrName>
                                        </p:attrNameLst>
                                      </p:cBhvr>
                                      <p:to>
                                        <p:strVal val="visible"/>
                                      </p:to>
                                    </p:set>
                                  </p:childTnLst>
                                </p:cTn>
                              </p:par>
                              <p:par>
                                <p:cTn fill="hold" id="27" nodeType="withEffect" presetClass="entr" presetID="1" presetSubtype="0">
                                  <p:stCondLst>
                                    <p:cond delay="0"/>
                                  </p:stCondLst>
                                  <p:childTnLst>
                                    <p:set>
                                      <p:cBhvr>
                                        <p:cTn dur="1" fill="hold" id="28">
                                          <p:stCondLst>
                                            <p:cond delay="0"/>
                                          </p:stCondLst>
                                        </p:cTn>
                                        <p:tgtEl>
                                          <p:spTgt spid="3145768"/>
                                        </p:tgtEl>
                                        <p:attrNameLst>
                                          <p:attrName>style.visibility</p:attrName>
                                        </p:attrNameLst>
                                      </p:cBhvr>
                                      <p:to>
                                        <p:strVal val="visible"/>
                                      </p:to>
                                    </p:set>
                                  </p:childTnLst>
                                </p:cTn>
                              </p:par>
                              <p:par>
                                <p:cTn fill="hold" id="29" nodeType="withEffect" presetClass="entr" presetID="1" presetSubtype="0">
                                  <p:stCondLst>
                                    <p:cond delay="0"/>
                                  </p:stCondLst>
                                  <p:childTnLst>
                                    <p:set>
                                      <p:cBhvr>
                                        <p:cTn dur="1" fill="hold" id="30">
                                          <p:stCondLst>
                                            <p:cond delay="0"/>
                                          </p:stCondLst>
                                        </p:cTn>
                                        <p:tgtEl>
                                          <p:spTgt spid="3145769"/>
                                        </p:tgtEl>
                                        <p:attrNameLst>
                                          <p:attrName>style.visibility</p:attrName>
                                        </p:attrNameLst>
                                      </p:cBhvr>
                                      <p:to>
                                        <p:strVal val="visible"/>
                                      </p:to>
                                    </p:set>
                                  </p:childTnLst>
                                </p:cTn>
                              </p:par>
                              <p:par>
                                <p:cTn fill="hold" id="31" nodeType="withEffect" presetClass="entr" presetID="1" presetSubtype="0">
                                  <p:stCondLst>
                                    <p:cond delay="0"/>
                                  </p:stCondLst>
                                  <p:childTnLst>
                                    <p:set>
                                      <p:cBhvr>
                                        <p:cTn dur="1" fill="hold" id="32">
                                          <p:stCondLst>
                                            <p:cond delay="0"/>
                                          </p:stCondLst>
                                        </p:cTn>
                                        <p:tgtEl>
                                          <p:spTgt spid="1048682"/>
                                        </p:tgtEl>
                                        <p:attrNameLst>
                                          <p:attrName>style.visibility</p:attrName>
                                        </p:attrNameLst>
                                      </p:cBhvr>
                                      <p:to>
                                        <p:strVal val="visible"/>
                                      </p:to>
                                    </p:set>
                                  </p:childTnLst>
                                </p:cTn>
                              </p:par>
                              <p:par>
                                <p:cTn fill="hold" id="33" nodeType="withEffect" presetClass="entr" presetID="1" presetSubtype="0">
                                  <p:stCondLst>
                                    <p:cond delay="0"/>
                                  </p:stCondLst>
                                  <p:childTnLst>
                                    <p:set>
                                      <p:cBhvr>
                                        <p:cTn dur="1" fill="hold" id="34">
                                          <p:stCondLst>
                                            <p:cond delay="0"/>
                                          </p:stCondLst>
                                        </p:cTn>
                                        <p:tgtEl>
                                          <p:spTgt spid="1048679"/>
                                        </p:tgtEl>
                                        <p:attrNameLst>
                                          <p:attrName>style.visibility</p:attrName>
                                        </p:attrNameLst>
                                      </p:cBhvr>
                                      <p:to>
                                        <p:strVal val="visible"/>
                                      </p:to>
                                    </p:set>
                                  </p:childTnLst>
                                </p:cTn>
                              </p:par>
                              <p:par>
                                <p:cTn fill="hold" id="35" nodeType="withEffect" presetClass="entr" presetID="1" presetSubtype="0">
                                  <p:stCondLst>
                                    <p:cond delay="0"/>
                                  </p:stCondLst>
                                  <p:childTnLst>
                                    <p:set>
                                      <p:cBhvr>
                                        <p:cTn dur="1" fill="hold" id="36">
                                          <p:stCondLst>
                                            <p:cond delay="0"/>
                                          </p:stCondLst>
                                        </p:cTn>
                                        <p:tgtEl>
                                          <p:spTgt spid="1048680"/>
                                        </p:tgtEl>
                                        <p:attrNameLst>
                                          <p:attrName>style.visibility</p:attrName>
                                        </p:attrNameLst>
                                      </p:cBhvr>
                                      <p:to>
                                        <p:strVal val="visible"/>
                                      </p:to>
                                    </p:set>
                                  </p:childTnLst>
                                </p:cTn>
                              </p:par>
                              <p:par>
                                <p:cTn fill="hold" id="37" nodeType="withEffect" presetClass="entr" presetID="1" presetSubtype="0">
                                  <p:stCondLst>
                                    <p:cond delay="0"/>
                                  </p:stCondLst>
                                  <p:childTnLst>
                                    <p:set>
                                      <p:cBhvr>
                                        <p:cTn dur="1" fill="hold" id="38">
                                          <p:stCondLst>
                                            <p:cond delay="0"/>
                                          </p:stCondLst>
                                        </p:cTn>
                                        <p:tgtEl>
                                          <p:spTgt spid="3145766"/>
                                        </p:tgtEl>
                                        <p:attrNameLst>
                                          <p:attrName>style.visibility</p:attrName>
                                        </p:attrNameLst>
                                      </p:cBhvr>
                                      <p:to>
                                        <p:strVal val="visible"/>
                                      </p:to>
                                    </p:set>
                                  </p:childTnLst>
                                </p:cTn>
                              </p:par>
                              <p:par>
                                <p:cTn fill="hold" id="39" nodeType="withEffect" presetClass="entr" presetID="1" presetSubtype="0">
                                  <p:stCondLst>
                                    <p:cond delay="0"/>
                                  </p:stCondLst>
                                  <p:childTnLst>
                                    <p:set>
                                      <p:cBhvr>
                                        <p:cTn dur="1" fill="hold" id="40">
                                          <p:stCondLst>
                                            <p:cond delay="0"/>
                                          </p:stCondLst>
                                        </p:cTn>
                                        <p:tgtEl>
                                          <p:spTgt spid="1048681"/>
                                        </p:tgtEl>
                                        <p:attrNameLst>
                                          <p:attrName>style.visibility</p:attrName>
                                        </p:attrNameLst>
                                      </p:cBhvr>
                                      <p:to>
                                        <p:strVal val="visible"/>
                                      </p:to>
                                    </p:set>
                                  </p:childTnLst>
                                </p:cTn>
                              </p:par>
                              <p:par>
                                <p:cTn fill="hold" id="41" nodeType="withEffect" presetClass="entr" presetID="1" presetSubtype="0">
                                  <p:stCondLst>
                                    <p:cond delay="0"/>
                                  </p:stCondLst>
                                  <p:childTnLst>
                                    <p:set>
                                      <p:cBhvr>
                                        <p:cTn dur="1" fill="hold" id="42">
                                          <p:stCondLst>
                                            <p:cond delay="0"/>
                                          </p:stCondLst>
                                        </p:cTn>
                                        <p:tgtEl>
                                          <p:spTgt spid="1048670"/>
                                        </p:tgtEl>
                                        <p:attrNameLst>
                                          <p:attrName>style.visibility</p:attrName>
                                        </p:attrNameLst>
                                      </p:cBhvr>
                                      <p:to>
                                        <p:strVal val="visible"/>
                                      </p:to>
                                    </p:set>
                                  </p:childTnLst>
                                </p:cTn>
                              </p:par>
                            </p:childTnLst>
                          </p:cTn>
                        </p:par>
                      </p:childTnLst>
                    </p:cTn>
                  </p:par>
                  <p:par>
                    <p:cTn fill="hold" id="43">
                      <p:stCondLst>
                        <p:cond delay="indefinite"/>
                      </p:stCondLst>
                      <p:childTnLst>
                        <p:par>
                          <p:cTn fill="hold" id="44">
                            <p:stCondLst>
                              <p:cond delay="0"/>
                            </p:stCondLst>
                            <p:childTnLst>
                              <p:par>
                                <p:cTn fill="hold" grpId="0" id="45" nodeType="clickEffect" presetClass="entr" presetID="1" presetSubtype="0">
                                  <p:stCondLst>
                                    <p:cond delay="0"/>
                                  </p:stCondLst>
                                  <p:childTnLst>
                                    <p:set>
                                      <p:cBhvr>
                                        <p:cTn dur="1" fill="hold" id="46">
                                          <p:stCondLst>
                                            <p:cond delay="0"/>
                                          </p:stCondLst>
                                        </p:cTn>
                                        <p:tgtEl>
                                          <p:spTgt spid="1048678"/>
                                        </p:tgtEl>
                                        <p:attrNameLst>
                                          <p:attrName>style.visibility</p:attrName>
                                        </p:attrNameLst>
                                      </p:cBhvr>
                                      <p:to>
                                        <p:strVal val="visible"/>
                                      </p:to>
                                    </p:set>
                                  </p:childTnLst>
                                </p:cTn>
                              </p:par>
                              <p:par>
                                <p:cTn fill="hold" id="47" nodeType="withEffect" presetClass="entr" presetID="1" presetSubtype="0">
                                  <p:stCondLst>
                                    <p:cond delay="0"/>
                                  </p:stCondLst>
                                  <p:childTnLst>
                                    <p:set>
                                      <p:cBhvr>
                                        <p:cTn dur="1" fill="hold" id="48">
                                          <p:stCondLst>
                                            <p:cond delay="0"/>
                                          </p:stCondLst>
                                        </p:cTn>
                                        <p:tgtEl>
                                          <p:spTgt spid="3145770"/>
                                        </p:tgtEl>
                                        <p:attrNameLst>
                                          <p:attrName>style.visibility</p:attrName>
                                        </p:attrNameLst>
                                      </p:cBhvr>
                                      <p:to>
                                        <p:strVal val="visible"/>
                                      </p:to>
                                    </p:set>
                                  </p:childTnLst>
                                </p:cTn>
                              </p:par>
                              <p:par>
                                <p:cTn fill="hold" grpId="0" id="49" nodeType="withEffect" presetClass="entr" presetID="1" presetSubtype="0">
                                  <p:stCondLst>
                                    <p:cond delay="0"/>
                                  </p:stCondLst>
                                  <p:childTnLst>
                                    <p:set>
                                      <p:cBhvr>
                                        <p:cTn dur="1" fill="hold" id="50">
                                          <p:stCondLst>
                                            <p:cond delay="0"/>
                                          </p:stCondLst>
                                        </p:cTn>
                                        <p:tgtEl>
                                          <p:spTgt spid="1048671"/>
                                        </p:tgtEl>
                                        <p:attrNameLst>
                                          <p:attrName>style.visibility</p:attrName>
                                        </p:attrNameLst>
                                      </p:cBhvr>
                                      <p:to>
                                        <p:strVal val="visible"/>
                                      </p:to>
                                    </p:set>
                                  </p:childTnLst>
                                </p:cTn>
                              </p:par>
                            </p:childTnLst>
                          </p:cTn>
                        </p:par>
                      </p:childTnLst>
                    </p:cTn>
                  </p:par>
                  <p:par>
                    <p:cTn fill="hold" id="51">
                      <p:stCondLst>
                        <p:cond delay="indefinite"/>
                      </p:stCondLst>
                      <p:childTnLst>
                        <p:par>
                          <p:cTn fill="hold" id="52">
                            <p:stCondLst>
                              <p:cond delay="0"/>
                            </p:stCondLst>
                            <p:childTnLst>
                              <p:par>
                                <p:cTn fill="hold" id="53" nodeType="clickEffect" presetClass="entr" presetID="1" presetSubtype="0">
                                  <p:stCondLst>
                                    <p:cond delay="0"/>
                                  </p:stCondLst>
                                  <p:childTnLst>
                                    <p:set>
                                      <p:cBhvr>
                                        <p:cTn dur="1" fill="hold" id="54">
                                          <p:stCondLst>
                                            <p:cond delay="0"/>
                                          </p:stCondLst>
                                        </p:cTn>
                                        <p:tgtEl>
                                          <p:spTgt spid="3145774"/>
                                        </p:tgtEl>
                                        <p:attrNameLst>
                                          <p:attrName>style.visibility</p:attrName>
                                        </p:attrNameLst>
                                      </p:cBhvr>
                                      <p:to>
                                        <p:strVal val="visible"/>
                                      </p:to>
                                    </p:set>
                                  </p:childTnLst>
                                </p:cTn>
                              </p:par>
                              <p:par>
                                <p:cTn fill="hold" id="55" nodeType="withEffect" presetClass="entr" presetID="1" presetSubtype="0">
                                  <p:stCondLst>
                                    <p:cond delay="0"/>
                                  </p:stCondLst>
                                  <p:childTnLst>
                                    <p:set>
                                      <p:cBhvr>
                                        <p:cTn dur="1" fill="hold" id="56">
                                          <p:stCondLst>
                                            <p:cond delay="0"/>
                                          </p:stCondLst>
                                        </p:cTn>
                                        <p:tgtEl>
                                          <p:spTgt spid="3145773"/>
                                        </p:tgtEl>
                                        <p:attrNameLst>
                                          <p:attrName>style.visibility</p:attrName>
                                        </p:attrNameLst>
                                      </p:cBhvr>
                                      <p:to>
                                        <p:strVal val="visible"/>
                                      </p:to>
                                    </p:set>
                                  </p:childTnLst>
                                </p:cTn>
                              </p:par>
                              <p:par>
                                <p:cTn fill="hold" id="57" nodeType="withEffect" presetClass="entr" presetID="1" presetSubtype="0">
                                  <p:stCondLst>
                                    <p:cond delay="0"/>
                                  </p:stCondLst>
                                  <p:childTnLst>
                                    <p:set>
                                      <p:cBhvr>
                                        <p:cTn dur="1" fill="hold" id="58">
                                          <p:stCondLst>
                                            <p:cond delay="0"/>
                                          </p:stCondLst>
                                        </p:cTn>
                                        <p:tgtEl>
                                          <p:spTgt spid="3145772"/>
                                        </p:tgtEl>
                                        <p:attrNameLst>
                                          <p:attrName>style.visibility</p:attrName>
                                        </p:attrNameLst>
                                      </p:cBhvr>
                                      <p:to>
                                        <p:strVal val="visible"/>
                                      </p:to>
                                    </p:set>
                                  </p:childTnLst>
                                </p:cTn>
                              </p:par>
                              <p:par>
                                <p:cTn fill="hold" id="59" nodeType="withEffect" presetClass="entr" presetID="1" presetSubtype="0">
                                  <p:stCondLst>
                                    <p:cond delay="0"/>
                                  </p:stCondLst>
                                  <p:childTnLst>
                                    <p:set>
                                      <p:cBhvr>
                                        <p:cTn dur="1" fill="hold" id="60">
                                          <p:stCondLst>
                                            <p:cond delay="0"/>
                                          </p:stCondLst>
                                        </p:cTn>
                                        <p:tgtEl>
                                          <p:spTgt spid="3145771"/>
                                        </p:tgtEl>
                                        <p:attrNameLst>
                                          <p:attrName>style.visibility</p:attrName>
                                        </p:attrNameLst>
                                      </p:cBhvr>
                                      <p:to>
                                        <p:strVal val="visible"/>
                                      </p:to>
                                    </p:set>
                                  </p:childTnLst>
                                </p:cTn>
                              </p:par>
                              <p:par>
                                <p:cTn fill="hold" grpId="0" id="61" nodeType="withEffect" presetClass="entr" presetID="1" presetSubtype="0">
                                  <p:stCondLst>
                                    <p:cond delay="0"/>
                                  </p:stCondLst>
                                  <p:childTnLst>
                                    <p:set>
                                      <p:cBhvr>
                                        <p:cTn dur="1" fill="hold" id="62">
                                          <p:stCondLst>
                                            <p:cond delay="0"/>
                                          </p:stCondLst>
                                        </p:cTn>
                                        <p:tgtEl>
                                          <p:spTgt spid="1048690"/>
                                        </p:tgtEl>
                                        <p:attrNameLst>
                                          <p:attrName>style.visibility</p:attrName>
                                        </p:attrNameLst>
                                      </p:cBhvr>
                                      <p:to>
                                        <p:strVal val="visible"/>
                                      </p:to>
                                    </p:set>
                                  </p:childTnLst>
                                </p:cTn>
                              </p:par>
                              <p:par>
                                <p:cTn fill="hold" grpId="0" id="63" nodeType="withEffect" presetClass="entr" presetID="1" presetSubtype="0">
                                  <p:stCondLst>
                                    <p:cond delay="0"/>
                                  </p:stCondLst>
                                  <p:childTnLst>
                                    <p:set>
                                      <p:cBhvr>
                                        <p:cTn dur="1" fill="hold" id="64">
                                          <p:stCondLst>
                                            <p:cond delay="0"/>
                                          </p:stCondLst>
                                        </p:cTn>
                                        <p:tgtEl>
                                          <p:spTgt spid="1048672"/>
                                        </p:tgtEl>
                                        <p:attrNameLst>
                                          <p:attrName>style.visibility</p:attrName>
                                        </p:attrNameLst>
                                      </p:cBhvr>
                                      <p:to>
                                        <p:strVal val="visible"/>
                                      </p:to>
                                    </p:set>
                                  </p:childTnLst>
                                </p:cTn>
                              </p:par>
                              <p:par>
                                <p:cTn fill="hold" grpId="0" id="65" nodeType="withEffect" presetClass="entr" presetID="1" presetSubtype="0">
                                  <p:stCondLst>
                                    <p:cond delay="0"/>
                                  </p:stCondLst>
                                  <p:childTnLst>
                                    <p:set>
                                      <p:cBhvr>
                                        <p:cTn dur="1" fill="hold" id="66">
                                          <p:stCondLst>
                                            <p:cond delay="0"/>
                                          </p:stCondLst>
                                        </p:cTn>
                                        <p:tgtEl>
                                          <p:spTgt spid="1048688"/>
                                        </p:tgtEl>
                                        <p:attrNameLst>
                                          <p:attrName>style.visibility</p:attrName>
                                        </p:attrNameLst>
                                      </p:cBhvr>
                                      <p:to>
                                        <p:strVal val="visible"/>
                                      </p:to>
                                    </p:set>
                                  </p:childTnLst>
                                </p:cTn>
                              </p:par>
                              <p:par>
                                <p:cTn fill="hold" grpId="0" id="67" nodeType="withEffect" presetClass="entr" presetID="1" presetSubtype="0">
                                  <p:stCondLst>
                                    <p:cond delay="0"/>
                                  </p:stCondLst>
                                  <p:childTnLst>
                                    <p:set>
                                      <p:cBhvr>
                                        <p:cTn dur="1" fill="hold" id="68">
                                          <p:stCondLst>
                                            <p:cond delay="0"/>
                                          </p:stCondLst>
                                        </p:cTn>
                                        <p:tgtEl>
                                          <p:spTgt spid="1048689"/>
                                        </p:tgtEl>
                                        <p:attrNameLst>
                                          <p:attrName>style.visibility</p:attrName>
                                        </p:attrNameLst>
                                      </p:cBhvr>
                                      <p:to>
                                        <p:strVal val="visible"/>
                                      </p:to>
                                    </p:set>
                                  </p:childTnLst>
                                </p:cTn>
                              </p:par>
                              <p:par>
                                <p:cTn fill="hold" grpId="0" id="69" nodeType="withEffect" presetClass="entr" presetID="1" presetSubtype="0">
                                  <p:stCondLst>
                                    <p:cond delay="0"/>
                                  </p:stCondLst>
                                  <p:childTnLst>
                                    <p:set>
                                      <p:cBhvr>
                                        <p:cTn dur="1" fill="hold" id="70">
                                          <p:stCondLst>
                                            <p:cond delay="0"/>
                                          </p:stCondLst>
                                        </p:cTn>
                                        <p:tgtEl>
                                          <p:spTgt spid="1048687"/>
                                        </p:tgtEl>
                                        <p:attrNameLst>
                                          <p:attrName>style.visibility</p:attrName>
                                        </p:attrNameLst>
                                      </p:cBhvr>
                                      <p:to>
                                        <p:strVal val="visible"/>
                                      </p:to>
                                    </p:set>
                                  </p:childTnLst>
                                </p:cTn>
                              </p:par>
                            </p:childTnLst>
                          </p:cTn>
                        </p:par>
                      </p:childTnLst>
                    </p:cTn>
                  </p:par>
                  <p:par>
                    <p:cTn fill="hold" id="71">
                      <p:stCondLst>
                        <p:cond delay="indefinite"/>
                      </p:stCondLst>
                      <p:childTnLst>
                        <p:par>
                          <p:cTn fill="hold" id="72">
                            <p:stCondLst>
                              <p:cond delay="0"/>
                            </p:stCondLst>
                            <p:childTnLst>
                              <p:par>
                                <p:cTn fill="hold" id="73" nodeType="clickEffect" presetClass="entr" presetID="1" presetSubtype="0">
                                  <p:stCondLst>
                                    <p:cond delay="0"/>
                                  </p:stCondLst>
                                  <p:childTnLst>
                                    <p:set>
                                      <p:cBhvr>
                                        <p:cTn dur="1" fill="hold" id="74">
                                          <p:stCondLst>
                                            <p:cond delay="0"/>
                                          </p:stCondLst>
                                        </p:cTn>
                                        <p:tgtEl>
                                          <p:spTgt spid="3145762"/>
                                        </p:tgtEl>
                                        <p:attrNameLst>
                                          <p:attrName>style.visibility</p:attrName>
                                        </p:attrNameLst>
                                      </p:cBhvr>
                                      <p:to>
                                        <p:strVal val="visible"/>
                                      </p:to>
                                    </p:set>
                                  </p:childTnLst>
                                </p:cTn>
                              </p:par>
                              <p:par>
                                <p:cTn fill="hold" grpId="0" id="75" nodeType="withEffect" presetClass="entr" presetID="1" presetSubtype="0">
                                  <p:stCondLst>
                                    <p:cond delay="0"/>
                                  </p:stCondLst>
                                  <p:childTnLst>
                                    <p:set>
                                      <p:cBhvr>
                                        <p:cTn dur="1" fill="hold" id="76">
                                          <p:stCondLst>
                                            <p:cond delay="0"/>
                                          </p:stCondLst>
                                        </p:cTn>
                                        <p:tgtEl>
                                          <p:spTgt spid="1048676"/>
                                        </p:tgtEl>
                                        <p:attrNameLst>
                                          <p:attrName>style.visibility</p:attrName>
                                        </p:attrNameLst>
                                      </p:cBhvr>
                                      <p:to>
                                        <p:strVal val="visible"/>
                                      </p:to>
                                    </p:set>
                                  </p:childTnLst>
                                </p:cTn>
                              </p:par>
                              <p:par>
                                <p:cTn fill="hold" id="77" nodeType="withEffect" presetClass="entr" presetID="1" presetSubtype="0">
                                  <p:stCondLst>
                                    <p:cond delay="0"/>
                                  </p:stCondLst>
                                  <p:childTnLst>
                                    <p:set>
                                      <p:cBhvr>
                                        <p:cTn dur="1" fill="hold" id="78">
                                          <p:stCondLst>
                                            <p:cond delay="0"/>
                                          </p:stCondLst>
                                        </p:cTn>
                                        <p:tgtEl>
                                          <p:spTgt spid="3145763"/>
                                        </p:tgtEl>
                                        <p:attrNameLst>
                                          <p:attrName>style.visibility</p:attrName>
                                        </p:attrNameLst>
                                      </p:cBhvr>
                                      <p:to>
                                        <p:strVal val="visible"/>
                                      </p:to>
                                    </p:set>
                                  </p:childTnLst>
                                </p:cTn>
                              </p:par>
                            </p:childTnLst>
                          </p:cTn>
                        </p:par>
                      </p:childTnLst>
                    </p:cTn>
                  </p:par>
                  <p:par>
                    <p:cTn fill="hold" id="79">
                      <p:stCondLst>
                        <p:cond delay="indefinite"/>
                      </p:stCondLst>
                      <p:childTnLst>
                        <p:par>
                          <p:cTn fill="hold" id="80">
                            <p:stCondLst>
                              <p:cond delay="0"/>
                            </p:stCondLst>
                            <p:childTnLst>
                              <p:par>
                                <p:cTn fill="hold" id="81" nodeType="clickEffect" presetClass="entr" presetID="1" presetSubtype="0">
                                  <p:stCondLst>
                                    <p:cond delay="0"/>
                                  </p:stCondLst>
                                  <p:childTnLst>
                                    <p:set>
                                      <p:cBhvr>
                                        <p:cTn dur="1" fill="hold" id="82">
                                          <p:stCondLst>
                                            <p:cond delay="0"/>
                                          </p:stCondLst>
                                        </p:cTn>
                                        <p:tgtEl>
                                          <p:spTgt spid="3145760"/>
                                        </p:tgtEl>
                                        <p:attrNameLst>
                                          <p:attrName>style.visibility</p:attrName>
                                        </p:attrNameLst>
                                      </p:cBhvr>
                                      <p:to>
                                        <p:strVal val="visible"/>
                                      </p:to>
                                    </p:set>
                                  </p:childTnLst>
                                </p:cTn>
                              </p:par>
                              <p:par>
                                <p:cTn fill="hold" grpId="0" id="83" nodeType="withEffect" presetClass="entr" presetID="1" presetSubtype="0">
                                  <p:stCondLst>
                                    <p:cond delay="0"/>
                                  </p:stCondLst>
                                  <p:childTnLst>
                                    <p:set>
                                      <p:cBhvr>
                                        <p:cTn dur="1" fill="hold" id="84">
                                          <p:stCondLst>
                                            <p:cond delay="0"/>
                                          </p:stCondLst>
                                        </p:cTn>
                                        <p:tgtEl>
                                          <p:spTgt spid="1048675"/>
                                        </p:tgtEl>
                                        <p:attrNameLst>
                                          <p:attrName>style.visibility</p:attrName>
                                        </p:attrNameLst>
                                      </p:cBhvr>
                                      <p:to>
                                        <p:strVal val="visible"/>
                                      </p:to>
                                    </p:set>
                                  </p:childTnLst>
                                </p:cTn>
                              </p:par>
                              <p:par>
                                <p:cTn fill="hold" id="85" nodeType="withEffect" presetClass="entr" presetID="1" presetSubtype="0">
                                  <p:stCondLst>
                                    <p:cond delay="0"/>
                                  </p:stCondLst>
                                  <p:childTnLst>
                                    <p:set>
                                      <p:cBhvr>
                                        <p:cTn dur="1" fill="hold" id="86">
                                          <p:stCondLst>
                                            <p:cond delay="0"/>
                                          </p:stCondLst>
                                        </p:cTn>
                                        <p:tgtEl>
                                          <p:spTgt spid="3145761"/>
                                        </p:tgtEl>
                                        <p:attrNameLst>
                                          <p:attrName>style.visibility</p:attrName>
                                        </p:attrNameLst>
                                      </p:cBhvr>
                                      <p:to>
                                        <p:strVal val="visible"/>
                                      </p:to>
                                    </p:set>
                                  </p:childTnLst>
                                </p:cTn>
                              </p:par>
                            </p:childTnLst>
                          </p:cTn>
                        </p:par>
                      </p:childTnLst>
                    </p:cTn>
                  </p:par>
                  <p:par>
                    <p:cTn fill="hold" id="87">
                      <p:stCondLst>
                        <p:cond delay="indefinite"/>
                      </p:stCondLst>
                      <p:childTnLst>
                        <p:par>
                          <p:cTn fill="hold" id="88">
                            <p:stCondLst>
                              <p:cond delay="0"/>
                            </p:stCondLst>
                            <p:childTnLst>
                              <p:par>
                                <p:cTn fill="hold" id="89" nodeType="clickEffect" presetClass="entr" presetID="1" presetSubtype="0">
                                  <p:stCondLst>
                                    <p:cond delay="0"/>
                                  </p:stCondLst>
                                  <p:childTnLst>
                                    <p:set>
                                      <p:cBhvr>
                                        <p:cTn dur="1" fill="hold" id="90">
                                          <p:stCondLst>
                                            <p:cond delay="0"/>
                                          </p:stCondLst>
                                        </p:cTn>
                                        <p:tgtEl>
                                          <p:spTgt spid="3145764"/>
                                        </p:tgtEl>
                                        <p:attrNameLst>
                                          <p:attrName>style.visibility</p:attrName>
                                        </p:attrNameLst>
                                      </p:cBhvr>
                                      <p:to>
                                        <p:strVal val="visible"/>
                                      </p:to>
                                    </p:set>
                                  </p:childTnLst>
                                </p:cTn>
                              </p:par>
                              <p:par>
                                <p:cTn fill="hold" grpId="0" id="91" nodeType="withEffect" presetClass="entr" presetID="1" presetSubtype="0">
                                  <p:stCondLst>
                                    <p:cond delay="0"/>
                                  </p:stCondLst>
                                  <p:childTnLst>
                                    <p:set>
                                      <p:cBhvr>
                                        <p:cTn dur="1" fill="hold" id="92">
                                          <p:stCondLst>
                                            <p:cond delay="0"/>
                                          </p:stCondLst>
                                        </p:cTn>
                                        <p:tgtEl>
                                          <p:spTgt spid="1048677"/>
                                        </p:tgtEl>
                                        <p:attrNameLst>
                                          <p:attrName>style.visibility</p:attrName>
                                        </p:attrNameLst>
                                      </p:cBhvr>
                                      <p:to>
                                        <p:strVal val="visible"/>
                                      </p:to>
                                    </p:set>
                                  </p:childTnLst>
                                </p:cTn>
                              </p:par>
                              <p:par>
                                <p:cTn fill="hold" id="93" nodeType="withEffect" presetClass="entr" presetID="1" presetSubtype="0">
                                  <p:stCondLst>
                                    <p:cond delay="0"/>
                                  </p:stCondLst>
                                  <p:childTnLst>
                                    <p:set>
                                      <p:cBhvr>
                                        <p:cTn dur="1" fill="hold" id="94">
                                          <p:stCondLst>
                                            <p:cond delay="0"/>
                                          </p:stCondLst>
                                        </p:cTn>
                                        <p:tgtEl>
                                          <p:spTgt spid="3145765"/>
                                        </p:tgtEl>
                                        <p:attrNameLst>
                                          <p:attrName>style.visibility</p:attrName>
                                        </p:attrNameLst>
                                      </p:cBhvr>
                                      <p:to>
                                        <p:strVal val="visible"/>
                                      </p:to>
                                    </p:set>
                                  </p:childTnLst>
                                </p:cTn>
                              </p:par>
                            </p:childTnLst>
                          </p:cTn>
                        </p:par>
                      </p:childTnLst>
                    </p:cTn>
                  </p:par>
                  <p:par>
                    <p:cTn fill="hold" id="95">
                      <p:stCondLst>
                        <p:cond delay="indefinite"/>
                      </p:stCondLst>
                      <p:childTnLst>
                        <p:par>
                          <p:cTn fill="hold" id="96">
                            <p:stCondLst>
                              <p:cond delay="0"/>
                            </p:stCondLst>
                            <p:childTnLst>
                              <p:par>
                                <p:cTn fill="hold" id="97" nodeType="clickEffect" presetClass="entr" presetID="1" presetSubtype="0">
                                  <p:stCondLst>
                                    <p:cond delay="0"/>
                                  </p:stCondLst>
                                  <p:childTnLst>
                                    <p:set>
                                      <p:cBhvr>
                                        <p:cTn dur="1" fill="hold" id="98">
                                          <p:stCondLst>
                                            <p:cond delay="0"/>
                                          </p:stCondLst>
                                        </p:cTn>
                                        <p:tgtEl>
                                          <p:spTgt spid="3145758"/>
                                        </p:tgtEl>
                                        <p:attrNameLst>
                                          <p:attrName>style.visibility</p:attrName>
                                        </p:attrNameLst>
                                      </p:cBhvr>
                                      <p:to>
                                        <p:strVal val="visible"/>
                                      </p:to>
                                    </p:set>
                                  </p:childTnLst>
                                </p:cTn>
                              </p:par>
                              <p:par>
                                <p:cTn fill="hold" grpId="0" id="99" nodeType="withEffect" presetClass="entr" presetID="1" presetSubtype="0">
                                  <p:stCondLst>
                                    <p:cond delay="0"/>
                                  </p:stCondLst>
                                  <p:childTnLst>
                                    <p:set>
                                      <p:cBhvr>
                                        <p:cTn dur="1" fill="hold" id="100">
                                          <p:stCondLst>
                                            <p:cond delay="0"/>
                                          </p:stCondLst>
                                        </p:cTn>
                                        <p:tgtEl>
                                          <p:spTgt spid="1048674"/>
                                        </p:tgtEl>
                                        <p:attrNameLst>
                                          <p:attrName>style.visibility</p:attrName>
                                        </p:attrNameLst>
                                      </p:cBhvr>
                                      <p:to>
                                        <p:strVal val="visible"/>
                                      </p:to>
                                    </p:set>
                                  </p:childTnLst>
                                </p:cTn>
                              </p:par>
                              <p:par>
                                <p:cTn fill="hold" id="101" nodeType="withEffect" presetClass="entr" presetID="1" presetSubtype="0">
                                  <p:stCondLst>
                                    <p:cond delay="0"/>
                                  </p:stCondLst>
                                  <p:childTnLst>
                                    <p:set>
                                      <p:cBhvr>
                                        <p:cTn dur="1" fill="hold" id="102">
                                          <p:stCondLst>
                                            <p:cond delay="0"/>
                                          </p:stCondLst>
                                        </p:cTn>
                                        <p:tgtEl>
                                          <p:spTgt spid="31457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8671" grpId="0" animBg="1"/>
      <p:bldP spid="1048672" grpId="0" animBg="1"/>
      <p:bldP spid="1048673" grpId="0" animBg="1"/>
      <p:bldP spid="1048674" grpId="0" animBg="1"/>
      <p:bldP spid="1048675" grpId="0" animBg="1"/>
      <p:bldP spid="1048676" grpId="0" animBg="1"/>
      <p:bldP spid="1048677" grpId="0" animBg="1"/>
      <p:bldP spid="1048678" grpId="0" animBg="1"/>
      <p:bldP spid="1048683" grpId="0" animBg="1"/>
      <p:bldP spid="1048684" grpId="0" animBg="1"/>
      <p:bldP spid="1048685" grpId="0" animBg="1"/>
      <p:bldP spid="1048686" grpId="0" animBg="1"/>
      <p:bldP spid="1048687" grpId="0" animBg="1"/>
      <p:bldP spid="1048688" grpId="0" animBg="1"/>
      <p:bldP spid="1048689" grpId="0" animBg="1"/>
      <p:bldP spid="104869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81" name=""/>
        <p:cNvGrpSpPr/>
        <p:nvPr/>
      </p:nvGrpSpPr>
      <p:grpSpPr>
        <a:xfrm>
          <a:off x="0" y="0"/>
          <a:ext cx="0" cy="0"/>
          <a:chOff x="0" y="0"/>
          <a:chExt cx="0" cy="0"/>
        </a:xfrm>
      </p:grpSpPr>
      <p:sp>
        <p:nvSpPr>
          <p:cNvPr id="1048691" name="Title 1"/>
          <p:cNvSpPr>
            <a:spLocks noGrp="1"/>
          </p:cNvSpPr>
          <p:nvPr>
            <p:ph type="title"/>
          </p:nvPr>
        </p:nvSpPr>
        <p:spPr/>
        <p:txBody>
          <a:bodyPr/>
          <a:p>
            <a:pPr algn="l"/>
            <a:r>
              <a:rPr dirty="0" lang="en-US" smtClean="0"/>
              <a:t>Exercise 2.8</a:t>
            </a:r>
            <a:endParaRPr dirty="0" lang="en-US"/>
          </a:p>
        </p:txBody>
      </p:sp>
      <p:sp>
        <p:nvSpPr>
          <p:cNvPr id="1048692" name="Content Placeholder 2"/>
          <p:cNvSpPr>
            <a:spLocks noGrp="1"/>
          </p:cNvSpPr>
          <p:nvPr>
            <p:ph sz="quarter" idx="1"/>
          </p:nvPr>
        </p:nvSpPr>
        <p:spPr>
          <a:xfrm>
            <a:off x="457200" y="1371600"/>
            <a:ext cx="8229600" cy="5029200"/>
          </a:xfrm>
        </p:spPr>
        <p:txBody>
          <a:bodyPr>
            <a:normAutofit/>
          </a:bodyPr>
          <a:p>
            <a:pPr>
              <a:buNone/>
            </a:pPr>
            <a:r>
              <a:rPr b="1" dirty="0" lang="en-US" smtClean="0"/>
              <a:t>Solution</a:t>
            </a:r>
          </a:p>
          <a:p>
            <a:r>
              <a:rPr dirty="0" lang="en-US" smtClean="0"/>
              <a:t>Now we look at constraints. </a:t>
            </a:r>
            <a:endParaRPr dirty="0" lang="en-US"/>
          </a:p>
          <a:p>
            <a:pPr lvl="1"/>
            <a:r>
              <a:rPr dirty="0" lang="en-US" smtClean="0"/>
              <a:t>Although not explicitly mentioned in the problem, we assume that each piece of artwork had to be painted by an artist.</a:t>
            </a:r>
          </a:p>
          <a:p>
            <a:pPr lvl="1"/>
            <a:r>
              <a:rPr dirty="0" lang="en-US" smtClean="0"/>
              <a:t>We also assume that each piece of artwork was created by exactly one artist.</a:t>
            </a:r>
            <a:endParaRPr dirty="0"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82" name=""/>
        <p:cNvGrpSpPr/>
        <p:nvPr/>
      </p:nvGrpSpPr>
      <p:grpSpPr>
        <a:xfrm>
          <a:off x="0" y="0"/>
          <a:ext cx="0" cy="0"/>
          <a:chOff x="0" y="0"/>
          <a:chExt cx="0" cy="0"/>
        </a:xfrm>
      </p:grpSpPr>
      <p:sp>
        <p:nvSpPr>
          <p:cNvPr id="1048693" name="Title 1"/>
          <p:cNvSpPr>
            <a:spLocks noGrp="1"/>
          </p:cNvSpPr>
          <p:nvPr>
            <p:ph type="title"/>
          </p:nvPr>
        </p:nvSpPr>
        <p:spPr/>
        <p:txBody>
          <a:bodyPr/>
          <a:p>
            <a:pPr algn="l"/>
            <a:r>
              <a:rPr dirty="0" lang="en-US" smtClean="0"/>
              <a:t>Exercise 2.8</a:t>
            </a:r>
            <a:endParaRPr dirty="0" lang="en-US"/>
          </a:p>
        </p:txBody>
      </p:sp>
      <p:sp>
        <p:nvSpPr>
          <p:cNvPr id="1048694" name="Content Placeholder 2"/>
          <p:cNvSpPr>
            <a:spLocks noGrp="1"/>
          </p:cNvSpPr>
          <p:nvPr>
            <p:ph sz="quarter" idx="1"/>
          </p:nvPr>
        </p:nvSpPr>
        <p:spPr>
          <a:xfrm>
            <a:off x="457200" y="1371600"/>
            <a:ext cx="8229600" cy="5105400"/>
          </a:xfrm>
        </p:spPr>
        <p:txBody>
          <a:bodyPr>
            <a:normAutofit/>
          </a:bodyPr>
          <a:p>
            <a:pPr>
              <a:buNone/>
            </a:pPr>
            <a:r>
              <a:rPr b="1" dirty="0" lang="en-US" smtClean="0"/>
              <a:t>Solution</a:t>
            </a:r>
          </a:p>
        </p:txBody>
      </p:sp>
      <p:cxnSp>
        <p:nvCxnSpPr>
          <p:cNvPr id="3145779" name="Straight Arrow Connector 34"/>
          <p:cNvCxnSpPr>
            <a:cxnSpLocks/>
            <a:stCxn id="1048695" idx="2"/>
            <a:endCxn id="1048701" idx="0"/>
          </p:cNvCxnSpPr>
          <p:nvPr/>
        </p:nvCxnSpPr>
        <p:spPr>
          <a:xfrm rot="5400000">
            <a:off x="7162800" y="3733800"/>
            <a:ext cx="457200" cy="1588"/>
          </a:xfrm>
          <a:prstGeom prst="straightConnector1"/>
          <a:ln w="317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48695" name="Rectangle 64"/>
          <p:cNvSpPr/>
          <p:nvPr/>
        </p:nvSpPr>
        <p:spPr>
          <a:xfrm>
            <a:off x="6705600" y="3048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Artwork</a:t>
            </a:r>
            <a:endParaRPr dirty="0" sz="1600" lang="en-US">
              <a:solidFill>
                <a:schemeClr val="tx1"/>
              </a:solidFill>
            </a:endParaRPr>
          </a:p>
        </p:txBody>
      </p:sp>
      <p:sp>
        <p:nvSpPr>
          <p:cNvPr id="1048696" name="Rectangle 65"/>
          <p:cNvSpPr/>
          <p:nvPr/>
        </p:nvSpPr>
        <p:spPr>
          <a:xfrm>
            <a:off x="2971800" y="3048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Group</a:t>
            </a:r>
            <a:endParaRPr dirty="0" sz="1600" lang="en-US">
              <a:solidFill>
                <a:schemeClr val="tx1"/>
              </a:solidFill>
            </a:endParaRPr>
          </a:p>
        </p:txBody>
      </p:sp>
      <p:sp>
        <p:nvSpPr>
          <p:cNvPr id="1048697" name="Rectangle 66"/>
          <p:cNvSpPr/>
          <p:nvPr/>
        </p:nvSpPr>
        <p:spPr>
          <a:xfrm>
            <a:off x="914400" y="4191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Customer</a:t>
            </a:r>
            <a:endParaRPr dirty="0" sz="1600" lang="en-US">
              <a:solidFill>
                <a:schemeClr val="tx1"/>
              </a:solidFill>
            </a:endParaRPr>
          </a:p>
        </p:txBody>
      </p:sp>
      <p:sp>
        <p:nvSpPr>
          <p:cNvPr id="1048698" name="Rectangle 67"/>
          <p:cNvSpPr/>
          <p:nvPr/>
        </p:nvSpPr>
        <p:spPr>
          <a:xfrm>
            <a:off x="4724400" y="4191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Artist</a:t>
            </a:r>
            <a:endParaRPr dirty="0" sz="1600" lang="en-US">
              <a:solidFill>
                <a:schemeClr val="tx1"/>
              </a:solidFill>
            </a:endParaRPr>
          </a:p>
        </p:txBody>
      </p:sp>
      <p:sp>
        <p:nvSpPr>
          <p:cNvPr id="1048699" name="Diamond 68"/>
          <p:cNvSpPr/>
          <p:nvPr/>
        </p:nvSpPr>
        <p:spPr>
          <a:xfrm>
            <a:off x="914400" y="2819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Like_Group</a:t>
            </a:r>
            <a:endParaRPr dirty="0" sz="1600" lang="en-US">
              <a:solidFill>
                <a:schemeClr val="tx1"/>
              </a:solidFill>
            </a:endParaRPr>
          </a:p>
        </p:txBody>
      </p:sp>
      <p:sp>
        <p:nvSpPr>
          <p:cNvPr id="1048700" name="Diamond 69"/>
          <p:cNvSpPr/>
          <p:nvPr/>
        </p:nvSpPr>
        <p:spPr>
          <a:xfrm>
            <a:off x="4724400" y="2819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Classify</a:t>
            </a:r>
            <a:endParaRPr dirty="0" sz="1600" lang="en-US">
              <a:solidFill>
                <a:schemeClr val="tx1"/>
              </a:solidFill>
            </a:endParaRPr>
          </a:p>
        </p:txBody>
      </p:sp>
      <p:sp>
        <p:nvSpPr>
          <p:cNvPr id="1048701" name="Diamond 71"/>
          <p:cNvSpPr/>
          <p:nvPr/>
        </p:nvSpPr>
        <p:spPr>
          <a:xfrm>
            <a:off x="6705600" y="3962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Paints</a:t>
            </a:r>
            <a:endParaRPr dirty="0" sz="1600" lang="en-US">
              <a:solidFill>
                <a:schemeClr val="tx1"/>
              </a:solidFill>
            </a:endParaRPr>
          </a:p>
        </p:txBody>
      </p:sp>
      <p:sp>
        <p:nvSpPr>
          <p:cNvPr id="1048702" name="Diamond 72"/>
          <p:cNvSpPr/>
          <p:nvPr/>
        </p:nvSpPr>
        <p:spPr>
          <a:xfrm>
            <a:off x="2971800" y="3962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Like_Artist</a:t>
            </a:r>
            <a:endParaRPr dirty="0" sz="1600" lang="en-US">
              <a:solidFill>
                <a:schemeClr val="tx1"/>
              </a:solidFill>
            </a:endParaRPr>
          </a:p>
        </p:txBody>
      </p:sp>
      <p:cxnSp>
        <p:nvCxnSpPr>
          <p:cNvPr id="3145780" name="Straight Connector 74"/>
          <p:cNvCxnSpPr>
            <a:cxnSpLocks/>
            <a:stCxn id="1048697" idx="0"/>
            <a:endCxn id="1048699" idx="2"/>
          </p:cNvCxnSpPr>
          <p:nvPr/>
        </p:nvCxnSpPr>
        <p:spPr>
          <a:xfrm rot="5400000" flipH="1" flipV="1">
            <a:off x="1371600" y="3962400"/>
            <a:ext cx="4572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1" name="Straight Connector 78"/>
          <p:cNvCxnSpPr>
            <a:cxnSpLocks/>
            <a:stCxn id="1048696" idx="1"/>
            <a:endCxn id="1048699" idx="3"/>
          </p:cNvCxnSpPr>
          <p:nvPr/>
        </p:nvCxnSpPr>
        <p:spPr>
          <a:xfrm rot="10800000">
            <a:off x="2286000" y="3276600"/>
            <a:ext cx="6858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2" name="Straight Connector 82"/>
          <p:cNvCxnSpPr>
            <a:cxnSpLocks/>
            <a:stCxn id="1048700" idx="1"/>
            <a:endCxn id="1048696" idx="3"/>
          </p:cNvCxnSpPr>
          <p:nvPr/>
        </p:nvCxnSpPr>
        <p:spPr>
          <a:xfrm rot="10800000">
            <a:off x="4343400" y="3276600"/>
            <a:ext cx="3810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3" name="Straight Connector 88"/>
          <p:cNvCxnSpPr>
            <a:cxnSpLocks/>
            <a:stCxn id="1048695" idx="1"/>
            <a:endCxn id="1048700" idx="3"/>
          </p:cNvCxnSpPr>
          <p:nvPr/>
        </p:nvCxnSpPr>
        <p:spPr>
          <a:xfrm rot="10800000">
            <a:off x="6096000" y="3276600"/>
            <a:ext cx="6096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4" name="Straight Connector 91"/>
          <p:cNvCxnSpPr>
            <a:cxnSpLocks/>
            <a:stCxn id="1048701" idx="0"/>
            <a:endCxn id="1048695" idx="2"/>
          </p:cNvCxnSpPr>
          <p:nvPr/>
        </p:nvCxnSpPr>
        <p:spPr>
          <a:xfrm rot="5400000" flipH="1" flipV="1">
            <a:off x="7162800" y="3733800"/>
            <a:ext cx="4572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5" name="Straight Connector 96"/>
          <p:cNvCxnSpPr>
            <a:cxnSpLocks/>
            <a:stCxn id="1048698" idx="3"/>
            <a:endCxn id="1048701" idx="1"/>
          </p:cNvCxnSpPr>
          <p:nvPr/>
        </p:nvCxnSpPr>
        <p:spPr>
          <a:xfrm>
            <a:off x="6096000" y="4419600"/>
            <a:ext cx="6096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6" name="Straight Connector 100"/>
          <p:cNvCxnSpPr>
            <a:cxnSpLocks/>
            <a:stCxn id="1048698" idx="1"/>
            <a:endCxn id="1048702" idx="3"/>
          </p:cNvCxnSpPr>
          <p:nvPr/>
        </p:nvCxnSpPr>
        <p:spPr>
          <a:xfrm rot="10800000">
            <a:off x="4343400" y="4419600"/>
            <a:ext cx="3810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7" name="Straight Connector 104"/>
          <p:cNvCxnSpPr>
            <a:cxnSpLocks/>
            <a:stCxn id="1048697" idx="3"/>
            <a:endCxn id="1048702" idx="1"/>
          </p:cNvCxnSpPr>
          <p:nvPr/>
        </p:nvCxnSpPr>
        <p:spPr>
          <a:xfrm>
            <a:off x="2286000" y="4419600"/>
            <a:ext cx="6858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8703" name="Oval 110"/>
          <p:cNvSpPr/>
          <p:nvPr/>
        </p:nvSpPr>
        <p:spPr>
          <a:xfrm>
            <a:off x="3048000" y="205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704" name="Oval 111"/>
          <p:cNvSpPr/>
          <p:nvPr/>
        </p:nvSpPr>
        <p:spPr>
          <a:xfrm>
            <a:off x="6553200" y="2133600"/>
            <a:ext cx="9144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title</a:t>
            </a:r>
            <a:endParaRPr dirty="0" sz="1600" lang="en-US" u="sng">
              <a:solidFill>
                <a:schemeClr val="tx1"/>
              </a:solidFill>
            </a:endParaRPr>
          </a:p>
        </p:txBody>
      </p:sp>
      <p:sp>
        <p:nvSpPr>
          <p:cNvPr id="1048705" name="Oval 112"/>
          <p:cNvSpPr/>
          <p:nvPr/>
        </p:nvSpPr>
        <p:spPr>
          <a:xfrm>
            <a:off x="7315200" y="1752600"/>
            <a:ext cx="10668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type</a:t>
            </a:r>
            <a:endParaRPr dirty="0" sz="1600" lang="en-US">
              <a:solidFill>
                <a:schemeClr val="tx1"/>
              </a:solidFill>
            </a:endParaRPr>
          </a:p>
        </p:txBody>
      </p:sp>
      <p:sp>
        <p:nvSpPr>
          <p:cNvPr id="1048706" name="Oval 113"/>
          <p:cNvSpPr/>
          <p:nvPr/>
        </p:nvSpPr>
        <p:spPr>
          <a:xfrm>
            <a:off x="7696200" y="2362200"/>
            <a:ext cx="9906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price</a:t>
            </a:r>
            <a:endParaRPr dirty="0" sz="1600" lang="en-US">
              <a:solidFill>
                <a:schemeClr val="tx1"/>
              </a:solidFill>
            </a:endParaRPr>
          </a:p>
        </p:txBody>
      </p:sp>
      <p:sp>
        <p:nvSpPr>
          <p:cNvPr id="1048707" name="Oval 114"/>
          <p:cNvSpPr/>
          <p:nvPr/>
        </p:nvSpPr>
        <p:spPr>
          <a:xfrm>
            <a:off x="5486400" y="1828800"/>
            <a:ext cx="10668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year</a:t>
            </a:r>
            <a:endParaRPr dirty="0" sz="1600" lang="en-US">
              <a:solidFill>
                <a:schemeClr val="tx1"/>
              </a:solidFill>
            </a:endParaRPr>
          </a:p>
        </p:txBody>
      </p:sp>
      <p:cxnSp>
        <p:nvCxnSpPr>
          <p:cNvPr id="3145788" name="Straight Connector 115"/>
          <p:cNvCxnSpPr>
            <a:cxnSpLocks/>
            <a:stCxn id="1048706" idx="4"/>
            <a:endCxn id="1048695" idx="0"/>
          </p:cNvCxnSpPr>
          <p:nvPr/>
        </p:nvCxnSpPr>
        <p:spPr>
          <a:xfrm rot="5400000">
            <a:off x="7715250" y="2571750"/>
            <a:ext cx="152400" cy="800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89" name="Straight Connector 118"/>
          <p:cNvCxnSpPr>
            <a:cxnSpLocks/>
            <a:endCxn id="1048695" idx="0"/>
          </p:cNvCxnSpPr>
          <p:nvPr/>
        </p:nvCxnSpPr>
        <p:spPr>
          <a:xfrm rot="5400000">
            <a:off x="7162800" y="2514600"/>
            <a:ext cx="762000" cy="3048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0" name="Straight Connector 122"/>
          <p:cNvCxnSpPr>
            <a:cxnSpLocks/>
            <a:stCxn id="1048704" idx="5"/>
            <a:endCxn id="1048695" idx="0"/>
          </p:cNvCxnSpPr>
          <p:nvPr/>
        </p:nvCxnSpPr>
        <p:spPr>
          <a:xfrm rot="16200000" flipH="1">
            <a:off x="7132987" y="2789586"/>
            <a:ext cx="459115" cy="57711"/>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1" name="Straight Connector 125"/>
          <p:cNvCxnSpPr>
            <a:cxnSpLocks/>
            <a:stCxn id="1048695" idx="0"/>
            <a:endCxn id="1048707" idx="4"/>
          </p:cNvCxnSpPr>
          <p:nvPr/>
        </p:nvCxnSpPr>
        <p:spPr>
          <a:xfrm rot="16200000" flipV="1">
            <a:off x="6362700" y="2019300"/>
            <a:ext cx="685800" cy="13716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2" name="Straight Connector 149"/>
          <p:cNvCxnSpPr>
            <a:cxnSpLocks/>
            <a:stCxn id="1048703" idx="4"/>
            <a:endCxn id="1048696" idx="0"/>
          </p:cNvCxnSpPr>
          <p:nvPr/>
        </p:nvCxnSpPr>
        <p:spPr>
          <a:xfrm rot="16200000" flipH="1">
            <a:off x="3409950" y="2800350"/>
            <a:ext cx="457200" cy="38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8708" name="Oval 156"/>
          <p:cNvSpPr/>
          <p:nvPr/>
        </p:nvSpPr>
        <p:spPr>
          <a:xfrm>
            <a:off x="4876800" y="54102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wrap="none"/>
          <a:p>
            <a:pPr algn="ctr"/>
            <a:r>
              <a:rPr dirty="0" sz="1600" lang="en-US" smtClean="0">
                <a:solidFill>
                  <a:schemeClr val="tx1"/>
                </a:solidFill>
              </a:rPr>
              <a:t>birthplace</a:t>
            </a:r>
            <a:endParaRPr dirty="0" sz="1600" lang="en-US">
              <a:solidFill>
                <a:schemeClr val="tx1"/>
              </a:solidFill>
            </a:endParaRPr>
          </a:p>
        </p:txBody>
      </p:sp>
      <p:sp>
        <p:nvSpPr>
          <p:cNvPr id="1048709" name="Oval 157"/>
          <p:cNvSpPr/>
          <p:nvPr/>
        </p:nvSpPr>
        <p:spPr>
          <a:xfrm>
            <a:off x="6019800" y="4724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style</a:t>
            </a:r>
            <a:endParaRPr dirty="0" sz="1600" lang="en-US">
              <a:solidFill>
                <a:schemeClr val="tx1"/>
              </a:solidFill>
            </a:endParaRPr>
          </a:p>
        </p:txBody>
      </p:sp>
      <p:sp>
        <p:nvSpPr>
          <p:cNvPr id="1048710" name="Oval 158"/>
          <p:cNvSpPr/>
          <p:nvPr/>
        </p:nvSpPr>
        <p:spPr>
          <a:xfrm>
            <a:off x="6172200" y="54102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age</a:t>
            </a:r>
            <a:endParaRPr dirty="0" sz="1600" lang="en-US">
              <a:solidFill>
                <a:schemeClr val="tx1"/>
              </a:solidFill>
            </a:endParaRPr>
          </a:p>
        </p:txBody>
      </p:sp>
      <p:sp>
        <p:nvSpPr>
          <p:cNvPr id="1048711" name="Oval 159"/>
          <p:cNvSpPr/>
          <p:nvPr/>
        </p:nvSpPr>
        <p:spPr>
          <a:xfrm>
            <a:off x="4114800" y="4876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712" name="Oval 160"/>
          <p:cNvSpPr/>
          <p:nvPr/>
        </p:nvSpPr>
        <p:spPr>
          <a:xfrm>
            <a:off x="1447800" y="5638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name</a:t>
            </a:r>
            <a:endParaRPr dirty="0" sz="1600" lang="en-US">
              <a:solidFill>
                <a:schemeClr val="tx1"/>
              </a:solidFill>
            </a:endParaRPr>
          </a:p>
        </p:txBody>
      </p:sp>
      <p:sp>
        <p:nvSpPr>
          <p:cNvPr id="1048713" name="Oval 161"/>
          <p:cNvSpPr/>
          <p:nvPr/>
        </p:nvSpPr>
        <p:spPr>
          <a:xfrm>
            <a:off x="2286000" y="48006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address</a:t>
            </a:r>
            <a:endParaRPr dirty="0" sz="1600" lang="en-US">
              <a:solidFill>
                <a:schemeClr val="tx1"/>
              </a:solidFill>
            </a:endParaRPr>
          </a:p>
        </p:txBody>
      </p:sp>
      <p:sp>
        <p:nvSpPr>
          <p:cNvPr id="1048714" name="Oval 162"/>
          <p:cNvSpPr/>
          <p:nvPr/>
        </p:nvSpPr>
        <p:spPr>
          <a:xfrm>
            <a:off x="2819400" y="5486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amount</a:t>
            </a:r>
            <a:endParaRPr dirty="0" sz="1600" lang="en-US">
              <a:solidFill>
                <a:schemeClr val="tx1"/>
              </a:solidFill>
            </a:endParaRPr>
          </a:p>
        </p:txBody>
      </p:sp>
      <p:sp>
        <p:nvSpPr>
          <p:cNvPr id="1048715" name="Oval 163"/>
          <p:cNvSpPr/>
          <p:nvPr/>
        </p:nvSpPr>
        <p:spPr>
          <a:xfrm>
            <a:off x="457200" y="49530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u="sng" smtClean="0">
                <a:solidFill>
                  <a:schemeClr val="tx1"/>
                </a:solidFill>
              </a:rPr>
              <a:t>cust_id</a:t>
            </a:r>
            <a:endParaRPr dirty="0" sz="1600" lang="en-US" u="sng">
              <a:solidFill>
                <a:schemeClr val="tx1"/>
              </a:solidFill>
            </a:endParaRPr>
          </a:p>
        </p:txBody>
      </p:sp>
      <p:cxnSp>
        <p:nvCxnSpPr>
          <p:cNvPr id="3145793" name="Straight Connector 177"/>
          <p:cNvCxnSpPr>
            <a:cxnSpLocks/>
            <a:stCxn id="1048697" idx="2"/>
            <a:endCxn id="1048715" idx="7"/>
          </p:cNvCxnSpPr>
          <p:nvPr/>
        </p:nvCxnSpPr>
        <p:spPr>
          <a:xfrm rot="5400000">
            <a:off x="1357569" y="4788483"/>
            <a:ext cx="382915" cy="102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4" name="Straight Connector 180"/>
          <p:cNvCxnSpPr>
            <a:cxnSpLocks/>
            <a:stCxn id="1048697" idx="2"/>
            <a:endCxn id="1048712" idx="0"/>
          </p:cNvCxnSpPr>
          <p:nvPr/>
        </p:nvCxnSpPr>
        <p:spPr>
          <a:xfrm rot="16200000" flipH="1">
            <a:off x="1333500" y="4914900"/>
            <a:ext cx="990600" cy="457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5" name="Straight Connector 184"/>
          <p:cNvCxnSpPr>
            <a:cxnSpLocks/>
            <a:stCxn id="1048714" idx="2"/>
            <a:endCxn id="1048697" idx="2"/>
          </p:cNvCxnSpPr>
          <p:nvPr/>
        </p:nvCxnSpPr>
        <p:spPr>
          <a:xfrm rot="10800000">
            <a:off x="1600200" y="4648200"/>
            <a:ext cx="1219200" cy="11049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6" name="Straight Connector 188"/>
          <p:cNvCxnSpPr>
            <a:cxnSpLocks/>
            <a:stCxn id="1048713" idx="1"/>
            <a:endCxn id="1048697" idx="2"/>
          </p:cNvCxnSpPr>
          <p:nvPr/>
        </p:nvCxnSpPr>
        <p:spPr>
          <a:xfrm rot="16200000" flipV="1">
            <a:off x="1917117" y="4331284"/>
            <a:ext cx="230515" cy="864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7" name="Straight Connector 197"/>
          <p:cNvCxnSpPr>
            <a:cxnSpLocks/>
            <a:stCxn id="1048698" idx="2"/>
            <a:endCxn id="1048709" idx="1"/>
          </p:cNvCxnSpPr>
          <p:nvPr/>
        </p:nvCxnSpPr>
        <p:spPr>
          <a:xfrm rot="16200000" flipH="1">
            <a:off x="5727117" y="4331283"/>
            <a:ext cx="154315" cy="7881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8" name="Straight Connector 200"/>
          <p:cNvCxnSpPr>
            <a:cxnSpLocks/>
            <a:stCxn id="1048698" idx="2"/>
            <a:endCxn id="1048710" idx="1"/>
          </p:cNvCxnSpPr>
          <p:nvPr/>
        </p:nvCxnSpPr>
        <p:spPr>
          <a:xfrm rot="16200000" flipH="1">
            <a:off x="5460417" y="4597983"/>
            <a:ext cx="840115" cy="9405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799" name="Straight Connector 203"/>
          <p:cNvCxnSpPr>
            <a:cxnSpLocks/>
            <a:stCxn id="1048698" idx="2"/>
            <a:endCxn id="1048708" idx="0"/>
          </p:cNvCxnSpPr>
          <p:nvPr/>
        </p:nvCxnSpPr>
        <p:spPr>
          <a:xfrm rot="16200000" flipH="1">
            <a:off x="5067300" y="4991100"/>
            <a:ext cx="762000" cy="76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0" name="Straight Connector 206"/>
          <p:cNvCxnSpPr>
            <a:cxnSpLocks/>
            <a:stCxn id="1048698" idx="2"/>
            <a:endCxn id="1048711" idx="7"/>
          </p:cNvCxnSpPr>
          <p:nvPr/>
        </p:nvCxnSpPr>
        <p:spPr>
          <a:xfrm rot="5400000">
            <a:off x="5129469" y="4674183"/>
            <a:ext cx="306715" cy="2547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id="5" nodeType="clickEffect" presetClass="exit" presetID="1" presetSubtype="0">
                                  <p:stCondLst>
                                    <p:cond delay="0"/>
                                  </p:stCondLst>
                                  <p:childTnLst>
                                    <p:set>
                                      <p:cBhvr>
                                        <p:cTn dur="1" fill="hold" id="6">
                                          <p:stCondLst>
                                            <p:cond delay="0"/>
                                          </p:stCondLst>
                                        </p:cTn>
                                        <p:tgtEl>
                                          <p:spTgt spid="3145784"/>
                                        </p:tgtEl>
                                        <p:attrNameLst>
                                          <p:attrName>style.visibility</p:attrName>
                                        </p:attrNameLst>
                                      </p:cBhvr>
                                      <p:to>
                                        <p:strVal val="hidden"/>
                                      </p:to>
                                    </p:set>
                                  </p:childTnLst>
                                </p:cTn>
                              </p:par>
                              <p:par>
                                <p:cTn fill="hold" id="7" nodeType="withEffect" presetClass="entr" presetID="1" presetSubtype="0">
                                  <p:stCondLst>
                                    <p:cond delay="0"/>
                                  </p:stCondLst>
                                  <p:childTnLst>
                                    <p:set>
                                      <p:cBhvr>
                                        <p:cTn dur="1" fill="hold" id="8">
                                          <p:stCondLst>
                                            <p:cond delay="0"/>
                                          </p:stCondLst>
                                        </p:cTn>
                                        <p:tgtEl>
                                          <p:spTgt spid="31457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83" name=""/>
        <p:cNvGrpSpPr/>
        <p:nvPr/>
      </p:nvGrpSpPr>
      <p:grpSpPr>
        <a:xfrm>
          <a:off x="0" y="0"/>
          <a:ext cx="0" cy="0"/>
          <a:chOff x="0" y="0"/>
          <a:chExt cx="0" cy="0"/>
        </a:xfrm>
      </p:grpSpPr>
      <p:sp>
        <p:nvSpPr>
          <p:cNvPr id="1048716" name="Title 1"/>
          <p:cNvSpPr>
            <a:spLocks noGrp="1"/>
          </p:cNvSpPr>
          <p:nvPr>
            <p:ph type="title"/>
          </p:nvPr>
        </p:nvSpPr>
        <p:spPr/>
        <p:txBody>
          <a:bodyPr/>
          <a:p>
            <a:pPr algn="l"/>
            <a:r>
              <a:rPr dirty="0" lang="en-US" smtClean="0"/>
              <a:t>Exercise 2.8</a:t>
            </a:r>
            <a:endParaRPr dirty="0" lang="en-US"/>
          </a:p>
        </p:txBody>
      </p:sp>
      <p:sp>
        <p:nvSpPr>
          <p:cNvPr id="1048717" name="Content Placeholder 2"/>
          <p:cNvSpPr>
            <a:spLocks noGrp="1"/>
          </p:cNvSpPr>
          <p:nvPr>
            <p:ph sz="quarter" idx="1"/>
          </p:nvPr>
        </p:nvSpPr>
        <p:spPr>
          <a:xfrm>
            <a:off x="457200" y="1371600"/>
            <a:ext cx="8229600" cy="5029200"/>
          </a:xfrm>
        </p:spPr>
        <p:txBody>
          <a:bodyPr>
            <a:normAutofit/>
          </a:bodyPr>
          <a:p>
            <a:pPr>
              <a:buNone/>
            </a:pPr>
            <a:r>
              <a:rPr b="1" dirty="0" lang="en-US" smtClean="0"/>
              <a:t>Solution</a:t>
            </a:r>
          </a:p>
          <a:p>
            <a:r>
              <a:rPr dirty="0" lang="en-US" smtClean="0"/>
              <a:t>Suppose we had several piece of artwork with the same title, and we told them apart by artist?</a:t>
            </a:r>
          </a:p>
          <a:p>
            <a:r>
              <a:rPr dirty="0" lang="en-US" smtClean="0"/>
              <a:t>Example:  “What is Love?” by Cheryl D, “What is Love?” by Joe Brown, etc.</a:t>
            </a:r>
            <a:endParaRPr dirty="0"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84" name=""/>
        <p:cNvGrpSpPr/>
        <p:nvPr/>
      </p:nvGrpSpPr>
      <p:grpSpPr>
        <a:xfrm>
          <a:off x="0" y="0"/>
          <a:ext cx="0" cy="0"/>
          <a:chOff x="0" y="0"/>
          <a:chExt cx="0" cy="0"/>
        </a:xfrm>
      </p:grpSpPr>
      <p:sp>
        <p:nvSpPr>
          <p:cNvPr id="1048718" name="Title 1"/>
          <p:cNvSpPr>
            <a:spLocks noGrp="1"/>
          </p:cNvSpPr>
          <p:nvPr>
            <p:ph type="title"/>
          </p:nvPr>
        </p:nvSpPr>
        <p:spPr/>
        <p:txBody>
          <a:bodyPr/>
          <a:p>
            <a:pPr algn="l"/>
            <a:r>
              <a:rPr dirty="0" lang="en-US" smtClean="0"/>
              <a:t>Exercise 2.8</a:t>
            </a:r>
            <a:endParaRPr dirty="0" lang="en-US"/>
          </a:p>
        </p:txBody>
      </p:sp>
      <p:sp>
        <p:nvSpPr>
          <p:cNvPr id="1048719" name="Content Placeholder 2"/>
          <p:cNvSpPr>
            <a:spLocks noGrp="1"/>
          </p:cNvSpPr>
          <p:nvPr>
            <p:ph sz="quarter" idx="1"/>
          </p:nvPr>
        </p:nvSpPr>
        <p:spPr>
          <a:xfrm>
            <a:off x="457200" y="1371600"/>
            <a:ext cx="8229600" cy="5105400"/>
          </a:xfrm>
        </p:spPr>
        <p:txBody>
          <a:bodyPr>
            <a:normAutofit/>
          </a:bodyPr>
          <a:p>
            <a:pPr>
              <a:buNone/>
            </a:pPr>
            <a:r>
              <a:rPr b="1" dirty="0" lang="en-US" smtClean="0"/>
              <a:t>Solution</a:t>
            </a:r>
          </a:p>
        </p:txBody>
      </p:sp>
      <p:cxnSp>
        <p:nvCxnSpPr>
          <p:cNvPr id="3145801" name="Straight Arrow Connector 34"/>
          <p:cNvCxnSpPr>
            <a:cxnSpLocks/>
            <a:stCxn id="1048720" idx="2"/>
            <a:endCxn id="1048726" idx="0"/>
          </p:cNvCxnSpPr>
          <p:nvPr/>
        </p:nvCxnSpPr>
        <p:spPr>
          <a:xfrm rot="5400000">
            <a:off x="7162800" y="3733800"/>
            <a:ext cx="457200" cy="1588"/>
          </a:xfrm>
          <a:prstGeom prst="straightConnector1"/>
          <a:ln w="317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48720" name="Rectangle 64"/>
          <p:cNvSpPr/>
          <p:nvPr/>
        </p:nvSpPr>
        <p:spPr>
          <a:xfrm>
            <a:off x="6705600" y="3048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Artwork</a:t>
            </a:r>
            <a:endParaRPr dirty="0" sz="1600" lang="en-US">
              <a:solidFill>
                <a:schemeClr val="tx1"/>
              </a:solidFill>
            </a:endParaRPr>
          </a:p>
        </p:txBody>
      </p:sp>
      <p:sp>
        <p:nvSpPr>
          <p:cNvPr id="1048721" name="Rectangle 65"/>
          <p:cNvSpPr/>
          <p:nvPr/>
        </p:nvSpPr>
        <p:spPr>
          <a:xfrm>
            <a:off x="2971800" y="3048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Group</a:t>
            </a:r>
            <a:endParaRPr dirty="0" sz="1600" lang="en-US">
              <a:solidFill>
                <a:schemeClr val="tx1"/>
              </a:solidFill>
            </a:endParaRPr>
          </a:p>
        </p:txBody>
      </p:sp>
      <p:sp>
        <p:nvSpPr>
          <p:cNvPr id="1048722" name="Rectangle 66"/>
          <p:cNvSpPr/>
          <p:nvPr/>
        </p:nvSpPr>
        <p:spPr>
          <a:xfrm>
            <a:off x="914400" y="4191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Customer</a:t>
            </a:r>
            <a:endParaRPr dirty="0" sz="1600" lang="en-US">
              <a:solidFill>
                <a:schemeClr val="tx1"/>
              </a:solidFill>
            </a:endParaRPr>
          </a:p>
        </p:txBody>
      </p:sp>
      <p:sp>
        <p:nvSpPr>
          <p:cNvPr id="1048723" name="Rectangle 67"/>
          <p:cNvSpPr/>
          <p:nvPr/>
        </p:nvSpPr>
        <p:spPr>
          <a:xfrm>
            <a:off x="4724400" y="4191000"/>
            <a:ext cx="1371600" cy="457200"/>
          </a:xfrm>
          <a:prstGeom prst="rect"/>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Artist</a:t>
            </a:r>
            <a:endParaRPr dirty="0" sz="1600" lang="en-US">
              <a:solidFill>
                <a:schemeClr val="tx1"/>
              </a:solidFill>
            </a:endParaRPr>
          </a:p>
        </p:txBody>
      </p:sp>
      <p:sp>
        <p:nvSpPr>
          <p:cNvPr id="1048724" name="Diamond 68"/>
          <p:cNvSpPr/>
          <p:nvPr/>
        </p:nvSpPr>
        <p:spPr>
          <a:xfrm>
            <a:off x="914400" y="2819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Like_Group</a:t>
            </a:r>
            <a:endParaRPr dirty="0" sz="1600" lang="en-US">
              <a:solidFill>
                <a:schemeClr val="tx1"/>
              </a:solidFill>
            </a:endParaRPr>
          </a:p>
        </p:txBody>
      </p:sp>
      <p:sp>
        <p:nvSpPr>
          <p:cNvPr id="1048725" name="Diamond 69"/>
          <p:cNvSpPr/>
          <p:nvPr/>
        </p:nvSpPr>
        <p:spPr>
          <a:xfrm>
            <a:off x="4724400" y="2819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Classify</a:t>
            </a:r>
            <a:endParaRPr dirty="0" sz="1600" lang="en-US">
              <a:solidFill>
                <a:schemeClr val="tx1"/>
              </a:solidFill>
            </a:endParaRPr>
          </a:p>
        </p:txBody>
      </p:sp>
      <p:sp>
        <p:nvSpPr>
          <p:cNvPr id="1048726" name="Diamond 71"/>
          <p:cNvSpPr/>
          <p:nvPr/>
        </p:nvSpPr>
        <p:spPr>
          <a:xfrm>
            <a:off x="6705600" y="3962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Paints</a:t>
            </a:r>
            <a:endParaRPr dirty="0" sz="1600" lang="en-US">
              <a:solidFill>
                <a:schemeClr val="tx1"/>
              </a:solidFill>
            </a:endParaRPr>
          </a:p>
        </p:txBody>
      </p:sp>
      <p:sp>
        <p:nvSpPr>
          <p:cNvPr id="1048727" name="Diamond 72"/>
          <p:cNvSpPr/>
          <p:nvPr/>
        </p:nvSpPr>
        <p:spPr>
          <a:xfrm>
            <a:off x="2971800" y="3962400"/>
            <a:ext cx="1371600" cy="914400"/>
          </a:xfrm>
          <a:prstGeom prst="diamond"/>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err="1" smtClean="0">
                <a:solidFill>
                  <a:schemeClr val="tx1"/>
                </a:solidFill>
              </a:rPr>
              <a:t>Like_Artist</a:t>
            </a:r>
            <a:endParaRPr dirty="0" sz="1600" lang="en-US">
              <a:solidFill>
                <a:schemeClr val="tx1"/>
              </a:solidFill>
            </a:endParaRPr>
          </a:p>
        </p:txBody>
      </p:sp>
      <p:cxnSp>
        <p:nvCxnSpPr>
          <p:cNvPr id="3145802" name="Straight Connector 74"/>
          <p:cNvCxnSpPr>
            <a:cxnSpLocks/>
            <a:stCxn id="1048722" idx="0"/>
            <a:endCxn id="1048724" idx="2"/>
          </p:cNvCxnSpPr>
          <p:nvPr/>
        </p:nvCxnSpPr>
        <p:spPr>
          <a:xfrm rot="5400000" flipH="1" flipV="1">
            <a:off x="1371600" y="3962400"/>
            <a:ext cx="4572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3" name="Straight Connector 78"/>
          <p:cNvCxnSpPr>
            <a:cxnSpLocks/>
            <a:stCxn id="1048721" idx="1"/>
            <a:endCxn id="1048724" idx="3"/>
          </p:cNvCxnSpPr>
          <p:nvPr/>
        </p:nvCxnSpPr>
        <p:spPr>
          <a:xfrm rot="10800000">
            <a:off x="2286000" y="3276600"/>
            <a:ext cx="6858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4" name="Straight Connector 82"/>
          <p:cNvCxnSpPr>
            <a:cxnSpLocks/>
            <a:stCxn id="1048725" idx="1"/>
            <a:endCxn id="1048721" idx="3"/>
          </p:cNvCxnSpPr>
          <p:nvPr/>
        </p:nvCxnSpPr>
        <p:spPr>
          <a:xfrm rot="10800000">
            <a:off x="4343400" y="3276600"/>
            <a:ext cx="3810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5" name="Straight Connector 88"/>
          <p:cNvCxnSpPr>
            <a:cxnSpLocks/>
            <a:stCxn id="1048720" idx="1"/>
            <a:endCxn id="1048725" idx="3"/>
          </p:cNvCxnSpPr>
          <p:nvPr/>
        </p:nvCxnSpPr>
        <p:spPr>
          <a:xfrm rot="10800000">
            <a:off x="6096000" y="3276600"/>
            <a:ext cx="6096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6" name="Straight Connector 91"/>
          <p:cNvCxnSpPr>
            <a:cxnSpLocks/>
            <a:stCxn id="1048726" idx="0"/>
            <a:endCxn id="1048720" idx="2"/>
          </p:cNvCxnSpPr>
          <p:nvPr/>
        </p:nvCxnSpPr>
        <p:spPr>
          <a:xfrm rot="5400000" flipH="1" flipV="1">
            <a:off x="7162800" y="3733800"/>
            <a:ext cx="457200" cy="0"/>
          </a:xfrm>
          <a:prstGeom prst="line"/>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7" name="Straight Connector 96"/>
          <p:cNvCxnSpPr>
            <a:cxnSpLocks/>
            <a:stCxn id="1048723" idx="3"/>
            <a:endCxn id="1048726" idx="1"/>
          </p:cNvCxnSpPr>
          <p:nvPr/>
        </p:nvCxnSpPr>
        <p:spPr>
          <a:xfrm>
            <a:off x="6096000" y="4419600"/>
            <a:ext cx="6096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8" name="Straight Connector 100"/>
          <p:cNvCxnSpPr>
            <a:cxnSpLocks/>
            <a:stCxn id="1048723" idx="1"/>
            <a:endCxn id="1048727" idx="3"/>
          </p:cNvCxnSpPr>
          <p:nvPr/>
        </p:nvCxnSpPr>
        <p:spPr>
          <a:xfrm rot="10800000">
            <a:off x="4343400" y="4419600"/>
            <a:ext cx="3810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09" name="Straight Connector 104"/>
          <p:cNvCxnSpPr>
            <a:cxnSpLocks/>
            <a:stCxn id="1048722" idx="3"/>
            <a:endCxn id="1048727" idx="1"/>
          </p:cNvCxnSpPr>
          <p:nvPr/>
        </p:nvCxnSpPr>
        <p:spPr>
          <a:xfrm>
            <a:off x="2286000" y="4419600"/>
            <a:ext cx="685800" cy="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8728" name="Oval 110"/>
          <p:cNvSpPr/>
          <p:nvPr/>
        </p:nvSpPr>
        <p:spPr>
          <a:xfrm>
            <a:off x="3048000" y="2057400"/>
            <a:ext cx="11430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729" name="Oval 111"/>
          <p:cNvSpPr/>
          <p:nvPr/>
        </p:nvSpPr>
        <p:spPr>
          <a:xfrm>
            <a:off x="6553200" y="2133600"/>
            <a:ext cx="9144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title</a:t>
            </a:r>
            <a:endParaRPr dirty="0" sz="1600" lang="en-US" u="sng">
              <a:solidFill>
                <a:schemeClr val="tx1"/>
              </a:solidFill>
            </a:endParaRPr>
          </a:p>
        </p:txBody>
      </p:sp>
      <p:sp>
        <p:nvSpPr>
          <p:cNvPr id="1048730" name="Oval 112"/>
          <p:cNvSpPr/>
          <p:nvPr/>
        </p:nvSpPr>
        <p:spPr>
          <a:xfrm>
            <a:off x="7315200" y="1752600"/>
            <a:ext cx="10668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type</a:t>
            </a:r>
            <a:endParaRPr dirty="0" sz="1600" lang="en-US">
              <a:solidFill>
                <a:schemeClr val="tx1"/>
              </a:solidFill>
            </a:endParaRPr>
          </a:p>
        </p:txBody>
      </p:sp>
      <p:sp>
        <p:nvSpPr>
          <p:cNvPr id="1048731" name="Oval 113"/>
          <p:cNvSpPr/>
          <p:nvPr/>
        </p:nvSpPr>
        <p:spPr>
          <a:xfrm>
            <a:off x="7696200" y="2362200"/>
            <a:ext cx="9906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price</a:t>
            </a:r>
            <a:endParaRPr dirty="0" sz="1600" lang="en-US">
              <a:solidFill>
                <a:schemeClr val="tx1"/>
              </a:solidFill>
            </a:endParaRPr>
          </a:p>
        </p:txBody>
      </p:sp>
      <p:sp>
        <p:nvSpPr>
          <p:cNvPr id="1048732" name="Oval 114"/>
          <p:cNvSpPr/>
          <p:nvPr/>
        </p:nvSpPr>
        <p:spPr>
          <a:xfrm>
            <a:off x="5486400" y="1828800"/>
            <a:ext cx="10668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year</a:t>
            </a:r>
            <a:endParaRPr dirty="0" sz="1600" lang="en-US">
              <a:solidFill>
                <a:schemeClr val="tx1"/>
              </a:solidFill>
            </a:endParaRPr>
          </a:p>
        </p:txBody>
      </p:sp>
      <p:cxnSp>
        <p:nvCxnSpPr>
          <p:cNvPr id="3145810" name="Straight Connector 115"/>
          <p:cNvCxnSpPr>
            <a:cxnSpLocks/>
            <a:stCxn id="1048731" idx="4"/>
            <a:endCxn id="1048720" idx="0"/>
          </p:cNvCxnSpPr>
          <p:nvPr/>
        </p:nvCxnSpPr>
        <p:spPr>
          <a:xfrm rot="5400000">
            <a:off x="7715250" y="2571750"/>
            <a:ext cx="152400" cy="800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1" name="Straight Connector 118"/>
          <p:cNvCxnSpPr>
            <a:cxnSpLocks/>
            <a:endCxn id="1048720" idx="0"/>
          </p:cNvCxnSpPr>
          <p:nvPr/>
        </p:nvCxnSpPr>
        <p:spPr>
          <a:xfrm rot="5400000">
            <a:off x="7162800" y="2514600"/>
            <a:ext cx="762000" cy="3048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2" name="Straight Connector 122"/>
          <p:cNvCxnSpPr>
            <a:cxnSpLocks/>
            <a:stCxn id="1048729" idx="5"/>
            <a:endCxn id="1048720" idx="0"/>
          </p:cNvCxnSpPr>
          <p:nvPr/>
        </p:nvCxnSpPr>
        <p:spPr>
          <a:xfrm rot="16200000" flipH="1">
            <a:off x="7132987" y="2789586"/>
            <a:ext cx="459115" cy="57711"/>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3" name="Straight Connector 125"/>
          <p:cNvCxnSpPr>
            <a:cxnSpLocks/>
            <a:stCxn id="1048720" idx="0"/>
            <a:endCxn id="1048732" idx="4"/>
          </p:cNvCxnSpPr>
          <p:nvPr/>
        </p:nvCxnSpPr>
        <p:spPr>
          <a:xfrm rot="16200000" flipV="1">
            <a:off x="6362700" y="2019300"/>
            <a:ext cx="685800" cy="13716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4" name="Straight Connector 149"/>
          <p:cNvCxnSpPr>
            <a:cxnSpLocks/>
            <a:stCxn id="1048728" idx="4"/>
            <a:endCxn id="1048721" idx="0"/>
          </p:cNvCxnSpPr>
          <p:nvPr/>
        </p:nvCxnSpPr>
        <p:spPr>
          <a:xfrm rot="16200000" flipH="1">
            <a:off x="3409950" y="2800350"/>
            <a:ext cx="457200" cy="381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8733" name="Oval 156"/>
          <p:cNvSpPr/>
          <p:nvPr/>
        </p:nvSpPr>
        <p:spPr>
          <a:xfrm>
            <a:off x="4876800" y="54102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wrap="none"/>
          <a:p>
            <a:pPr algn="ctr"/>
            <a:r>
              <a:rPr dirty="0" sz="1600" lang="en-US" smtClean="0">
                <a:solidFill>
                  <a:schemeClr val="tx1"/>
                </a:solidFill>
              </a:rPr>
              <a:t>birthplace</a:t>
            </a:r>
            <a:endParaRPr dirty="0" sz="1600" lang="en-US">
              <a:solidFill>
                <a:schemeClr val="tx1"/>
              </a:solidFill>
            </a:endParaRPr>
          </a:p>
        </p:txBody>
      </p:sp>
      <p:sp>
        <p:nvSpPr>
          <p:cNvPr id="1048734" name="Oval 157"/>
          <p:cNvSpPr/>
          <p:nvPr/>
        </p:nvSpPr>
        <p:spPr>
          <a:xfrm>
            <a:off x="6019800" y="4724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style</a:t>
            </a:r>
            <a:endParaRPr dirty="0" sz="1600" lang="en-US">
              <a:solidFill>
                <a:schemeClr val="tx1"/>
              </a:solidFill>
            </a:endParaRPr>
          </a:p>
        </p:txBody>
      </p:sp>
      <p:sp>
        <p:nvSpPr>
          <p:cNvPr id="1048735" name="Oval 158"/>
          <p:cNvSpPr/>
          <p:nvPr/>
        </p:nvSpPr>
        <p:spPr>
          <a:xfrm>
            <a:off x="6172200" y="54102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age</a:t>
            </a:r>
            <a:endParaRPr dirty="0" sz="1600" lang="en-US">
              <a:solidFill>
                <a:schemeClr val="tx1"/>
              </a:solidFill>
            </a:endParaRPr>
          </a:p>
        </p:txBody>
      </p:sp>
      <p:sp>
        <p:nvSpPr>
          <p:cNvPr id="1048736" name="Oval 159"/>
          <p:cNvSpPr/>
          <p:nvPr/>
        </p:nvSpPr>
        <p:spPr>
          <a:xfrm>
            <a:off x="4114800" y="4876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sng" smtClean="0">
                <a:solidFill>
                  <a:schemeClr val="tx1"/>
                </a:solidFill>
              </a:rPr>
              <a:t>name</a:t>
            </a:r>
            <a:endParaRPr dirty="0" sz="1600" lang="en-US" u="sng">
              <a:solidFill>
                <a:schemeClr val="tx1"/>
              </a:solidFill>
            </a:endParaRPr>
          </a:p>
        </p:txBody>
      </p:sp>
      <p:sp>
        <p:nvSpPr>
          <p:cNvPr id="1048737" name="Oval 160"/>
          <p:cNvSpPr/>
          <p:nvPr/>
        </p:nvSpPr>
        <p:spPr>
          <a:xfrm>
            <a:off x="1447800" y="56388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name</a:t>
            </a:r>
            <a:endParaRPr dirty="0" sz="1600" lang="en-US">
              <a:solidFill>
                <a:schemeClr val="tx1"/>
              </a:solidFill>
            </a:endParaRPr>
          </a:p>
        </p:txBody>
      </p:sp>
      <p:sp>
        <p:nvSpPr>
          <p:cNvPr id="1048738" name="Oval 161"/>
          <p:cNvSpPr/>
          <p:nvPr/>
        </p:nvSpPr>
        <p:spPr>
          <a:xfrm>
            <a:off x="2286000" y="48006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address</a:t>
            </a:r>
            <a:endParaRPr dirty="0" sz="1600" lang="en-US">
              <a:solidFill>
                <a:schemeClr val="tx1"/>
              </a:solidFill>
            </a:endParaRPr>
          </a:p>
        </p:txBody>
      </p:sp>
      <p:sp>
        <p:nvSpPr>
          <p:cNvPr id="1048739" name="Oval 162"/>
          <p:cNvSpPr/>
          <p:nvPr/>
        </p:nvSpPr>
        <p:spPr>
          <a:xfrm>
            <a:off x="2819400" y="54864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amount</a:t>
            </a:r>
            <a:endParaRPr dirty="0" sz="1600" lang="en-US">
              <a:solidFill>
                <a:schemeClr val="tx1"/>
              </a:solidFill>
            </a:endParaRPr>
          </a:p>
        </p:txBody>
      </p:sp>
      <p:sp>
        <p:nvSpPr>
          <p:cNvPr id="1048740" name="Oval 163"/>
          <p:cNvSpPr/>
          <p:nvPr/>
        </p:nvSpPr>
        <p:spPr>
          <a:xfrm>
            <a:off x="457200" y="4953000"/>
            <a:ext cx="12192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err="1" u="sng" smtClean="0">
                <a:solidFill>
                  <a:schemeClr val="tx1"/>
                </a:solidFill>
              </a:rPr>
              <a:t>cust_id</a:t>
            </a:r>
            <a:endParaRPr dirty="0" sz="1600" lang="en-US" u="sng">
              <a:solidFill>
                <a:schemeClr val="tx1"/>
              </a:solidFill>
            </a:endParaRPr>
          </a:p>
        </p:txBody>
      </p:sp>
      <p:cxnSp>
        <p:nvCxnSpPr>
          <p:cNvPr id="3145815" name="Straight Connector 177"/>
          <p:cNvCxnSpPr>
            <a:cxnSpLocks/>
            <a:stCxn id="1048722" idx="2"/>
            <a:endCxn id="1048740" idx="7"/>
          </p:cNvCxnSpPr>
          <p:nvPr/>
        </p:nvCxnSpPr>
        <p:spPr>
          <a:xfrm rot="5400000">
            <a:off x="1357569" y="4788483"/>
            <a:ext cx="382915" cy="102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6" name="Straight Connector 180"/>
          <p:cNvCxnSpPr>
            <a:cxnSpLocks/>
            <a:stCxn id="1048722" idx="2"/>
            <a:endCxn id="1048737" idx="0"/>
          </p:cNvCxnSpPr>
          <p:nvPr/>
        </p:nvCxnSpPr>
        <p:spPr>
          <a:xfrm rot="16200000" flipH="1">
            <a:off x="1333500" y="4914900"/>
            <a:ext cx="990600" cy="457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7" name="Straight Connector 184"/>
          <p:cNvCxnSpPr>
            <a:cxnSpLocks/>
            <a:stCxn id="1048739" idx="2"/>
            <a:endCxn id="1048722" idx="2"/>
          </p:cNvCxnSpPr>
          <p:nvPr/>
        </p:nvCxnSpPr>
        <p:spPr>
          <a:xfrm rot="10800000">
            <a:off x="1600200" y="4648200"/>
            <a:ext cx="1219200" cy="11049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8" name="Straight Connector 188"/>
          <p:cNvCxnSpPr>
            <a:cxnSpLocks/>
            <a:stCxn id="1048738" idx="1"/>
            <a:endCxn id="1048722" idx="2"/>
          </p:cNvCxnSpPr>
          <p:nvPr/>
        </p:nvCxnSpPr>
        <p:spPr>
          <a:xfrm rot="16200000" flipV="1">
            <a:off x="1917117" y="4331284"/>
            <a:ext cx="230515" cy="8643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19" name="Straight Connector 197"/>
          <p:cNvCxnSpPr>
            <a:cxnSpLocks/>
            <a:stCxn id="1048723" idx="2"/>
            <a:endCxn id="1048734" idx="1"/>
          </p:cNvCxnSpPr>
          <p:nvPr/>
        </p:nvCxnSpPr>
        <p:spPr>
          <a:xfrm rot="16200000" flipH="1">
            <a:off x="5727117" y="4331283"/>
            <a:ext cx="154315" cy="7881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20" name="Straight Connector 200"/>
          <p:cNvCxnSpPr>
            <a:cxnSpLocks/>
            <a:stCxn id="1048723" idx="2"/>
            <a:endCxn id="1048735" idx="1"/>
          </p:cNvCxnSpPr>
          <p:nvPr/>
        </p:nvCxnSpPr>
        <p:spPr>
          <a:xfrm rot="16200000" flipH="1">
            <a:off x="5460417" y="4597983"/>
            <a:ext cx="840115" cy="9405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21" name="Straight Connector 203"/>
          <p:cNvCxnSpPr>
            <a:cxnSpLocks/>
            <a:stCxn id="1048723" idx="2"/>
            <a:endCxn id="1048733" idx="0"/>
          </p:cNvCxnSpPr>
          <p:nvPr/>
        </p:nvCxnSpPr>
        <p:spPr>
          <a:xfrm rot="16200000" flipH="1">
            <a:off x="5067300" y="4991100"/>
            <a:ext cx="762000" cy="76200"/>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45822" name="Straight Connector 206"/>
          <p:cNvCxnSpPr>
            <a:cxnSpLocks/>
            <a:stCxn id="1048723" idx="2"/>
            <a:endCxn id="1048736" idx="7"/>
          </p:cNvCxnSpPr>
          <p:nvPr/>
        </p:nvCxnSpPr>
        <p:spPr>
          <a:xfrm rot="5400000">
            <a:off x="5129469" y="4674183"/>
            <a:ext cx="306715" cy="254748"/>
          </a:xfrm>
          <a:prstGeom prst="line"/>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8741" name="Rectangle 46"/>
          <p:cNvSpPr/>
          <p:nvPr/>
        </p:nvSpPr>
        <p:spPr>
          <a:xfrm>
            <a:off x="6705600" y="3048000"/>
            <a:ext cx="1371600" cy="457200"/>
          </a:xfrm>
          <a:prstGeom prst="rect"/>
          <a:solidFill>
            <a:schemeClr val="bg1"/>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smtClean="0">
                <a:solidFill>
                  <a:schemeClr val="tx1"/>
                </a:solidFill>
              </a:rPr>
              <a:t>Artwork</a:t>
            </a:r>
            <a:endParaRPr dirty="0" sz="1600" lang="en-US">
              <a:solidFill>
                <a:schemeClr val="tx1"/>
              </a:solidFill>
            </a:endParaRPr>
          </a:p>
        </p:txBody>
      </p:sp>
      <p:sp>
        <p:nvSpPr>
          <p:cNvPr id="1048742" name="Diamond 47"/>
          <p:cNvSpPr/>
          <p:nvPr/>
        </p:nvSpPr>
        <p:spPr>
          <a:xfrm>
            <a:off x="6705600" y="3962400"/>
            <a:ext cx="1371600" cy="914400"/>
          </a:xfrm>
          <a:prstGeom prst="diamond"/>
          <a:solidFill>
            <a:schemeClr val="bg1"/>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bIns="0" lIns="0" rIns="0" rtlCol="0" tIns="0" wrap="none">
            <a:noAutofit/>
          </a:bodyPr>
          <a:p>
            <a:pPr algn="ctr"/>
            <a:r>
              <a:rPr dirty="0" sz="1600" lang="en-US" smtClean="0">
                <a:solidFill>
                  <a:schemeClr val="tx1"/>
                </a:solidFill>
              </a:rPr>
              <a:t>Paints</a:t>
            </a:r>
            <a:endParaRPr dirty="0" sz="1600" lang="en-US">
              <a:solidFill>
                <a:schemeClr val="tx1"/>
              </a:solidFill>
            </a:endParaRPr>
          </a:p>
        </p:txBody>
      </p:sp>
      <p:sp>
        <p:nvSpPr>
          <p:cNvPr id="1048743" name="Oval 48"/>
          <p:cNvSpPr/>
          <p:nvPr/>
        </p:nvSpPr>
        <p:spPr>
          <a:xfrm>
            <a:off x="6553200" y="2133600"/>
            <a:ext cx="914400" cy="533400"/>
          </a:xfrm>
          <a:prstGeom prst="ellipse"/>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rtlCol="0"/>
          <a:p>
            <a:pPr algn="ctr"/>
            <a:r>
              <a:rPr dirty="0" sz="1600" lang="en-US" u="dash" smtClean="0">
                <a:solidFill>
                  <a:schemeClr val="tx1"/>
                </a:solidFill>
              </a:rPr>
              <a:t>title</a:t>
            </a:r>
            <a:endParaRPr dirty="0" sz="1600" lang="en-US" u="dash">
              <a:solidFill>
                <a:schemeClr val="tx1"/>
              </a:solidFill>
            </a:endParaRPr>
          </a:p>
        </p:txBody>
      </p:sp>
    </p:spTree>
  </p:cSld>
  <p:clrMapOvr>
    <a:masterClrMapping/>
  </p:clrMapOvr>
  <p:timing>
    <p:tnLst>
      <p:par>
        <p:cTn dur="indefinite" id="1" nodeType="tmRoot" restart="never">
          <p:childTnLst>
            <p:seq concurrent="1" nextAc="seek">
              <p:cTn dur="indefinite" id="2" nodeType="mainSeq">
                <p:childTnLst>
                  <p:par>
                    <p:cTn fill="hold" id="3">
                      <p:stCondLst>
                        <p:cond delay="indefinite"/>
                      </p:stCondLst>
                      <p:childTnLst>
                        <p:par>
                          <p:cTn fill="hold" id="4">
                            <p:stCondLst>
                              <p:cond delay="0"/>
                            </p:stCondLst>
                            <p:childTnLst>
                              <p:par>
                                <p:cTn fill="hold" grpId="0" id="5" nodeType="clickEffect" presetClass="exit" presetID="1" presetSubtype="0">
                                  <p:stCondLst>
                                    <p:cond delay="0"/>
                                  </p:stCondLst>
                                  <p:childTnLst>
                                    <p:set>
                                      <p:cBhvr>
                                        <p:cTn dur="1" fill="hold" id="6">
                                          <p:stCondLst>
                                            <p:cond delay="0"/>
                                          </p:stCondLst>
                                        </p:cTn>
                                        <p:tgtEl>
                                          <p:spTgt spid="1048720"/>
                                        </p:tgtEl>
                                        <p:attrNameLst>
                                          <p:attrName>style.visibility</p:attrName>
                                        </p:attrNameLst>
                                      </p:cBhvr>
                                      <p:to>
                                        <p:strVal val="hidden"/>
                                      </p:to>
                                    </p:set>
                                  </p:childTnLst>
                                </p:cTn>
                              </p:par>
                              <p:par>
                                <p:cTn fill="hold" grpId="0" id="7" nodeType="withEffect" presetClass="exit" presetID="1" presetSubtype="0">
                                  <p:stCondLst>
                                    <p:cond delay="0"/>
                                  </p:stCondLst>
                                  <p:childTnLst>
                                    <p:set>
                                      <p:cBhvr>
                                        <p:cTn dur="1" fill="hold" id="8">
                                          <p:stCondLst>
                                            <p:cond delay="0"/>
                                          </p:stCondLst>
                                        </p:cTn>
                                        <p:tgtEl>
                                          <p:spTgt spid="1048729"/>
                                        </p:tgtEl>
                                        <p:attrNameLst>
                                          <p:attrName>style.visibility</p:attrName>
                                        </p:attrNameLst>
                                      </p:cBhvr>
                                      <p:to>
                                        <p:strVal val="hidden"/>
                                      </p:to>
                                    </p:set>
                                  </p:childTnLst>
                                </p:cTn>
                              </p:par>
                              <p:par>
                                <p:cTn fill="hold" grpId="0" id="9" nodeType="withEffect" presetClass="exit" presetID="1" presetSubtype="0">
                                  <p:stCondLst>
                                    <p:cond delay="0"/>
                                  </p:stCondLst>
                                  <p:childTnLst>
                                    <p:set>
                                      <p:cBhvr>
                                        <p:cTn dur="1" fill="hold" id="10">
                                          <p:stCondLst>
                                            <p:cond delay="0"/>
                                          </p:stCondLst>
                                        </p:cTn>
                                        <p:tgtEl>
                                          <p:spTgt spid="1048726"/>
                                        </p:tgtEl>
                                        <p:attrNameLst>
                                          <p:attrName>style.visibility</p:attrName>
                                        </p:attrNameLst>
                                      </p:cBhvr>
                                      <p:to>
                                        <p:strVal val="hidden"/>
                                      </p:to>
                                    </p:set>
                                  </p:childTnLst>
                                </p:cTn>
                              </p:par>
                              <p:par>
                                <p:cTn fill="hold" grpId="0" id="11" nodeType="withEffect" presetClass="entr" presetID="1" presetSubtype="0">
                                  <p:stCondLst>
                                    <p:cond delay="0"/>
                                  </p:stCondLst>
                                  <p:childTnLst>
                                    <p:set>
                                      <p:cBhvr>
                                        <p:cTn dur="1" fill="hold" id="12">
                                          <p:stCondLst>
                                            <p:cond delay="0"/>
                                          </p:stCondLst>
                                        </p:cTn>
                                        <p:tgtEl>
                                          <p:spTgt spid="1048743"/>
                                        </p:tgtEl>
                                        <p:attrNameLst>
                                          <p:attrName>style.visibility</p:attrName>
                                        </p:attrNameLst>
                                      </p:cBhvr>
                                      <p:to>
                                        <p:strVal val="visible"/>
                                      </p:to>
                                    </p:set>
                                  </p:childTnLst>
                                </p:cTn>
                              </p:par>
                              <p:par>
                                <p:cTn fill="hold" grpId="0" id="13" nodeType="withEffect" presetClass="entr" presetID="1" presetSubtype="0">
                                  <p:stCondLst>
                                    <p:cond delay="0"/>
                                  </p:stCondLst>
                                  <p:childTnLst>
                                    <p:set>
                                      <p:cBhvr>
                                        <p:cTn dur="1" fill="hold" id="14">
                                          <p:stCondLst>
                                            <p:cond delay="0"/>
                                          </p:stCondLst>
                                        </p:cTn>
                                        <p:tgtEl>
                                          <p:spTgt spid="1048741"/>
                                        </p:tgtEl>
                                        <p:attrNameLst>
                                          <p:attrName>style.visibility</p:attrName>
                                        </p:attrNameLst>
                                      </p:cBhvr>
                                      <p:to>
                                        <p:strVal val="visible"/>
                                      </p:to>
                                    </p:set>
                                  </p:childTnLst>
                                </p:cTn>
                              </p:par>
                              <p:par>
                                <p:cTn fill="hold" grpId="0" id="15" nodeType="withEffect" presetClass="entr" presetID="1" presetSubtype="0">
                                  <p:stCondLst>
                                    <p:cond delay="0"/>
                                  </p:stCondLst>
                                  <p:childTnLst>
                                    <p:set>
                                      <p:cBhvr>
                                        <p:cTn dur="1" fill="hold" id="16">
                                          <p:stCondLst>
                                            <p:cond delay="0"/>
                                          </p:stCondLst>
                                        </p:cTn>
                                        <p:tgtEl>
                                          <p:spTgt spid="10487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8720" grpId="0" animBg="1"/>
      <p:bldP spid="1048726" grpId="0" animBg="1"/>
      <p:bldP spid="1048729" grpId="0" animBg="1"/>
      <p:bldP spid="1048741" grpId="0" animBg="1"/>
      <p:bldP spid="1048742" grpId="0" animBg="1"/>
      <p:bldP spid="1048743" grpId="0" animBg="1"/>
    </p:bld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Median">
  <a:themeElements>
    <a:clrScheme name="Median">
      <a:dk1>
        <a:sysClr lastClr="000000" val="windowText"/>
      </a:dk1>
      <a:lt1>
        <a:sysClr lastClr="FFFFFF" val="window"/>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Median">
      <a:maj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r="5400000" dist="30000" rotWithShape="0">
              <a:srgbClr val="000000">
                <a:alpha val="45000"/>
              </a:srgbClr>
            </a:outerShdw>
          </a:effectLst>
        </a:effectStyle>
        <a:effectStyle>
          <a:effectLst>
            <a:outerShdw blurRad="38100" dir="5400000" dist="30000" rotWithShape="0">
              <a:srgbClr val="000000">
                <a:alpha val="45000"/>
              </a:srgbClr>
            </a:outerShdw>
          </a:effectLst>
        </a:effectStyle>
        <a:effectStyle>
          <a:effectLst>
            <a:outerShdw blurRad="38100" dir="5400000" dist="25400" rotWithShape="0">
              <a:srgbClr val="000000">
                <a:alpha val="35000"/>
              </a:srgbClr>
            </a:outerShdw>
          </a:effectLst>
          <a:scene3d>
            <a:camera prst="isometricTopDown" fov="0">
              <a:rot lat="0" lon="0" rev="0"/>
            </a:camera>
            <a:lightRig dir="t" rig="balanced">
              <a:rot lat="0" lon="0" rev="13800000"/>
            </a:lightRig>
          </a:scene3d>
          <a:sp3d extrusionH="12700" prstMaterial="plastic">
            <a:bevelT w="38100" h="25400" prst="softRound"/>
            <a:contourClr>
              <a:schemeClr val="phClr"/>
            </a:contourClr>
          </a:sp3d>
        </a:effectStyle>
      </a:effectStyleLst>
      <a:bgFillStyleLst>
        <a:solidFill>
          <a:schemeClr val="phClr"/>
        </a:solidFill>
        <a:blipFill>
          <a:blip xmlns:r="http://schemas.openxmlformats.org/officeDocument/2006/relationships" r:embed="rId1">
            <a:duotone>
              <a:schemeClr val="phClr">
                <a:shade val="90000"/>
                <a:satMod val="140000"/>
              </a:schemeClr>
              <a:schemeClr val="phClr">
                <a:satMod val="120000"/>
              </a:schemeClr>
            </a:duotone>
          </a:blip>
          <a:tile algn="tl" flip="none" sx="100000" sy="100000" tx="0" ty="0"/>
        </a:blipFill>
        <a:blipFill>
          <a:blip xmlns:r="http://schemas.openxmlformats.org/officeDocument/2006/relationships" r:embed="rId2">
            <a:duotone>
              <a:schemeClr val="phClr">
                <a:shade val="90000"/>
                <a:satMod val="140000"/>
              </a:schemeClr>
              <a:schemeClr val="phClr">
                <a:satMod val="120000"/>
              </a:schemeClr>
            </a:duotone>
          </a:blip>
          <a:tile algn="tl" flip="none" sx="100000" sy="100000" tx="0" ty="0"/>
        </a:blipFill>
      </a:bgFillStyleLst>
    </a:fmtScheme>
  </a:themeElements>
</a:theme>
</file>

<file path=ppt/theme/theme2.xml><?xml version="1.0" encoding="utf-8"?>
<a:theme xmlns:a="http://schemas.openxmlformats.org/drawingml/2006/main" name="Office 主题">
  <a:themeElements>
    <a:clrScheme name="Office">
      <a:dk1>
        <a:sysClr lastClr="000000" val="windowText"/>
      </a:dk1>
      <a:lt1>
        <a:sysClr lastClr="FFFFFF" val="window"/>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algn="ctr" blurRad="57150" dir="5400000" dist="19050"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Application>Microsoft Office PowerPoint</Application>
  <ScaleCrop>0</ScaleCrop>
  <Company>Kitties, Puppies and Ducklings Oh My</Company>
  <LinksUpToDate>0</LinksUpToDate>
  <AppVersion>12.0000</AppVersion>
</Properties>
</file>

<file path=docProps/core.xml><?xml version="1.0" encoding="utf-8"?>
<cp:coreProperties xmlns:cp="http://schemas.openxmlformats.org/package/2006/metadata/core-properties" xmlns:dc="http://purl.org/dc/elements/1.1/" xmlns:dcterms="http://purl.org/dc/terms/" xmlns:xsi="http://www.w3.org/2001/XMLSchema-instance">
  <dc:title>Practice Exercises</dc:title>
  <dc:creator>MAC</dc:creator>
  <cp:lastModifiedBy>MAC</cp:lastModifiedBy>
  <dcterms:created xsi:type="dcterms:W3CDTF">2010-09-15T10:07:00Z</dcterms:created>
  <dcterms:modified xsi:type="dcterms:W3CDTF">2016-10-02T08:53:38Z</dcterms:modified>
</cp:coreProperties>
</file>