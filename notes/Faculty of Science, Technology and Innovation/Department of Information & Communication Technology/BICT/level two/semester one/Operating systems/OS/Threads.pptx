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7" r:id="rId4"/>
  </p:sldMasterIdLst>
  <p:notesMasterIdLst>
    <p:notesMasterId r:id="rId33"/>
  </p:notesMasterIdLst>
  <p:sldIdLst>
    <p:sldId id="1864" r:id="rId5"/>
    <p:sldId id="1848" r:id="rId6"/>
    <p:sldId id="1869" r:id="rId7"/>
    <p:sldId id="1870" r:id="rId8"/>
    <p:sldId id="1871" r:id="rId9"/>
    <p:sldId id="1873" r:id="rId10"/>
    <p:sldId id="1868" r:id="rId11"/>
    <p:sldId id="1874" r:id="rId12"/>
    <p:sldId id="1872" r:id="rId13"/>
    <p:sldId id="1876" r:id="rId14"/>
    <p:sldId id="1875" r:id="rId15"/>
    <p:sldId id="1877" r:id="rId16"/>
    <p:sldId id="1878" r:id="rId17"/>
    <p:sldId id="1879" r:id="rId18"/>
    <p:sldId id="1880" r:id="rId19"/>
    <p:sldId id="1881" r:id="rId20"/>
    <p:sldId id="1882" r:id="rId21"/>
    <p:sldId id="1883" r:id="rId22"/>
    <p:sldId id="1884" r:id="rId23"/>
    <p:sldId id="1885" r:id="rId24"/>
    <p:sldId id="1886" r:id="rId25"/>
    <p:sldId id="1887" r:id="rId26"/>
    <p:sldId id="1888" r:id="rId27"/>
    <p:sldId id="1889" r:id="rId28"/>
    <p:sldId id="1890" r:id="rId29"/>
    <p:sldId id="1891" r:id="rId30"/>
    <p:sldId id="1892" r:id="rId31"/>
    <p:sldId id="1867" r:id="rId32"/>
  </p:sldIdLst>
  <p:sldSz cx="12192000" cy="6858000"/>
  <p:notesSz cx="6858000" cy="9144000"/>
  <p:defaultTextStyle>
    <a:defPPr>
      <a:defRPr lang="en-US"/>
    </a:defPPr>
    <a:lvl1pPr algn="l" rtl="0" fontAlgn="base">
      <a:spcBef>
        <a:spcPct val="0"/>
      </a:spcBef>
      <a:spcAft>
        <a:spcPct val="0"/>
      </a:spcAft>
      <a:defRPr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kern="1200">
        <a:solidFill>
          <a:schemeClr val="tx1"/>
        </a:solidFill>
        <a:latin typeface="Arial" panose="020B0604020202020204" pitchFamily="34" charset="0"/>
        <a:ea typeface="+mn-ea"/>
        <a:cs typeface="+mn-cs"/>
      </a:defRPr>
    </a:lvl2pPr>
    <a:lvl3pPr marL="914400" algn="l" rtl="0" fontAlgn="base">
      <a:spcBef>
        <a:spcPct val="0"/>
      </a:spcBef>
      <a:spcAft>
        <a:spcPct val="0"/>
      </a:spcAft>
      <a:defRPr kern="1200">
        <a:solidFill>
          <a:schemeClr val="tx1"/>
        </a:solidFill>
        <a:latin typeface="Arial" panose="020B0604020202020204" pitchFamily="34" charset="0"/>
        <a:ea typeface="+mn-ea"/>
        <a:cs typeface="+mn-cs"/>
      </a:defRPr>
    </a:lvl3pPr>
    <a:lvl4pPr marL="1371600" algn="l" rtl="0" fontAlgn="base">
      <a:spcBef>
        <a:spcPct val="0"/>
      </a:spcBef>
      <a:spcAft>
        <a:spcPct val="0"/>
      </a:spcAft>
      <a:defRPr kern="1200">
        <a:solidFill>
          <a:schemeClr val="tx1"/>
        </a:solidFill>
        <a:latin typeface="Arial" panose="020B0604020202020204" pitchFamily="34" charset="0"/>
        <a:ea typeface="+mn-ea"/>
        <a:cs typeface="+mn-cs"/>
      </a:defRPr>
    </a:lvl4pPr>
    <a:lvl5pPr marL="1828800" algn="l" rtl="0" fontAlgn="base">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480" userDrawn="1">
          <p15:clr>
            <a:srgbClr val="A4A3A4"/>
          </p15:clr>
        </p15:guide>
        <p15:guide id="3" pos="7200" userDrawn="1">
          <p15:clr>
            <a:srgbClr val="A4A3A4"/>
          </p15:clr>
        </p15:guide>
        <p15:guide id="4" pos="4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4387"/>
    <a:srgbClr val="FF2625"/>
    <a:srgbClr val="007788"/>
    <a:srgbClr val="297C2A"/>
    <a:srgbClr val="F69000"/>
    <a:srgbClr val="01C2D1"/>
    <a:srgbClr val="D6D734"/>
    <a:srgbClr val="005C68"/>
    <a:srgbClr val="3B2E58"/>
    <a:srgbClr val="6B2929"/>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724" autoAdjust="0"/>
  </p:normalViewPr>
  <p:slideViewPr>
    <p:cSldViewPr snapToGrid="0">
      <p:cViewPr varScale="1">
        <p:scale>
          <a:sx n="62" d="100"/>
          <a:sy n="62" d="100"/>
        </p:scale>
        <p:origin x="828" y="44"/>
      </p:cViewPr>
      <p:guideLst>
        <p:guide orient="horz" pos="2160"/>
        <p:guide pos="480"/>
        <p:guide pos="7200"/>
        <p:guide pos="4368"/>
      </p:guideLst>
    </p:cSldViewPr>
  </p:slideViewPr>
  <p:notesTextViewPr>
    <p:cViewPr>
      <p:scale>
        <a:sx n="1" d="1"/>
        <a:sy n="1" d="1"/>
      </p:scale>
      <p:origin x="0" y="0"/>
    </p:cViewPr>
  </p:notesTextViewPr>
  <p:sorterViewPr>
    <p:cViewPr>
      <p:scale>
        <a:sx n="94" d="100"/>
        <a:sy n="94"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22" name="Rectangle 2">
            <a:extLst>
              <a:ext uri="{FF2B5EF4-FFF2-40B4-BE49-F238E27FC236}">
                <a16:creationId xmlns:a16="http://schemas.microsoft.com/office/drawing/2014/main" id="{D9F622F8-1824-4338-8C3C-5529D3BDEF4A}"/>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smtClean="0">
                <a:latin typeface="Arial" charset="0"/>
              </a:defRPr>
            </a:lvl1pPr>
          </a:lstStyle>
          <a:p>
            <a:pPr>
              <a:defRPr/>
            </a:pPr>
            <a:endParaRPr lang="en-US" dirty="0"/>
          </a:p>
        </p:txBody>
      </p:sp>
      <p:sp>
        <p:nvSpPr>
          <p:cNvPr id="30723" name="Rectangle 3">
            <a:extLst>
              <a:ext uri="{FF2B5EF4-FFF2-40B4-BE49-F238E27FC236}">
                <a16:creationId xmlns:a16="http://schemas.microsoft.com/office/drawing/2014/main" id="{618DDD53-BB38-4118-BC75-9CE27D49C550}"/>
              </a:ext>
            </a:extLst>
          </p:cNvPr>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smtClean="0">
                <a:latin typeface="Arial" charset="0"/>
              </a:defRPr>
            </a:lvl1pPr>
          </a:lstStyle>
          <a:p>
            <a:pPr>
              <a:defRPr/>
            </a:pPr>
            <a:endParaRPr lang="en-US" dirty="0"/>
          </a:p>
        </p:txBody>
      </p:sp>
      <p:sp>
        <p:nvSpPr>
          <p:cNvPr id="14340" name="Rectangle 4">
            <a:extLst>
              <a:ext uri="{FF2B5EF4-FFF2-40B4-BE49-F238E27FC236}">
                <a16:creationId xmlns:a16="http://schemas.microsoft.com/office/drawing/2014/main" id="{6C03B6F7-B1AE-4118-ABA2-FFEC9B8F0E9C}"/>
              </a:ext>
            </a:extLst>
          </p:cNvPr>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0725" name="Rectangle 5">
            <a:extLst>
              <a:ext uri="{FF2B5EF4-FFF2-40B4-BE49-F238E27FC236}">
                <a16:creationId xmlns:a16="http://schemas.microsoft.com/office/drawing/2014/main" id="{646F5356-BDE8-43C1-9587-85323D02B191}"/>
              </a:ext>
            </a:extLst>
          </p:cNvPr>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26" name="Rectangle 6">
            <a:extLst>
              <a:ext uri="{FF2B5EF4-FFF2-40B4-BE49-F238E27FC236}">
                <a16:creationId xmlns:a16="http://schemas.microsoft.com/office/drawing/2014/main" id="{89912C35-11A9-4DA7-8476-F1823F658CAA}"/>
              </a:ext>
            </a:extLst>
          </p:cNvPr>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smtClean="0">
                <a:latin typeface="Arial" charset="0"/>
              </a:defRPr>
            </a:lvl1pPr>
          </a:lstStyle>
          <a:p>
            <a:pPr>
              <a:defRPr/>
            </a:pPr>
            <a:endParaRPr lang="en-US" dirty="0"/>
          </a:p>
        </p:txBody>
      </p:sp>
      <p:sp>
        <p:nvSpPr>
          <p:cNvPr id="30727" name="Rectangle 7">
            <a:extLst>
              <a:ext uri="{FF2B5EF4-FFF2-40B4-BE49-F238E27FC236}">
                <a16:creationId xmlns:a16="http://schemas.microsoft.com/office/drawing/2014/main" id="{7180ED79-CEC3-4FB9-B511-8597B20A0C10}"/>
              </a:ext>
            </a:extLst>
          </p:cNvPr>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fld id="{6DEB7EE2-04A2-4FB2-9625-C9C73AC4D32F}" type="slidenum">
              <a:rPr lang="en-US" altLang="en-US"/>
              <a:pPr/>
              <a:t>‹#›</a:t>
            </a:fld>
            <a:endParaRPr lang="en-US" altLang="en-US" dirty="0"/>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7">
            <a:extLst>
              <a:ext uri="{FF2B5EF4-FFF2-40B4-BE49-F238E27FC236}">
                <a16:creationId xmlns:a16="http://schemas.microsoft.com/office/drawing/2014/main" id="{FA4671F7-4D2C-4B1E-AED7-24676BE8B49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fld id="{947842D7-C728-4EBD-982B-B8BE79E4DBBE}" type="slidenum">
              <a:rPr lang="en-US" altLang="en-US"/>
              <a:pPr eaLnBrk="1" hangingPunct="1"/>
              <a:t>1</a:t>
            </a:fld>
            <a:endParaRPr lang="en-US" altLang="en-US" dirty="0"/>
          </a:p>
        </p:txBody>
      </p:sp>
      <p:sp>
        <p:nvSpPr>
          <p:cNvPr id="15363" name="Rectangle 2">
            <a:extLst>
              <a:ext uri="{FF2B5EF4-FFF2-40B4-BE49-F238E27FC236}">
                <a16:creationId xmlns:a16="http://schemas.microsoft.com/office/drawing/2014/main" id="{D8E83BD0-7AE4-4323-9047-FC368929C520}"/>
              </a:ext>
            </a:extLst>
          </p:cNvPr>
          <p:cNvSpPr>
            <a:spLocks noGrp="1" noRot="1" noChangeAspect="1" noChangeArrowheads="1" noTextEdit="1"/>
          </p:cNvSpPr>
          <p:nvPr>
            <p:ph type="sldImg"/>
          </p:nvPr>
        </p:nvSpPr>
        <p:spPr>
          <a:ln/>
        </p:spPr>
      </p:sp>
      <p:sp>
        <p:nvSpPr>
          <p:cNvPr id="15364" name="Rectangle 3">
            <a:extLst>
              <a:ext uri="{FF2B5EF4-FFF2-40B4-BE49-F238E27FC236}">
                <a16:creationId xmlns:a16="http://schemas.microsoft.com/office/drawing/2014/main" id="{FDECF5EC-C5EC-4723-8F4F-A75A20018F65}"/>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9508148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pPr/>
              <a:t>2</a:t>
            </a:fld>
            <a:endParaRPr lang="en-US" altLang="en-US" dirty="0"/>
          </a:p>
        </p:txBody>
      </p:sp>
    </p:spTree>
    <p:extLst>
      <p:ext uri="{BB962C8B-B14F-4D97-AF65-F5344CB8AC3E}">
        <p14:creationId xmlns:p14="http://schemas.microsoft.com/office/powerpoint/2010/main" val="13834179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827CA-0649-5D1D-2EC8-596421A5D1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E775AE-27E0-D5BA-5B5D-460632BF2E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91887-F31F-361C-DC83-8B4D2198EB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E1C8A4-7A84-EA1B-D4A9-B50ACA418263}"/>
              </a:ext>
            </a:extLst>
          </p:cNvPr>
          <p:cNvSpPr>
            <a:spLocks noGrp="1"/>
          </p:cNvSpPr>
          <p:nvPr>
            <p:ph type="sldNum" sz="quarter" idx="5"/>
          </p:nvPr>
        </p:nvSpPr>
        <p:spPr/>
        <p:txBody>
          <a:bodyPr/>
          <a:lstStyle/>
          <a:p>
            <a:fld id="{6DEB7EE2-04A2-4FB2-9625-C9C73AC4D32F}" type="slidenum">
              <a:rPr lang="en-US" altLang="en-US" smtClean="0"/>
              <a:pPr/>
              <a:t>3</a:t>
            </a:fld>
            <a:endParaRPr lang="en-US" altLang="en-US" dirty="0"/>
          </a:p>
        </p:txBody>
      </p:sp>
    </p:spTree>
    <p:extLst>
      <p:ext uri="{BB962C8B-B14F-4D97-AF65-F5344CB8AC3E}">
        <p14:creationId xmlns:p14="http://schemas.microsoft.com/office/powerpoint/2010/main" val="39316699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1CDF2-4F51-EBE0-4C80-2876410CF4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E2CE3F-9940-95EF-EA7F-F5BA1B1771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4C35C7-E6AE-6E5E-17C0-A6B12DEE0E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E8492A-8CBA-FBD2-93FA-9CF3AA5B20E5}"/>
              </a:ext>
            </a:extLst>
          </p:cNvPr>
          <p:cNvSpPr>
            <a:spLocks noGrp="1"/>
          </p:cNvSpPr>
          <p:nvPr>
            <p:ph type="sldNum" sz="quarter" idx="5"/>
          </p:nvPr>
        </p:nvSpPr>
        <p:spPr/>
        <p:txBody>
          <a:bodyPr/>
          <a:lstStyle/>
          <a:p>
            <a:fld id="{6DEB7EE2-04A2-4FB2-9625-C9C73AC4D32F}" type="slidenum">
              <a:rPr lang="en-US" altLang="en-US" smtClean="0"/>
              <a:pPr/>
              <a:t>4</a:t>
            </a:fld>
            <a:endParaRPr lang="en-US" altLang="en-US" dirty="0"/>
          </a:p>
        </p:txBody>
      </p:sp>
    </p:spTree>
    <p:extLst>
      <p:ext uri="{BB962C8B-B14F-4D97-AF65-F5344CB8AC3E}">
        <p14:creationId xmlns:p14="http://schemas.microsoft.com/office/powerpoint/2010/main" val="32643646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F956F-59ED-0211-4689-788F204AAE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BD445E-1FAC-40BE-F4A4-81F480E1FC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19D800-34B6-547B-E219-D7515082206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3C41FB0-B0E9-569B-D63D-EBAC9E9094DA}"/>
              </a:ext>
            </a:extLst>
          </p:cNvPr>
          <p:cNvSpPr>
            <a:spLocks noGrp="1"/>
          </p:cNvSpPr>
          <p:nvPr>
            <p:ph type="sldNum" sz="quarter" idx="5"/>
          </p:nvPr>
        </p:nvSpPr>
        <p:spPr/>
        <p:txBody>
          <a:bodyPr/>
          <a:lstStyle/>
          <a:p>
            <a:fld id="{6DEB7EE2-04A2-4FB2-9625-C9C73AC4D32F}" type="slidenum">
              <a:rPr lang="en-US" altLang="en-US" smtClean="0"/>
              <a:pPr/>
              <a:t>5</a:t>
            </a:fld>
            <a:endParaRPr lang="en-US" altLang="en-US" dirty="0"/>
          </a:p>
        </p:txBody>
      </p:sp>
    </p:spTree>
    <p:extLst>
      <p:ext uri="{BB962C8B-B14F-4D97-AF65-F5344CB8AC3E}">
        <p14:creationId xmlns:p14="http://schemas.microsoft.com/office/powerpoint/2010/main" val="34574439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4FDDA-CE41-2BE1-5CBD-CC30E0440C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3E9C6-9327-C442-77E1-393390E597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34D457-EF5C-7A23-66E9-8A3C469524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70E35C-BBC1-B256-5908-0CF10CC54063}"/>
              </a:ext>
            </a:extLst>
          </p:cNvPr>
          <p:cNvSpPr>
            <a:spLocks noGrp="1"/>
          </p:cNvSpPr>
          <p:nvPr>
            <p:ph type="sldNum" sz="quarter" idx="5"/>
          </p:nvPr>
        </p:nvSpPr>
        <p:spPr/>
        <p:txBody>
          <a:bodyPr/>
          <a:lstStyle/>
          <a:p>
            <a:fld id="{6DEB7EE2-04A2-4FB2-9625-C9C73AC4D32F}" type="slidenum">
              <a:rPr lang="en-US" altLang="en-US" smtClean="0"/>
              <a:pPr/>
              <a:t>6</a:t>
            </a:fld>
            <a:endParaRPr lang="en-US" altLang="en-US" dirty="0"/>
          </a:p>
        </p:txBody>
      </p:sp>
    </p:spTree>
    <p:extLst>
      <p:ext uri="{BB962C8B-B14F-4D97-AF65-F5344CB8AC3E}">
        <p14:creationId xmlns:p14="http://schemas.microsoft.com/office/powerpoint/2010/main" val="25428061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1D273-B663-E900-B5C2-DD3FA49C5D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D422A1-579F-B9C8-2718-2466000DA4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08C949-EB0E-1061-FE7B-C68CD33502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67F85E-1581-4327-DCE1-76BBD023B779}"/>
              </a:ext>
            </a:extLst>
          </p:cNvPr>
          <p:cNvSpPr>
            <a:spLocks noGrp="1"/>
          </p:cNvSpPr>
          <p:nvPr>
            <p:ph type="sldNum" sz="quarter" idx="5"/>
          </p:nvPr>
        </p:nvSpPr>
        <p:spPr/>
        <p:txBody>
          <a:bodyPr/>
          <a:lstStyle/>
          <a:p>
            <a:fld id="{6DEB7EE2-04A2-4FB2-9625-C9C73AC4D32F}" type="slidenum">
              <a:rPr lang="en-US" altLang="en-US" smtClean="0"/>
              <a:pPr/>
              <a:t>7</a:t>
            </a:fld>
            <a:endParaRPr lang="en-US" altLang="en-US" dirty="0"/>
          </a:p>
        </p:txBody>
      </p:sp>
    </p:spTree>
    <p:extLst>
      <p:ext uri="{BB962C8B-B14F-4D97-AF65-F5344CB8AC3E}">
        <p14:creationId xmlns:p14="http://schemas.microsoft.com/office/powerpoint/2010/main" val="1255066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89DA6-86F6-ECA9-A91D-AB7759A2F6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7EF961-B4A3-794D-04D7-AF6C556AE1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0768A-34C6-4CB9-00B2-6A776A175B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61A456-EEB4-6379-E294-740F14861673}"/>
              </a:ext>
            </a:extLst>
          </p:cNvPr>
          <p:cNvSpPr>
            <a:spLocks noGrp="1"/>
          </p:cNvSpPr>
          <p:nvPr>
            <p:ph type="sldNum" sz="quarter" idx="5"/>
          </p:nvPr>
        </p:nvSpPr>
        <p:spPr/>
        <p:txBody>
          <a:bodyPr/>
          <a:lstStyle/>
          <a:p>
            <a:fld id="{6DEB7EE2-04A2-4FB2-9625-C9C73AC4D32F}" type="slidenum">
              <a:rPr lang="en-US" altLang="en-US" smtClean="0"/>
              <a:pPr/>
              <a:t>8</a:t>
            </a:fld>
            <a:endParaRPr lang="en-US" altLang="en-US" dirty="0"/>
          </a:p>
        </p:txBody>
      </p:sp>
    </p:spTree>
    <p:extLst>
      <p:ext uri="{BB962C8B-B14F-4D97-AF65-F5344CB8AC3E}">
        <p14:creationId xmlns:p14="http://schemas.microsoft.com/office/powerpoint/2010/main" val="2897702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6E46A-A964-BF70-42C9-1B06861966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2A1F0D-4B86-0D1D-3915-5A59441A19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743A3-10A9-12AD-C5E9-0507EDDB1F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9FB79A-4F84-FF75-27E9-0B479DC8CE06}"/>
              </a:ext>
            </a:extLst>
          </p:cNvPr>
          <p:cNvSpPr>
            <a:spLocks noGrp="1"/>
          </p:cNvSpPr>
          <p:nvPr>
            <p:ph type="sldNum" sz="quarter" idx="5"/>
          </p:nvPr>
        </p:nvSpPr>
        <p:spPr/>
        <p:txBody>
          <a:bodyPr/>
          <a:lstStyle/>
          <a:p>
            <a:fld id="{6DEB7EE2-04A2-4FB2-9625-C9C73AC4D32F}" type="slidenum">
              <a:rPr lang="en-US" altLang="en-US" smtClean="0"/>
              <a:pPr/>
              <a:t>9</a:t>
            </a:fld>
            <a:endParaRPr lang="en-US" altLang="en-US" dirty="0"/>
          </a:p>
        </p:txBody>
      </p:sp>
    </p:spTree>
    <p:extLst>
      <p:ext uri="{BB962C8B-B14F-4D97-AF65-F5344CB8AC3E}">
        <p14:creationId xmlns:p14="http://schemas.microsoft.com/office/powerpoint/2010/main" val="32235641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0D8B3-89C2-03BA-5638-A5DE6E011B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EEDC2A-234F-07EB-5F05-736925C196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77A68D-8EE5-F986-BAB8-BF3DD8E545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BDCC0A-B95F-C97C-8181-91A3964779CE}"/>
              </a:ext>
            </a:extLst>
          </p:cNvPr>
          <p:cNvSpPr>
            <a:spLocks noGrp="1"/>
          </p:cNvSpPr>
          <p:nvPr>
            <p:ph type="sldNum" sz="quarter" idx="5"/>
          </p:nvPr>
        </p:nvSpPr>
        <p:spPr/>
        <p:txBody>
          <a:bodyPr/>
          <a:lstStyle/>
          <a:p>
            <a:fld id="{6DEB7EE2-04A2-4FB2-9625-C9C73AC4D32F}" type="slidenum">
              <a:rPr lang="en-US" altLang="en-US" smtClean="0"/>
              <a:pPr/>
              <a:t>10</a:t>
            </a:fld>
            <a:endParaRPr lang="en-US" altLang="en-US" dirty="0"/>
          </a:p>
        </p:txBody>
      </p:sp>
    </p:spTree>
    <p:extLst>
      <p:ext uri="{BB962C8B-B14F-4D97-AF65-F5344CB8AC3E}">
        <p14:creationId xmlns:p14="http://schemas.microsoft.com/office/powerpoint/2010/main" val="6060763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3AF62-A3B5-A335-229B-9291792F83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6FE9BE-DC71-D1C0-DCC2-CAB9E018F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10E18E-FA49-2EB5-3930-6882990D18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CE57AE6-46E1-9E92-B410-5E89AB6EEA93}"/>
              </a:ext>
            </a:extLst>
          </p:cNvPr>
          <p:cNvSpPr>
            <a:spLocks noGrp="1"/>
          </p:cNvSpPr>
          <p:nvPr>
            <p:ph type="sldNum" sz="quarter" idx="5"/>
          </p:nvPr>
        </p:nvSpPr>
        <p:spPr/>
        <p:txBody>
          <a:bodyPr/>
          <a:lstStyle/>
          <a:p>
            <a:fld id="{6DEB7EE2-04A2-4FB2-9625-C9C73AC4D32F}" type="slidenum">
              <a:rPr lang="en-US" altLang="en-US" smtClean="0"/>
              <a:pPr/>
              <a:t>11</a:t>
            </a:fld>
            <a:endParaRPr lang="en-US" altLang="en-US" dirty="0"/>
          </a:p>
        </p:txBody>
      </p:sp>
    </p:spTree>
    <p:extLst>
      <p:ext uri="{BB962C8B-B14F-4D97-AF65-F5344CB8AC3E}">
        <p14:creationId xmlns:p14="http://schemas.microsoft.com/office/powerpoint/2010/main" val="3704966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D7BB5-E722-077F-2442-35075C25E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D29007-4A98-D175-89FF-A219F66889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38C6C4-466B-DF44-824A-B7C227D436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A45CFC-C86E-2EEC-151E-2A4ADEAB6D2C}"/>
              </a:ext>
            </a:extLst>
          </p:cNvPr>
          <p:cNvSpPr>
            <a:spLocks noGrp="1"/>
          </p:cNvSpPr>
          <p:nvPr>
            <p:ph type="sldNum" sz="quarter" idx="5"/>
          </p:nvPr>
        </p:nvSpPr>
        <p:spPr/>
        <p:txBody>
          <a:bodyPr/>
          <a:lstStyle/>
          <a:p>
            <a:fld id="{6DEB7EE2-04A2-4FB2-9625-C9C73AC4D32F}" type="slidenum">
              <a:rPr lang="en-US" altLang="en-US" smtClean="0"/>
              <a:pPr/>
              <a:t>12</a:t>
            </a:fld>
            <a:endParaRPr lang="en-US" altLang="en-US" dirty="0"/>
          </a:p>
        </p:txBody>
      </p:sp>
    </p:spTree>
    <p:extLst>
      <p:ext uri="{BB962C8B-B14F-4D97-AF65-F5344CB8AC3E}">
        <p14:creationId xmlns:p14="http://schemas.microsoft.com/office/powerpoint/2010/main" val="7181663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760DE-26F1-3363-91AA-1146B76A68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CC3FEA-A07D-09E1-4256-5565D48039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D359C4-0522-598C-A7BE-873E83FEE6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D08056-91B4-48B1-6311-7591393399F6}"/>
              </a:ext>
            </a:extLst>
          </p:cNvPr>
          <p:cNvSpPr>
            <a:spLocks noGrp="1"/>
          </p:cNvSpPr>
          <p:nvPr>
            <p:ph type="sldNum" sz="quarter" idx="5"/>
          </p:nvPr>
        </p:nvSpPr>
        <p:spPr/>
        <p:txBody>
          <a:bodyPr/>
          <a:lstStyle/>
          <a:p>
            <a:fld id="{6DEB7EE2-04A2-4FB2-9625-C9C73AC4D32F}" type="slidenum">
              <a:rPr lang="en-US" altLang="en-US" smtClean="0"/>
              <a:pPr/>
              <a:t>13</a:t>
            </a:fld>
            <a:endParaRPr lang="en-US" altLang="en-US" dirty="0"/>
          </a:p>
        </p:txBody>
      </p:sp>
    </p:spTree>
    <p:extLst>
      <p:ext uri="{BB962C8B-B14F-4D97-AF65-F5344CB8AC3E}">
        <p14:creationId xmlns:p14="http://schemas.microsoft.com/office/powerpoint/2010/main" val="13948610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3DA14-2452-BE61-C9BD-2BB0B0554D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4D5240-357B-C512-46E3-592D674C3A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02E5E3-AD75-40E3-3485-D884655E4F0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5D7FDC-3237-48A7-2267-C98F729C2B01}"/>
              </a:ext>
            </a:extLst>
          </p:cNvPr>
          <p:cNvSpPr>
            <a:spLocks noGrp="1"/>
          </p:cNvSpPr>
          <p:nvPr>
            <p:ph type="sldNum" sz="quarter" idx="5"/>
          </p:nvPr>
        </p:nvSpPr>
        <p:spPr/>
        <p:txBody>
          <a:bodyPr/>
          <a:lstStyle/>
          <a:p>
            <a:fld id="{6DEB7EE2-04A2-4FB2-9625-C9C73AC4D32F}" type="slidenum">
              <a:rPr lang="en-US" altLang="en-US" smtClean="0"/>
              <a:pPr/>
              <a:t>14</a:t>
            </a:fld>
            <a:endParaRPr lang="en-US" altLang="en-US" dirty="0"/>
          </a:p>
        </p:txBody>
      </p:sp>
    </p:spTree>
    <p:extLst>
      <p:ext uri="{BB962C8B-B14F-4D97-AF65-F5344CB8AC3E}">
        <p14:creationId xmlns:p14="http://schemas.microsoft.com/office/powerpoint/2010/main" val="416604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5EEC45-DFED-61E5-5859-8EB64EAC62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EE9B24-3279-9054-8C93-59F07B95E5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C713B2-AFAE-4791-28B9-6CA42B5630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65F86E-905E-0BAB-39D3-E2DAEFDF20F0}"/>
              </a:ext>
            </a:extLst>
          </p:cNvPr>
          <p:cNvSpPr>
            <a:spLocks noGrp="1"/>
          </p:cNvSpPr>
          <p:nvPr>
            <p:ph type="sldNum" sz="quarter" idx="5"/>
          </p:nvPr>
        </p:nvSpPr>
        <p:spPr/>
        <p:txBody>
          <a:bodyPr/>
          <a:lstStyle/>
          <a:p>
            <a:fld id="{6DEB7EE2-04A2-4FB2-9625-C9C73AC4D32F}" type="slidenum">
              <a:rPr lang="en-US" altLang="en-US" smtClean="0"/>
              <a:pPr/>
              <a:t>15</a:t>
            </a:fld>
            <a:endParaRPr lang="en-US" altLang="en-US" dirty="0"/>
          </a:p>
        </p:txBody>
      </p:sp>
    </p:spTree>
    <p:extLst>
      <p:ext uri="{BB962C8B-B14F-4D97-AF65-F5344CB8AC3E}">
        <p14:creationId xmlns:p14="http://schemas.microsoft.com/office/powerpoint/2010/main" val="6752227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ED424-96C2-0C7E-9342-4001CA217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3AFEAB-5B2C-0A4C-D5E0-A961ED5CF2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D1F9F9-E317-1E6B-EA8C-BB256EC3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D7EEC1-70D4-5675-CAB8-4ED5151A0DC5}"/>
              </a:ext>
            </a:extLst>
          </p:cNvPr>
          <p:cNvSpPr>
            <a:spLocks noGrp="1"/>
          </p:cNvSpPr>
          <p:nvPr>
            <p:ph type="sldNum" sz="quarter" idx="5"/>
          </p:nvPr>
        </p:nvSpPr>
        <p:spPr/>
        <p:txBody>
          <a:bodyPr/>
          <a:lstStyle/>
          <a:p>
            <a:fld id="{6DEB7EE2-04A2-4FB2-9625-C9C73AC4D32F}" type="slidenum">
              <a:rPr lang="en-US" altLang="en-US" smtClean="0"/>
              <a:pPr/>
              <a:t>16</a:t>
            </a:fld>
            <a:endParaRPr lang="en-US" altLang="en-US" dirty="0"/>
          </a:p>
        </p:txBody>
      </p:sp>
    </p:spTree>
    <p:extLst>
      <p:ext uri="{BB962C8B-B14F-4D97-AF65-F5344CB8AC3E}">
        <p14:creationId xmlns:p14="http://schemas.microsoft.com/office/powerpoint/2010/main" val="2085419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350BA-5343-589C-D045-05E63B283C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116951-05F4-91A8-CE9C-22BE23CB7D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9BC543-554A-7167-897B-29855FED6E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18F96C-419A-D8A9-A819-93D9EBA78FB3}"/>
              </a:ext>
            </a:extLst>
          </p:cNvPr>
          <p:cNvSpPr>
            <a:spLocks noGrp="1"/>
          </p:cNvSpPr>
          <p:nvPr>
            <p:ph type="sldNum" sz="quarter" idx="5"/>
          </p:nvPr>
        </p:nvSpPr>
        <p:spPr/>
        <p:txBody>
          <a:bodyPr/>
          <a:lstStyle/>
          <a:p>
            <a:fld id="{6DEB7EE2-04A2-4FB2-9625-C9C73AC4D32F}" type="slidenum">
              <a:rPr lang="en-US" altLang="en-US" smtClean="0"/>
              <a:pPr/>
              <a:t>17</a:t>
            </a:fld>
            <a:endParaRPr lang="en-US" altLang="en-US" dirty="0"/>
          </a:p>
        </p:txBody>
      </p:sp>
    </p:spTree>
    <p:extLst>
      <p:ext uri="{BB962C8B-B14F-4D97-AF65-F5344CB8AC3E}">
        <p14:creationId xmlns:p14="http://schemas.microsoft.com/office/powerpoint/2010/main" val="14241515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A9CF3-F670-3B7B-3627-C9A737E989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96CDA2-B3C5-B702-B8A8-9000AB9DDD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A719F2-E574-CBB4-4170-46F7215123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A6683D-72A5-F75F-7CAA-777985532C95}"/>
              </a:ext>
            </a:extLst>
          </p:cNvPr>
          <p:cNvSpPr>
            <a:spLocks noGrp="1"/>
          </p:cNvSpPr>
          <p:nvPr>
            <p:ph type="sldNum" sz="quarter" idx="5"/>
          </p:nvPr>
        </p:nvSpPr>
        <p:spPr/>
        <p:txBody>
          <a:bodyPr/>
          <a:lstStyle/>
          <a:p>
            <a:fld id="{6DEB7EE2-04A2-4FB2-9625-C9C73AC4D32F}" type="slidenum">
              <a:rPr lang="en-US" altLang="en-US" smtClean="0"/>
              <a:pPr/>
              <a:t>18</a:t>
            </a:fld>
            <a:endParaRPr lang="en-US" altLang="en-US" dirty="0"/>
          </a:p>
        </p:txBody>
      </p:sp>
    </p:spTree>
    <p:extLst>
      <p:ext uri="{BB962C8B-B14F-4D97-AF65-F5344CB8AC3E}">
        <p14:creationId xmlns:p14="http://schemas.microsoft.com/office/powerpoint/2010/main" val="41182138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58BB2-7A06-1EE5-B29C-CB82627586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544B52-6D2C-BA4B-5C7B-CEFD7F99ED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70DDD7-1DC2-9B1A-EA00-C64EA42536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4EE885-8F92-8CCD-80D1-9DB29822741C}"/>
              </a:ext>
            </a:extLst>
          </p:cNvPr>
          <p:cNvSpPr>
            <a:spLocks noGrp="1"/>
          </p:cNvSpPr>
          <p:nvPr>
            <p:ph type="sldNum" sz="quarter" idx="5"/>
          </p:nvPr>
        </p:nvSpPr>
        <p:spPr/>
        <p:txBody>
          <a:bodyPr/>
          <a:lstStyle/>
          <a:p>
            <a:fld id="{6DEB7EE2-04A2-4FB2-9625-C9C73AC4D32F}" type="slidenum">
              <a:rPr lang="en-US" altLang="en-US" smtClean="0"/>
              <a:pPr/>
              <a:t>19</a:t>
            </a:fld>
            <a:endParaRPr lang="en-US" altLang="en-US" dirty="0"/>
          </a:p>
        </p:txBody>
      </p:sp>
    </p:spTree>
    <p:extLst>
      <p:ext uri="{BB962C8B-B14F-4D97-AF65-F5344CB8AC3E}">
        <p14:creationId xmlns:p14="http://schemas.microsoft.com/office/powerpoint/2010/main" val="26637621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05A12-CE75-983C-9997-CE83B4422D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94412D-34D3-C7F9-DBFD-B257F0C739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FFB7BB-3A41-D4D6-2A25-68EF8FC7B1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9AC002-B25F-F263-7A4A-710816CAB89A}"/>
              </a:ext>
            </a:extLst>
          </p:cNvPr>
          <p:cNvSpPr>
            <a:spLocks noGrp="1"/>
          </p:cNvSpPr>
          <p:nvPr>
            <p:ph type="sldNum" sz="quarter" idx="5"/>
          </p:nvPr>
        </p:nvSpPr>
        <p:spPr/>
        <p:txBody>
          <a:bodyPr/>
          <a:lstStyle/>
          <a:p>
            <a:fld id="{6DEB7EE2-04A2-4FB2-9625-C9C73AC4D32F}" type="slidenum">
              <a:rPr lang="en-US" altLang="en-US" smtClean="0"/>
              <a:pPr/>
              <a:t>20</a:t>
            </a:fld>
            <a:endParaRPr lang="en-US" altLang="en-US" dirty="0"/>
          </a:p>
        </p:txBody>
      </p:sp>
    </p:spTree>
    <p:extLst>
      <p:ext uri="{BB962C8B-B14F-4D97-AF65-F5344CB8AC3E}">
        <p14:creationId xmlns:p14="http://schemas.microsoft.com/office/powerpoint/2010/main" val="37197846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A920C-325B-351A-2BE0-C55E21E6C9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A1D416-A06E-84E0-5EDC-B544C82431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BF8A6F-3F46-27FC-3B66-081A53D839F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7B1ED1-09D4-F26B-332C-4C9DC35EE89E}"/>
              </a:ext>
            </a:extLst>
          </p:cNvPr>
          <p:cNvSpPr>
            <a:spLocks noGrp="1"/>
          </p:cNvSpPr>
          <p:nvPr>
            <p:ph type="sldNum" sz="quarter" idx="5"/>
          </p:nvPr>
        </p:nvSpPr>
        <p:spPr/>
        <p:txBody>
          <a:bodyPr/>
          <a:lstStyle/>
          <a:p>
            <a:fld id="{6DEB7EE2-04A2-4FB2-9625-C9C73AC4D32F}" type="slidenum">
              <a:rPr lang="en-US" altLang="en-US" smtClean="0"/>
              <a:pPr/>
              <a:t>21</a:t>
            </a:fld>
            <a:endParaRPr lang="en-US" altLang="en-US" dirty="0"/>
          </a:p>
        </p:txBody>
      </p:sp>
    </p:spTree>
    <p:extLst>
      <p:ext uri="{BB962C8B-B14F-4D97-AF65-F5344CB8AC3E}">
        <p14:creationId xmlns:p14="http://schemas.microsoft.com/office/powerpoint/2010/main" val="25061982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8059A-655B-E603-AF25-B970EB5E06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95E0A8-9DCF-19D4-7F29-CD50F3EBAA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A9A2F6-D3A9-D676-5C2A-3CAB6EDA6F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479938-086D-767F-1062-5BD34865B777}"/>
              </a:ext>
            </a:extLst>
          </p:cNvPr>
          <p:cNvSpPr>
            <a:spLocks noGrp="1"/>
          </p:cNvSpPr>
          <p:nvPr>
            <p:ph type="sldNum" sz="quarter" idx="5"/>
          </p:nvPr>
        </p:nvSpPr>
        <p:spPr/>
        <p:txBody>
          <a:bodyPr/>
          <a:lstStyle/>
          <a:p>
            <a:fld id="{6DEB7EE2-04A2-4FB2-9625-C9C73AC4D32F}" type="slidenum">
              <a:rPr lang="en-US" altLang="en-US" smtClean="0"/>
              <a:pPr/>
              <a:t>22</a:t>
            </a:fld>
            <a:endParaRPr lang="en-US" altLang="en-US" dirty="0"/>
          </a:p>
        </p:txBody>
      </p:sp>
    </p:spTree>
    <p:extLst>
      <p:ext uri="{BB962C8B-B14F-4D97-AF65-F5344CB8AC3E}">
        <p14:creationId xmlns:p14="http://schemas.microsoft.com/office/powerpoint/2010/main" val="25560255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2D102-7372-B8AF-A37C-3AF7B8DC42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882498-ED9D-7F28-B61D-5FA2CA5CED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462F71-C3B4-A358-6CE3-DF1DF2C03AD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588068-43B8-7470-C2A4-534CC195D135}"/>
              </a:ext>
            </a:extLst>
          </p:cNvPr>
          <p:cNvSpPr>
            <a:spLocks noGrp="1"/>
          </p:cNvSpPr>
          <p:nvPr>
            <p:ph type="sldNum" sz="quarter" idx="5"/>
          </p:nvPr>
        </p:nvSpPr>
        <p:spPr/>
        <p:txBody>
          <a:bodyPr/>
          <a:lstStyle/>
          <a:p>
            <a:fld id="{6DEB7EE2-04A2-4FB2-9625-C9C73AC4D32F}" type="slidenum">
              <a:rPr lang="en-US" altLang="en-US" smtClean="0"/>
              <a:pPr/>
              <a:t>23</a:t>
            </a:fld>
            <a:endParaRPr lang="en-US" altLang="en-US" dirty="0"/>
          </a:p>
        </p:txBody>
      </p:sp>
    </p:spTree>
    <p:extLst>
      <p:ext uri="{BB962C8B-B14F-4D97-AF65-F5344CB8AC3E}">
        <p14:creationId xmlns:p14="http://schemas.microsoft.com/office/powerpoint/2010/main" val="21267165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E3688-B415-34CC-FDE9-E8B44E6F29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C8AA33-5EDE-223B-CA46-E8ECCF314A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1118BF-9C3A-7DC2-5F31-A4DAC3C662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3BEACF-69B9-F47F-6B9B-C85C4D6834BF}"/>
              </a:ext>
            </a:extLst>
          </p:cNvPr>
          <p:cNvSpPr>
            <a:spLocks noGrp="1"/>
          </p:cNvSpPr>
          <p:nvPr>
            <p:ph type="sldNum" sz="quarter" idx="5"/>
          </p:nvPr>
        </p:nvSpPr>
        <p:spPr/>
        <p:txBody>
          <a:bodyPr/>
          <a:lstStyle/>
          <a:p>
            <a:fld id="{6DEB7EE2-04A2-4FB2-9625-C9C73AC4D32F}" type="slidenum">
              <a:rPr lang="en-US" altLang="en-US" smtClean="0"/>
              <a:pPr/>
              <a:t>24</a:t>
            </a:fld>
            <a:endParaRPr lang="en-US" altLang="en-US" dirty="0"/>
          </a:p>
        </p:txBody>
      </p:sp>
    </p:spTree>
    <p:extLst>
      <p:ext uri="{BB962C8B-B14F-4D97-AF65-F5344CB8AC3E}">
        <p14:creationId xmlns:p14="http://schemas.microsoft.com/office/powerpoint/2010/main" val="407280505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7AD11-6EDE-C15B-77E6-39C70E260D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D5BD7-FE22-7633-8E54-522DCEC93B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BAFE14-B63D-ECDB-7907-90DB1C09CC4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9028B2-C092-9BE1-96F5-357EB4CC7C06}"/>
              </a:ext>
            </a:extLst>
          </p:cNvPr>
          <p:cNvSpPr>
            <a:spLocks noGrp="1"/>
          </p:cNvSpPr>
          <p:nvPr>
            <p:ph type="sldNum" sz="quarter" idx="5"/>
          </p:nvPr>
        </p:nvSpPr>
        <p:spPr/>
        <p:txBody>
          <a:bodyPr/>
          <a:lstStyle/>
          <a:p>
            <a:fld id="{6DEB7EE2-04A2-4FB2-9625-C9C73AC4D32F}" type="slidenum">
              <a:rPr lang="en-US" altLang="en-US" smtClean="0"/>
              <a:pPr/>
              <a:t>25</a:t>
            </a:fld>
            <a:endParaRPr lang="en-US" altLang="en-US" dirty="0"/>
          </a:p>
        </p:txBody>
      </p:sp>
    </p:spTree>
    <p:extLst>
      <p:ext uri="{BB962C8B-B14F-4D97-AF65-F5344CB8AC3E}">
        <p14:creationId xmlns:p14="http://schemas.microsoft.com/office/powerpoint/2010/main" val="8537686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DB63D-EB0B-5D7D-25FD-6C033142A4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815A96-131D-850A-4CA7-2932A3A8B3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0B85DA-BE89-9020-5ED8-70B73BC64C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AD803E-8BDB-C61E-9251-C9AF2F2F1BC6}"/>
              </a:ext>
            </a:extLst>
          </p:cNvPr>
          <p:cNvSpPr>
            <a:spLocks noGrp="1"/>
          </p:cNvSpPr>
          <p:nvPr>
            <p:ph type="sldNum" sz="quarter" idx="5"/>
          </p:nvPr>
        </p:nvSpPr>
        <p:spPr/>
        <p:txBody>
          <a:bodyPr/>
          <a:lstStyle/>
          <a:p>
            <a:fld id="{6DEB7EE2-04A2-4FB2-9625-C9C73AC4D32F}" type="slidenum">
              <a:rPr lang="en-US" altLang="en-US" smtClean="0"/>
              <a:pPr/>
              <a:t>26</a:t>
            </a:fld>
            <a:endParaRPr lang="en-US" altLang="en-US" dirty="0"/>
          </a:p>
        </p:txBody>
      </p:sp>
    </p:spTree>
    <p:extLst>
      <p:ext uri="{BB962C8B-B14F-4D97-AF65-F5344CB8AC3E}">
        <p14:creationId xmlns:p14="http://schemas.microsoft.com/office/powerpoint/2010/main" val="39437590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D4E09-334E-F5A9-A340-A02AD014B6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E4C304-B73D-6743-D088-04B04FCD74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4A7EF1-7234-1DA3-9DB7-2C88138B365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B0637B-F5DE-8551-9945-00759C3884C0}"/>
              </a:ext>
            </a:extLst>
          </p:cNvPr>
          <p:cNvSpPr>
            <a:spLocks noGrp="1"/>
          </p:cNvSpPr>
          <p:nvPr>
            <p:ph type="sldNum" sz="quarter" idx="5"/>
          </p:nvPr>
        </p:nvSpPr>
        <p:spPr/>
        <p:txBody>
          <a:bodyPr/>
          <a:lstStyle/>
          <a:p>
            <a:fld id="{6DEB7EE2-04A2-4FB2-9625-C9C73AC4D32F}" type="slidenum">
              <a:rPr lang="en-US" altLang="en-US" smtClean="0"/>
              <a:pPr/>
              <a:t>27</a:t>
            </a:fld>
            <a:endParaRPr lang="en-US" altLang="en-US" dirty="0"/>
          </a:p>
        </p:txBody>
      </p:sp>
    </p:spTree>
    <p:extLst>
      <p:ext uri="{BB962C8B-B14F-4D97-AF65-F5344CB8AC3E}">
        <p14:creationId xmlns:p14="http://schemas.microsoft.com/office/powerpoint/2010/main" val="20661907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BDB60B1-BEF5-4848-BB02-98EBFE355C13}"/>
              </a:ext>
            </a:extLst>
          </p:cNvPr>
          <p:cNvPicPr>
            <a:picLocks noChangeAspect="1"/>
          </p:cNvPicPr>
          <p:nvPr userDrawn="1"/>
        </p:nvPicPr>
        <p:blipFill>
          <a:blip r:embed="rId2"/>
          <a:srcRect/>
          <a:stretch/>
        </p:blipFill>
        <p:spPr>
          <a:xfrm>
            <a:off x="0" y="1"/>
            <a:ext cx="12191998" cy="6857999"/>
          </a:xfrm>
          <a:prstGeom prst="rect">
            <a:avLst/>
          </a:prstGeom>
        </p:spPr>
      </p:pic>
      <p:sp>
        <p:nvSpPr>
          <p:cNvPr id="4" name="Title 3">
            <a:extLst>
              <a:ext uri="{FF2B5EF4-FFF2-40B4-BE49-F238E27FC236}">
                <a16:creationId xmlns:a16="http://schemas.microsoft.com/office/drawing/2014/main" id="{FE7964CB-E75A-4A03-88D3-6A48EF650A09}"/>
              </a:ext>
            </a:extLst>
          </p:cNvPr>
          <p:cNvSpPr>
            <a:spLocks noGrp="1"/>
          </p:cNvSpPr>
          <p:nvPr>
            <p:ph type="title" hasCustomPrompt="1"/>
          </p:nvPr>
        </p:nvSpPr>
        <p:spPr>
          <a:xfrm>
            <a:off x="5442012" y="2766219"/>
            <a:ext cx="6220101" cy="1325563"/>
          </a:xfrm>
          <a:prstGeom prst="rect">
            <a:avLst/>
          </a:prstGeom>
        </p:spPr>
        <p:txBody>
          <a:bodyPr/>
          <a:lstStyle>
            <a:lvl1pPr>
              <a:defRPr b="1"/>
            </a:lvl1pPr>
          </a:lstStyle>
          <a:p>
            <a:r>
              <a:rPr lang="en-US" dirty="0"/>
              <a:t>Insert title here</a:t>
            </a:r>
          </a:p>
        </p:txBody>
      </p:sp>
    </p:spTree>
    <p:extLst>
      <p:ext uri="{BB962C8B-B14F-4D97-AF65-F5344CB8AC3E}">
        <p14:creationId xmlns:p14="http://schemas.microsoft.com/office/powerpoint/2010/main" val="1440679267"/>
      </p:ext>
    </p:extLst>
  </p:cSld>
  <p:clrMapOvr>
    <a:masterClrMapping/>
  </p:clrMapOvr>
  <p:extLst>
    <p:ext uri="{DCECCB84-F9BA-43D5-87BE-67443E8EF086}">
      <p15:sldGuideLst xmlns:p15="http://schemas.microsoft.com/office/powerpoint/2012/main">
        <p15:guide id="1" pos="280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ight Patter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87E8F-5716-4A71-B64F-EC5A742B45D2}"/>
              </a:ext>
            </a:extLst>
          </p:cNvPr>
          <p:cNvSpPr>
            <a:spLocks noGrp="1"/>
          </p:cNvSpPr>
          <p:nvPr>
            <p:ph type="title" hasCustomPrompt="1"/>
          </p:nvPr>
        </p:nvSpPr>
        <p:spPr>
          <a:xfrm>
            <a:off x="762000" y="715961"/>
            <a:ext cx="6477000" cy="1189038"/>
          </a:xfrm>
          <a:prstGeom prst="rect">
            <a:avLst/>
          </a:prstGeom>
        </p:spPr>
        <p:txBody>
          <a:bodyPr anchor="t">
            <a:noAutofit/>
          </a:bodyPr>
          <a:lstStyle>
            <a:lvl1pPr>
              <a:spcBef>
                <a:spcPts val="1000"/>
              </a:spcBef>
              <a:defRPr sz="4000" b="1">
                <a:solidFill>
                  <a:schemeClr val="accent2"/>
                </a:solidFill>
              </a:defRPr>
            </a:lvl1pPr>
          </a:lstStyle>
          <a:p>
            <a:r>
              <a:rPr lang="en-US" dirty="0"/>
              <a:t>Insert title here</a:t>
            </a:r>
          </a:p>
        </p:txBody>
      </p:sp>
      <p:sp>
        <p:nvSpPr>
          <p:cNvPr id="12" name="Text Placeholder 15">
            <a:extLst>
              <a:ext uri="{FF2B5EF4-FFF2-40B4-BE49-F238E27FC236}">
                <a16:creationId xmlns:a16="http://schemas.microsoft.com/office/drawing/2014/main" id="{E8DBED36-2461-46D0-AF71-79E0064B3758}"/>
              </a:ext>
            </a:extLst>
          </p:cNvPr>
          <p:cNvSpPr>
            <a:spLocks noGrp="1"/>
          </p:cNvSpPr>
          <p:nvPr>
            <p:ph type="body" sz="quarter" idx="11" hasCustomPrompt="1"/>
          </p:nvPr>
        </p:nvSpPr>
        <p:spPr>
          <a:xfrm>
            <a:off x="762000" y="1905000"/>
            <a:ext cx="6340929" cy="3276600"/>
          </a:xfrm>
          <a:prstGeom prst="rect">
            <a:avLst/>
          </a:prstGeom>
        </p:spPr>
        <p:txBody>
          <a:bodyPr/>
          <a:lstStyle>
            <a:lvl1pPr marL="0" indent="0">
              <a:lnSpc>
                <a:spcPct val="100000"/>
              </a:lnSpc>
              <a:buNone/>
              <a:defRPr sz="1800" b="1">
                <a:solidFill>
                  <a:schemeClr val="bg1"/>
                </a:solidFill>
              </a:defRPr>
            </a:lvl1pPr>
            <a:lvl2pPr marL="228600">
              <a:lnSpc>
                <a:spcPct val="100000"/>
              </a:lnSpc>
              <a:spcBef>
                <a:spcPts val="1000"/>
              </a:spcBef>
              <a:defRPr sz="1800">
                <a:solidFill>
                  <a:schemeClr val="bg1"/>
                </a:solidFill>
              </a:defRPr>
            </a:lvl2pPr>
          </a:lstStyle>
          <a:p>
            <a:pPr lvl="0"/>
            <a:r>
              <a:rPr lang="en-US" dirty="0"/>
              <a:t>Insert subtitle here</a:t>
            </a:r>
          </a:p>
          <a:p>
            <a:pPr lvl="1"/>
            <a:r>
              <a:rPr lang="en-US" dirty="0"/>
              <a:t>Insert content here</a:t>
            </a:r>
          </a:p>
        </p:txBody>
      </p:sp>
      <p:pic>
        <p:nvPicPr>
          <p:cNvPr id="6" name="Picture Placeholder 5" descr="Red, blue grey white pattern background">
            <a:extLst>
              <a:ext uri="{FF2B5EF4-FFF2-40B4-BE49-F238E27FC236}">
                <a16:creationId xmlns:a16="http://schemas.microsoft.com/office/drawing/2014/main" id="{8FD53BA4-73D2-4CCA-8580-11F4221524FC}"/>
              </a:ext>
            </a:extLst>
          </p:cNvPr>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p:blipFill>
        <p:spPr>
          <a:xfrm>
            <a:off x="7427166" y="0"/>
            <a:ext cx="4764834" cy="6858000"/>
          </a:xfrm>
          <a:prstGeom prst="rect">
            <a:avLst/>
          </a:prstGeom>
        </p:spPr>
      </p:pic>
    </p:spTree>
    <p:extLst>
      <p:ext uri="{BB962C8B-B14F-4D97-AF65-F5344CB8AC3E}">
        <p14:creationId xmlns:p14="http://schemas.microsoft.com/office/powerpoint/2010/main" val="172072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2240" userDrawn="1">
          <p15:clr>
            <a:srgbClr val="5ACBF0"/>
          </p15:clr>
        </p15:guide>
        <p15:guide id="4" orient="horz" pos="2487" userDrawn="1">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verview">
    <p:bg>
      <p:bgPr>
        <a:solidFill>
          <a:schemeClr val="accent2"/>
        </a:solidFill>
        <a:effectLst/>
      </p:bgPr>
    </p:bg>
    <p:spTree>
      <p:nvGrpSpPr>
        <p:cNvPr id="1" name=""/>
        <p:cNvGrpSpPr/>
        <p:nvPr/>
      </p:nvGrpSpPr>
      <p:grpSpPr>
        <a:xfrm>
          <a:off x="0" y="0"/>
          <a:ext cx="0" cy="0"/>
          <a:chOff x="0" y="0"/>
          <a:chExt cx="0" cy="0"/>
        </a:xfrm>
      </p:grpSpPr>
      <p:pic>
        <p:nvPicPr>
          <p:cNvPr id="8" name="Picture Placeholder 6" descr="White Striped background">
            <a:extLst>
              <a:ext uri="{FF2B5EF4-FFF2-40B4-BE49-F238E27FC236}">
                <a16:creationId xmlns:a16="http://schemas.microsoft.com/office/drawing/2014/main" id="{3917D528-010E-4303-97BF-F7F67BC6612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5" name="Title 1">
            <a:extLst>
              <a:ext uri="{FF2B5EF4-FFF2-40B4-BE49-F238E27FC236}">
                <a16:creationId xmlns:a16="http://schemas.microsoft.com/office/drawing/2014/main" id="{3D9303A2-B30A-054C-B809-053B909E125F}"/>
              </a:ext>
            </a:extLst>
          </p:cNvPr>
          <p:cNvSpPr>
            <a:spLocks noGrp="1"/>
          </p:cNvSpPr>
          <p:nvPr>
            <p:ph type="title" hasCustomPrompt="1"/>
          </p:nvPr>
        </p:nvSpPr>
        <p:spPr>
          <a:xfrm>
            <a:off x="1525301" y="1995467"/>
            <a:ext cx="9141397" cy="615553"/>
          </a:xfrm>
          <a:prstGeom prst="rect">
            <a:avLst/>
          </a:prstGeom>
          <a:noFill/>
        </p:spPr>
        <p:txBody>
          <a:bodyPr wrap="square" lIns="0" tIns="0" rIns="0" bIns="0" anchor="b" anchorCtr="0">
            <a:spAutoFit/>
          </a:bodyPr>
          <a:lstStyle>
            <a:lvl1pPr algn="ctr" defTabSz="932742" rtl="0" eaLnBrk="1" latinLnBrk="0" hangingPunct="1">
              <a:lnSpc>
                <a:spcPct val="100000"/>
              </a:lnSpc>
              <a:spcBef>
                <a:spcPct val="0"/>
              </a:spcBef>
              <a:buNone/>
              <a:defRPr lang="en-US" sz="4000" b="1" i="0" kern="1200" cap="none" spc="-50" baseline="0" dirty="0">
                <a:ln w="3175">
                  <a:noFill/>
                </a:ln>
                <a:solidFill>
                  <a:schemeClr val="tx1"/>
                </a:solidFill>
                <a:effectLst/>
                <a:latin typeface="+mj-lt"/>
                <a:ea typeface="+mn-ea"/>
                <a:cs typeface="Segoe UI" pitchFamily="34" charset="0"/>
              </a:defRPr>
            </a:lvl1pPr>
          </a:lstStyle>
          <a:p>
            <a:r>
              <a:rPr lang="en-US" dirty="0"/>
              <a:t>Insert title here</a:t>
            </a:r>
          </a:p>
        </p:txBody>
      </p:sp>
      <p:sp>
        <p:nvSpPr>
          <p:cNvPr id="6" name="Text Placeholder 4">
            <a:extLst>
              <a:ext uri="{FF2B5EF4-FFF2-40B4-BE49-F238E27FC236}">
                <a16:creationId xmlns:a16="http://schemas.microsoft.com/office/drawing/2014/main" id="{10F58DD1-3970-D84D-8040-EF33B0971D59}"/>
              </a:ext>
            </a:extLst>
          </p:cNvPr>
          <p:cNvSpPr>
            <a:spLocks noGrp="1"/>
          </p:cNvSpPr>
          <p:nvPr>
            <p:ph type="body" sz="quarter" idx="12" hasCustomPrompt="1"/>
          </p:nvPr>
        </p:nvSpPr>
        <p:spPr>
          <a:xfrm>
            <a:off x="2196307" y="3260705"/>
            <a:ext cx="7799387" cy="1534757"/>
          </a:xfrm>
          <a:prstGeom prst="rect">
            <a:avLst/>
          </a:prstGeom>
          <a:noFill/>
        </p:spPr>
        <p:txBody>
          <a:bodyPr wrap="square" lIns="0" tIns="0" rIns="0" bIns="0">
            <a:noAutofit/>
          </a:bodyPr>
          <a:lstStyle>
            <a:lvl1pPr marL="0" indent="0" algn="ctr">
              <a:lnSpc>
                <a:spcPct val="100000"/>
              </a:lnSpc>
              <a:spcBef>
                <a:spcPts val="0"/>
              </a:spcBef>
              <a:spcAft>
                <a:spcPts val="0"/>
              </a:spcAft>
              <a:buFont typeface="Arial" panose="020B0604020202020204" pitchFamily="34" charset="0"/>
              <a:buNone/>
              <a:defRPr lang="en-US" sz="1800" kern="1200" dirty="0">
                <a:solidFill>
                  <a:schemeClr val="tx1"/>
                </a:solidFill>
                <a:latin typeface="+mn-lt"/>
                <a:ea typeface="+mn-ea"/>
                <a:cs typeface="+mn-cs"/>
              </a:defRPr>
            </a:lvl1pPr>
          </a:lstStyle>
          <a:p>
            <a:pPr lvl="0"/>
            <a:r>
              <a:rPr lang="en-US" dirty="0"/>
              <a:t>Insert content here</a:t>
            </a:r>
          </a:p>
        </p:txBody>
      </p:sp>
    </p:spTree>
    <p:extLst>
      <p:ext uri="{BB962C8B-B14F-4D97-AF65-F5344CB8AC3E}">
        <p14:creationId xmlns:p14="http://schemas.microsoft.com/office/powerpoint/2010/main" val="32408829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2243" userDrawn="1">
          <p15:clr>
            <a:srgbClr val="5ACBF0"/>
          </p15:clr>
        </p15:guide>
        <p15:guide id="4" orient="horz" pos="2488" userDrawn="1">
          <p15:clr>
            <a:srgbClr val="5ACBF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13624-9AD4-4B61-B3D1-7B21213507C0}"/>
              </a:ext>
            </a:extLst>
          </p:cNvPr>
          <p:cNvSpPr>
            <a:spLocks noGrp="1"/>
          </p:cNvSpPr>
          <p:nvPr>
            <p:ph type="title" hasCustomPrompt="1"/>
          </p:nvPr>
        </p:nvSpPr>
        <p:spPr>
          <a:xfrm>
            <a:off x="762000" y="715964"/>
            <a:ext cx="10591800" cy="646332"/>
          </a:xfrm>
          <a:prstGeom prst="rect">
            <a:avLst/>
          </a:prstGeom>
        </p:spPr>
        <p:txBody>
          <a:bodyPr>
            <a:noAutofit/>
          </a:bodyPr>
          <a:lstStyle>
            <a:lvl1pPr>
              <a:spcBef>
                <a:spcPts val="1000"/>
              </a:spcBef>
              <a:defRPr sz="4000" b="1">
                <a:solidFill>
                  <a:schemeClr val="accent2"/>
                </a:solidFill>
              </a:defRPr>
            </a:lvl1pPr>
          </a:lstStyle>
          <a:p>
            <a:r>
              <a:rPr lang="en-US" dirty="0"/>
              <a:t>Insert title here</a:t>
            </a:r>
          </a:p>
        </p:txBody>
      </p:sp>
      <p:sp>
        <p:nvSpPr>
          <p:cNvPr id="10" name="Text Placeholder 15">
            <a:extLst>
              <a:ext uri="{FF2B5EF4-FFF2-40B4-BE49-F238E27FC236}">
                <a16:creationId xmlns:a16="http://schemas.microsoft.com/office/drawing/2014/main" id="{780F473D-F2DF-4163-AB6E-F7327F60EC4A}"/>
              </a:ext>
            </a:extLst>
          </p:cNvPr>
          <p:cNvSpPr>
            <a:spLocks noGrp="1"/>
          </p:cNvSpPr>
          <p:nvPr>
            <p:ph type="body" sz="quarter" idx="11" hasCustomPrompt="1"/>
          </p:nvPr>
        </p:nvSpPr>
        <p:spPr>
          <a:xfrm>
            <a:off x="762000" y="1432562"/>
            <a:ext cx="10667999" cy="1158237"/>
          </a:xfrm>
          <a:prstGeom prst="rect">
            <a:avLst/>
          </a:prstGeom>
        </p:spPr>
        <p:txBody>
          <a:bodyPr/>
          <a:lstStyle>
            <a:lvl1pPr marL="0" indent="0">
              <a:lnSpc>
                <a:spcPct val="100000"/>
              </a:lnSpc>
              <a:buNone/>
              <a:defRPr sz="1800" b="0">
                <a:solidFill>
                  <a:schemeClr val="bg1"/>
                </a:solidFill>
              </a:defRPr>
            </a:lvl1pPr>
            <a:lvl2pPr marL="228600">
              <a:lnSpc>
                <a:spcPct val="100000"/>
              </a:lnSpc>
              <a:spcBef>
                <a:spcPts val="1000"/>
              </a:spcBef>
              <a:defRPr sz="1800" b="0">
                <a:solidFill>
                  <a:schemeClr val="bg1"/>
                </a:solidFill>
              </a:defRPr>
            </a:lvl2pPr>
          </a:lstStyle>
          <a:p>
            <a:pPr lvl="0"/>
            <a:r>
              <a:rPr lang="en-US" dirty="0"/>
              <a:t>Insert subtitle here</a:t>
            </a:r>
          </a:p>
          <a:p>
            <a:pPr lvl="1"/>
            <a:r>
              <a:rPr lang="en-US" dirty="0"/>
              <a:t>Insert content here</a:t>
            </a:r>
          </a:p>
        </p:txBody>
      </p:sp>
      <p:sp>
        <p:nvSpPr>
          <p:cNvPr id="11" name="Table Placeholder 10">
            <a:extLst>
              <a:ext uri="{FF2B5EF4-FFF2-40B4-BE49-F238E27FC236}">
                <a16:creationId xmlns:a16="http://schemas.microsoft.com/office/drawing/2014/main" id="{7DC18506-6205-438F-AA5C-D337F9975FC3}"/>
              </a:ext>
            </a:extLst>
          </p:cNvPr>
          <p:cNvSpPr>
            <a:spLocks noGrp="1"/>
          </p:cNvSpPr>
          <p:nvPr>
            <p:ph type="tbl" sz="quarter" idx="12" hasCustomPrompt="1"/>
          </p:nvPr>
        </p:nvSpPr>
        <p:spPr>
          <a:xfrm>
            <a:off x="757381" y="2591662"/>
            <a:ext cx="10667999" cy="2833776"/>
          </a:xfrm>
          <a:prstGeom prst="rect">
            <a:avLst/>
          </a:prstGeom>
        </p:spPr>
        <p:txBody>
          <a:bodyPr/>
          <a:lstStyle>
            <a:lvl1pPr marL="0" indent="0">
              <a:buNone/>
              <a:defRPr sz="1800" b="0"/>
            </a:lvl1pPr>
          </a:lstStyle>
          <a:p>
            <a:r>
              <a:rPr lang="en-US" dirty="0"/>
              <a:t>Insert content here</a:t>
            </a:r>
          </a:p>
        </p:txBody>
      </p:sp>
      <p:pic>
        <p:nvPicPr>
          <p:cNvPr id="7" name="Picture Placeholder 5" descr="Red, blue grey white pattern background">
            <a:extLst>
              <a:ext uri="{FF2B5EF4-FFF2-40B4-BE49-F238E27FC236}">
                <a16:creationId xmlns:a16="http://schemas.microsoft.com/office/drawing/2014/main" id="{CD2D4C14-919B-45F8-8FB9-55AAC8A8FCF8}"/>
              </a:ext>
            </a:extLst>
          </p:cNvPr>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p:blipFill>
        <p:spPr>
          <a:xfrm>
            <a:off x="0" y="5990252"/>
            <a:ext cx="12192000" cy="867748"/>
          </a:xfrm>
          <a:prstGeom prst="rect">
            <a:avLst/>
          </a:prstGeom>
        </p:spPr>
      </p:pic>
    </p:spTree>
    <p:extLst>
      <p:ext uri="{BB962C8B-B14F-4D97-AF65-F5344CB8AC3E}">
        <p14:creationId xmlns:p14="http://schemas.microsoft.com/office/powerpoint/2010/main" val="14229174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Left Pattern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668F4E-0433-49FD-9D92-3B60E9B0AEE6}"/>
              </a:ext>
            </a:extLst>
          </p:cNvPr>
          <p:cNvSpPr>
            <a:spLocks noGrp="1"/>
          </p:cNvSpPr>
          <p:nvPr>
            <p:ph type="title" hasCustomPrompt="1"/>
          </p:nvPr>
        </p:nvSpPr>
        <p:spPr>
          <a:xfrm>
            <a:off x="5199742" y="715961"/>
            <a:ext cx="6477000" cy="1189037"/>
          </a:xfrm>
          <a:prstGeom prst="rect">
            <a:avLst/>
          </a:prstGeom>
        </p:spPr>
        <p:txBody>
          <a:bodyPr anchor="t">
            <a:normAutofit/>
          </a:bodyPr>
          <a:lstStyle>
            <a:lvl1pPr>
              <a:spcBef>
                <a:spcPts val="1000"/>
              </a:spcBef>
              <a:defRPr sz="4000" b="1" spc="-50" baseline="0">
                <a:solidFill>
                  <a:schemeClr val="accent1"/>
                </a:solidFill>
              </a:defRPr>
            </a:lvl1pPr>
          </a:lstStyle>
          <a:p>
            <a:r>
              <a:rPr lang="en-US" dirty="0"/>
              <a:t>Insert title here</a:t>
            </a:r>
          </a:p>
        </p:txBody>
      </p:sp>
      <p:sp>
        <p:nvSpPr>
          <p:cNvPr id="12" name="Text Placeholder 15">
            <a:extLst>
              <a:ext uri="{FF2B5EF4-FFF2-40B4-BE49-F238E27FC236}">
                <a16:creationId xmlns:a16="http://schemas.microsoft.com/office/drawing/2014/main" id="{E8DBED36-2461-46D0-AF71-79E0064B3758}"/>
              </a:ext>
            </a:extLst>
          </p:cNvPr>
          <p:cNvSpPr>
            <a:spLocks noGrp="1"/>
          </p:cNvSpPr>
          <p:nvPr>
            <p:ph type="body" sz="quarter" idx="11" hasCustomPrompt="1"/>
          </p:nvPr>
        </p:nvSpPr>
        <p:spPr>
          <a:xfrm>
            <a:off x="5199743" y="1905000"/>
            <a:ext cx="6477000" cy="3276600"/>
          </a:xfrm>
          <a:prstGeom prst="rect">
            <a:avLst/>
          </a:prstGeom>
        </p:spPr>
        <p:txBody>
          <a:bodyPr/>
          <a:lstStyle>
            <a:lvl1pPr marL="0" indent="0">
              <a:lnSpc>
                <a:spcPct val="100000"/>
              </a:lnSpc>
              <a:buNone/>
              <a:defRPr sz="1800" b="1">
                <a:solidFill>
                  <a:schemeClr val="bg1"/>
                </a:solidFill>
              </a:defRPr>
            </a:lvl1pPr>
            <a:lvl2pPr marL="228600" indent="-228600">
              <a:lnSpc>
                <a:spcPct val="100000"/>
              </a:lnSpc>
              <a:spcBef>
                <a:spcPts val="1000"/>
              </a:spcBef>
              <a:defRPr sz="1800">
                <a:solidFill>
                  <a:schemeClr val="bg1"/>
                </a:solidFill>
              </a:defRPr>
            </a:lvl2pPr>
          </a:lstStyle>
          <a:p>
            <a:pPr lvl="0"/>
            <a:r>
              <a:rPr lang="en-US" dirty="0"/>
              <a:t>Insert subtitle here</a:t>
            </a:r>
          </a:p>
          <a:p>
            <a:pPr lvl="1"/>
            <a:r>
              <a:rPr lang="en-US" dirty="0"/>
              <a:t>Insert content here</a:t>
            </a:r>
          </a:p>
        </p:txBody>
      </p:sp>
      <p:pic>
        <p:nvPicPr>
          <p:cNvPr id="6" name="Picture Placeholder 6" descr="Red, blue grey white pattern background">
            <a:extLst>
              <a:ext uri="{FF2B5EF4-FFF2-40B4-BE49-F238E27FC236}">
                <a16:creationId xmlns:a16="http://schemas.microsoft.com/office/drawing/2014/main" id="{3A82D859-AED3-485F-A04E-40320B1043AA}"/>
              </a:ext>
            </a:extLst>
          </p:cNvPr>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p:blipFill>
        <p:spPr>
          <a:xfrm>
            <a:off x="0" y="0"/>
            <a:ext cx="4767943" cy="6858000"/>
          </a:xfrm>
          <a:prstGeom prst="rect">
            <a:avLst/>
          </a:prstGeom>
        </p:spPr>
      </p:pic>
    </p:spTree>
    <p:extLst>
      <p:ext uri="{BB962C8B-B14F-4D97-AF65-F5344CB8AC3E}">
        <p14:creationId xmlns:p14="http://schemas.microsoft.com/office/powerpoint/2010/main" val="21898761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2808" userDrawn="1">
          <p15:clr>
            <a:srgbClr val="5ACBF0"/>
          </p15:clr>
        </p15:guide>
        <p15:guide id="3" orient="horz" pos="2240" userDrawn="1">
          <p15:clr>
            <a:srgbClr val="5ACBF0"/>
          </p15:clr>
        </p15:guide>
        <p15:guide id="4" orient="horz" pos="2487" userDrawn="1">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mart 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13624-9AD4-4B61-B3D1-7B21213507C0}"/>
              </a:ext>
            </a:extLst>
          </p:cNvPr>
          <p:cNvSpPr>
            <a:spLocks noGrp="1"/>
          </p:cNvSpPr>
          <p:nvPr>
            <p:ph type="title" hasCustomPrompt="1"/>
          </p:nvPr>
        </p:nvSpPr>
        <p:spPr>
          <a:xfrm>
            <a:off x="762000" y="715964"/>
            <a:ext cx="10591800" cy="646332"/>
          </a:xfrm>
          <a:prstGeom prst="rect">
            <a:avLst/>
          </a:prstGeom>
        </p:spPr>
        <p:txBody>
          <a:bodyPr>
            <a:noAutofit/>
          </a:bodyPr>
          <a:lstStyle>
            <a:lvl1pPr>
              <a:spcBef>
                <a:spcPts val="1000"/>
              </a:spcBef>
              <a:defRPr sz="4000" b="1">
                <a:solidFill>
                  <a:schemeClr val="accent3">
                    <a:lumMod val="75000"/>
                  </a:schemeClr>
                </a:solidFill>
              </a:defRPr>
            </a:lvl1pPr>
          </a:lstStyle>
          <a:p>
            <a:r>
              <a:rPr lang="en-US" dirty="0"/>
              <a:t>Insert title here</a:t>
            </a:r>
          </a:p>
        </p:txBody>
      </p:sp>
      <p:sp>
        <p:nvSpPr>
          <p:cNvPr id="7" name="Text Placeholder 15">
            <a:extLst>
              <a:ext uri="{FF2B5EF4-FFF2-40B4-BE49-F238E27FC236}">
                <a16:creationId xmlns:a16="http://schemas.microsoft.com/office/drawing/2014/main" id="{DF03C311-DDF4-44A3-9D51-D5FDC4A8E7B5}"/>
              </a:ext>
            </a:extLst>
          </p:cNvPr>
          <p:cNvSpPr>
            <a:spLocks noGrp="1"/>
          </p:cNvSpPr>
          <p:nvPr>
            <p:ph type="body" sz="quarter" idx="11" hasCustomPrompt="1"/>
          </p:nvPr>
        </p:nvSpPr>
        <p:spPr>
          <a:xfrm>
            <a:off x="762000" y="1432562"/>
            <a:ext cx="10667999" cy="927425"/>
          </a:xfrm>
          <a:prstGeom prst="rect">
            <a:avLst/>
          </a:prstGeom>
        </p:spPr>
        <p:txBody>
          <a:bodyPr/>
          <a:lstStyle>
            <a:lvl1pPr marL="0" indent="0">
              <a:lnSpc>
                <a:spcPct val="100000"/>
              </a:lnSpc>
              <a:buNone/>
              <a:defRPr sz="1800" b="0">
                <a:solidFill>
                  <a:schemeClr val="bg1"/>
                </a:solidFill>
              </a:defRPr>
            </a:lvl1pPr>
            <a:lvl2pPr marL="228600">
              <a:lnSpc>
                <a:spcPct val="100000"/>
              </a:lnSpc>
              <a:spcBef>
                <a:spcPts val="1000"/>
              </a:spcBef>
              <a:defRPr sz="1800" b="0">
                <a:solidFill>
                  <a:schemeClr val="bg1"/>
                </a:solidFill>
              </a:defRPr>
            </a:lvl2pPr>
          </a:lstStyle>
          <a:p>
            <a:pPr lvl="0"/>
            <a:r>
              <a:rPr lang="en-US" dirty="0"/>
              <a:t>Insert subtitle here</a:t>
            </a:r>
          </a:p>
          <a:p>
            <a:pPr lvl="1"/>
            <a:r>
              <a:rPr lang="en-US" dirty="0"/>
              <a:t>Insert content here</a:t>
            </a:r>
          </a:p>
        </p:txBody>
      </p:sp>
      <p:sp>
        <p:nvSpPr>
          <p:cNvPr id="8" name="SmartArt Placeholder 7">
            <a:extLst>
              <a:ext uri="{FF2B5EF4-FFF2-40B4-BE49-F238E27FC236}">
                <a16:creationId xmlns:a16="http://schemas.microsoft.com/office/drawing/2014/main" id="{9FD563C5-3DFB-47DD-8A9E-30D8084590F6}"/>
              </a:ext>
            </a:extLst>
          </p:cNvPr>
          <p:cNvSpPr>
            <a:spLocks noGrp="1"/>
          </p:cNvSpPr>
          <p:nvPr>
            <p:ph type="dgm" sz="quarter" idx="14" hasCustomPrompt="1"/>
          </p:nvPr>
        </p:nvSpPr>
        <p:spPr>
          <a:xfrm>
            <a:off x="762001" y="2369129"/>
            <a:ext cx="10667998" cy="3343657"/>
          </a:xfrm>
          <a:prstGeom prst="rect">
            <a:avLst/>
          </a:prstGeom>
        </p:spPr>
        <p:txBody>
          <a:bodyPr/>
          <a:lstStyle>
            <a:lvl1pPr marL="0" indent="0">
              <a:buNone/>
              <a:defRPr sz="1800" b="0"/>
            </a:lvl1pPr>
          </a:lstStyle>
          <a:p>
            <a:r>
              <a:rPr lang="en-US" dirty="0"/>
              <a:t>Insert Content here</a:t>
            </a:r>
          </a:p>
        </p:txBody>
      </p:sp>
      <p:pic>
        <p:nvPicPr>
          <p:cNvPr id="9" name="Picture Placeholder 8" descr="Red, blue grey white pattern background">
            <a:extLst>
              <a:ext uri="{FF2B5EF4-FFF2-40B4-BE49-F238E27FC236}">
                <a16:creationId xmlns:a16="http://schemas.microsoft.com/office/drawing/2014/main" id="{EFDBB6A3-9760-4B41-9E31-6D5DD396E16C}"/>
              </a:ext>
            </a:extLst>
          </p:cNvPr>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p:blipFill>
        <p:spPr>
          <a:xfrm>
            <a:off x="0" y="5999582"/>
            <a:ext cx="12192000" cy="858417"/>
          </a:xfrm>
          <a:prstGeom prst="rect">
            <a:avLst/>
          </a:prstGeom>
        </p:spPr>
      </p:pic>
    </p:spTree>
    <p:extLst>
      <p:ext uri="{BB962C8B-B14F-4D97-AF65-F5344CB8AC3E}">
        <p14:creationId xmlns:p14="http://schemas.microsoft.com/office/powerpoint/2010/main" val="42946266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Photo Content">
    <p:spTree>
      <p:nvGrpSpPr>
        <p:cNvPr id="1" name=""/>
        <p:cNvGrpSpPr/>
        <p:nvPr/>
      </p:nvGrpSpPr>
      <p:grpSpPr>
        <a:xfrm>
          <a:off x="0" y="0"/>
          <a:ext cx="0" cy="0"/>
          <a:chOff x="0" y="0"/>
          <a:chExt cx="0" cy="0"/>
        </a:xfrm>
      </p:grpSpPr>
      <p:sp>
        <p:nvSpPr>
          <p:cNvPr id="10" name="Title 2">
            <a:extLst>
              <a:ext uri="{FF2B5EF4-FFF2-40B4-BE49-F238E27FC236}">
                <a16:creationId xmlns:a16="http://schemas.microsoft.com/office/drawing/2014/main" id="{3F45076F-4240-4B40-8CE4-637DD751A68B}"/>
              </a:ext>
            </a:extLst>
          </p:cNvPr>
          <p:cNvSpPr>
            <a:spLocks noGrp="1"/>
          </p:cNvSpPr>
          <p:nvPr>
            <p:ph type="title" hasCustomPrompt="1"/>
          </p:nvPr>
        </p:nvSpPr>
        <p:spPr>
          <a:xfrm>
            <a:off x="762000" y="715963"/>
            <a:ext cx="5334000" cy="1189038"/>
          </a:xfrm>
          <a:prstGeom prst="rect">
            <a:avLst/>
          </a:prstGeom>
        </p:spPr>
        <p:txBody>
          <a:bodyPr anchor="t">
            <a:normAutofit/>
          </a:bodyPr>
          <a:lstStyle>
            <a:lvl1pPr>
              <a:spcBef>
                <a:spcPts val="1000"/>
              </a:spcBef>
              <a:defRPr sz="4000" b="1">
                <a:solidFill>
                  <a:schemeClr val="accent2"/>
                </a:solidFill>
              </a:defRPr>
            </a:lvl1pPr>
          </a:lstStyle>
          <a:p>
            <a:r>
              <a:rPr lang="en-US" dirty="0"/>
              <a:t>Insert title here</a:t>
            </a:r>
          </a:p>
        </p:txBody>
      </p:sp>
      <p:sp>
        <p:nvSpPr>
          <p:cNvPr id="16" name="Text Placeholder 15">
            <a:extLst>
              <a:ext uri="{FF2B5EF4-FFF2-40B4-BE49-F238E27FC236}">
                <a16:creationId xmlns:a16="http://schemas.microsoft.com/office/drawing/2014/main" id="{8498B63D-F60C-4A9D-8D3E-0C7CD748FEDE}"/>
              </a:ext>
            </a:extLst>
          </p:cNvPr>
          <p:cNvSpPr>
            <a:spLocks noGrp="1"/>
          </p:cNvSpPr>
          <p:nvPr>
            <p:ph type="body" sz="quarter" idx="11" hasCustomPrompt="1"/>
          </p:nvPr>
        </p:nvSpPr>
        <p:spPr>
          <a:xfrm>
            <a:off x="762000" y="1905000"/>
            <a:ext cx="5334000" cy="3276600"/>
          </a:xfrm>
          <a:prstGeom prst="rect">
            <a:avLst/>
          </a:prstGeom>
        </p:spPr>
        <p:txBody>
          <a:bodyPr/>
          <a:lstStyle>
            <a:lvl1pPr marL="0" indent="0">
              <a:lnSpc>
                <a:spcPct val="100000"/>
              </a:lnSpc>
              <a:buNone/>
              <a:defRPr sz="1800" b="1"/>
            </a:lvl1pPr>
            <a:lvl2pPr marL="228600">
              <a:lnSpc>
                <a:spcPct val="100000"/>
              </a:lnSpc>
              <a:spcBef>
                <a:spcPts val="1000"/>
              </a:spcBef>
              <a:defRPr sz="1800"/>
            </a:lvl2pPr>
          </a:lstStyle>
          <a:p>
            <a:pPr lvl="0"/>
            <a:r>
              <a:rPr lang="en-US" dirty="0"/>
              <a:t>Insert subtitle here</a:t>
            </a:r>
          </a:p>
          <a:p>
            <a:pPr lvl="1"/>
            <a:r>
              <a:rPr lang="en-US" dirty="0"/>
              <a:t>Insert content here</a:t>
            </a:r>
          </a:p>
        </p:txBody>
      </p:sp>
      <p:sp>
        <p:nvSpPr>
          <p:cNvPr id="9" name="Picture Placeholder 13">
            <a:extLst>
              <a:ext uri="{FF2B5EF4-FFF2-40B4-BE49-F238E27FC236}">
                <a16:creationId xmlns:a16="http://schemas.microsoft.com/office/drawing/2014/main" id="{827A95C0-AE8D-46E1-9EF9-64504CBEF99E}"/>
              </a:ext>
            </a:extLst>
          </p:cNvPr>
          <p:cNvSpPr>
            <a:spLocks noGrp="1"/>
          </p:cNvSpPr>
          <p:nvPr>
            <p:ph type="pic" sz="quarter" idx="14"/>
          </p:nvPr>
        </p:nvSpPr>
        <p:spPr>
          <a:xfrm>
            <a:off x="6858000" y="715963"/>
            <a:ext cx="4572000" cy="2362200"/>
          </a:xfrm>
          <a:prstGeom prst="rect">
            <a:avLst/>
          </a:prstGeom>
          <a:solidFill>
            <a:schemeClr val="tx2"/>
          </a:solidFill>
        </p:spPr>
        <p:txBody>
          <a:bodyPr>
            <a:normAutofit/>
          </a:bodyPr>
          <a:lstStyle>
            <a:lvl1pPr algn="ctr">
              <a:buNone/>
              <a:defRPr sz="1600"/>
            </a:lvl1pPr>
          </a:lstStyle>
          <a:p>
            <a:r>
              <a:rPr lang="en-US"/>
              <a:t>Click icon to add picture</a:t>
            </a:r>
            <a:endParaRPr lang="en-US" dirty="0"/>
          </a:p>
        </p:txBody>
      </p:sp>
      <p:sp>
        <p:nvSpPr>
          <p:cNvPr id="8" name="Picture Placeholder 13">
            <a:extLst>
              <a:ext uri="{FF2B5EF4-FFF2-40B4-BE49-F238E27FC236}">
                <a16:creationId xmlns:a16="http://schemas.microsoft.com/office/drawing/2014/main" id="{89E410BA-B0FE-4F0E-8BE5-D33CC016635B}"/>
              </a:ext>
            </a:extLst>
          </p:cNvPr>
          <p:cNvSpPr>
            <a:spLocks noGrp="1"/>
          </p:cNvSpPr>
          <p:nvPr>
            <p:ph type="pic" sz="quarter" idx="13"/>
          </p:nvPr>
        </p:nvSpPr>
        <p:spPr>
          <a:xfrm>
            <a:off x="6858000" y="3305541"/>
            <a:ext cx="4572000" cy="2362200"/>
          </a:xfrm>
          <a:prstGeom prst="rect">
            <a:avLst/>
          </a:prstGeom>
          <a:solidFill>
            <a:schemeClr val="tx2"/>
          </a:solidFill>
        </p:spPr>
        <p:txBody>
          <a:bodyPr>
            <a:normAutofit/>
          </a:bodyPr>
          <a:lstStyle>
            <a:lvl1pPr algn="ctr">
              <a:buNone/>
              <a:defRPr sz="1600"/>
            </a:lvl1pPr>
          </a:lstStyle>
          <a:p>
            <a:r>
              <a:rPr lang="en-US"/>
              <a:t>Click icon to add picture</a:t>
            </a:r>
            <a:endParaRPr lang="en-US" dirty="0"/>
          </a:p>
        </p:txBody>
      </p:sp>
      <p:pic>
        <p:nvPicPr>
          <p:cNvPr id="11" name="Picture Placeholder 5" descr="Red, blue grey white pattern background">
            <a:extLst>
              <a:ext uri="{FF2B5EF4-FFF2-40B4-BE49-F238E27FC236}">
                <a16:creationId xmlns:a16="http://schemas.microsoft.com/office/drawing/2014/main" id="{1014381E-E235-4624-9267-69EEEE9826F2}"/>
              </a:ext>
            </a:extLst>
          </p:cNvPr>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p:blipFill>
        <p:spPr>
          <a:xfrm>
            <a:off x="0" y="5980922"/>
            <a:ext cx="12192000" cy="877078"/>
          </a:xfrm>
          <a:prstGeom prst="rect">
            <a:avLst/>
          </a:prstGeom>
        </p:spPr>
      </p:pic>
    </p:spTree>
    <p:extLst>
      <p:ext uri="{BB962C8B-B14F-4D97-AF65-F5344CB8AC3E}">
        <p14:creationId xmlns:p14="http://schemas.microsoft.com/office/powerpoint/2010/main" val="1586680172"/>
      </p:ext>
    </p:extLst>
  </p:cSld>
  <p:clrMapOvr>
    <a:masterClrMapping/>
  </p:clrMapOvr>
  <p:extLst>
    <p:ext uri="{DCECCB84-F9BA-43D5-87BE-67443E8EF086}">
      <p15:sldGuideLst xmlns:p15="http://schemas.microsoft.com/office/powerpoint/2012/main">
        <p15:guide id="1" orient="horz" pos="3672"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ight Pattern Content Gray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87E8F-5716-4A71-B64F-EC5A742B45D2}"/>
              </a:ext>
            </a:extLst>
          </p:cNvPr>
          <p:cNvSpPr>
            <a:spLocks noGrp="1"/>
          </p:cNvSpPr>
          <p:nvPr>
            <p:ph type="title" hasCustomPrompt="1"/>
          </p:nvPr>
        </p:nvSpPr>
        <p:spPr>
          <a:xfrm>
            <a:off x="762000" y="715961"/>
            <a:ext cx="6477000" cy="1189038"/>
          </a:xfrm>
          <a:prstGeom prst="rect">
            <a:avLst/>
          </a:prstGeom>
        </p:spPr>
        <p:txBody>
          <a:bodyPr anchor="t">
            <a:noAutofit/>
          </a:bodyPr>
          <a:lstStyle>
            <a:lvl1pPr>
              <a:spcBef>
                <a:spcPts val="1000"/>
              </a:spcBef>
              <a:defRPr sz="4000" b="1">
                <a:solidFill>
                  <a:schemeClr val="accent3">
                    <a:lumMod val="75000"/>
                  </a:schemeClr>
                </a:solidFill>
              </a:defRPr>
            </a:lvl1pPr>
          </a:lstStyle>
          <a:p>
            <a:r>
              <a:rPr lang="en-US" dirty="0"/>
              <a:t>Insert title here</a:t>
            </a:r>
          </a:p>
        </p:txBody>
      </p:sp>
      <p:sp>
        <p:nvSpPr>
          <p:cNvPr id="12" name="Text Placeholder 15">
            <a:extLst>
              <a:ext uri="{FF2B5EF4-FFF2-40B4-BE49-F238E27FC236}">
                <a16:creationId xmlns:a16="http://schemas.microsoft.com/office/drawing/2014/main" id="{E8DBED36-2461-46D0-AF71-79E0064B3758}"/>
              </a:ext>
            </a:extLst>
          </p:cNvPr>
          <p:cNvSpPr>
            <a:spLocks noGrp="1"/>
          </p:cNvSpPr>
          <p:nvPr>
            <p:ph type="body" sz="quarter" idx="11" hasCustomPrompt="1"/>
          </p:nvPr>
        </p:nvSpPr>
        <p:spPr>
          <a:xfrm>
            <a:off x="762000" y="1905000"/>
            <a:ext cx="6477000" cy="3276600"/>
          </a:xfrm>
          <a:prstGeom prst="rect">
            <a:avLst/>
          </a:prstGeom>
        </p:spPr>
        <p:txBody>
          <a:bodyPr/>
          <a:lstStyle>
            <a:lvl1pPr marL="0" indent="0">
              <a:lnSpc>
                <a:spcPct val="100000"/>
              </a:lnSpc>
              <a:buNone/>
              <a:defRPr sz="1800" b="1">
                <a:solidFill>
                  <a:schemeClr val="bg1"/>
                </a:solidFill>
              </a:defRPr>
            </a:lvl1pPr>
            <a:lvl2pPr marL="228600">
              <a:lnSpc>
                <a:spcPct val="100000"/>
              </a:lnSpc>
              <a:spcBef>
                <a:spcPts val="1000"/>
              </a:spcBef>
              <a:defRPr sz="1800">
                <a:solidFill>
                  <a:schemeClr val="bg1"/>
                </a:solidFill>
              </a:defRPr>
            </a:lvl2pPr>
          </a:lstStyle>
          <a:p>
            <a:pPr lvl="0"/>
            <a:r>
              <a:rPr lang="en-US" dirty="0"/>
              <a:t>Insert subtitle here</a:t>
            </a:r>
          </a:p>
          <a:p>
            <a:pPr lvl="1"/>
            <a:r>
              <a:rPr lang="en-US" dirty="0"/>
              <a:t>Insert content here</a:t>
            </a:r>
          </a:p>
        </p:txBody>
      </p:sp>
      <p:pic>
        <p:nvPicPr>
          <p:cNvPr id="5" name="Picture Placeholder 6" descr="Red, blue grey white pattern background">
            <a:extLst>
              <a:ext uri="{FF2B5EF4-FFF2-40B4-BE49-F238E27FC236}">
                <a16:creationId xmlns:a16="http://schemas.microsoft.com/office/drawing/2014/main" id="{6696C96D-182E-490E-A117-B60FF1853675}"/>
              </a:ext>
            </a:extLst>
          </p:cNvPr>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p:blipFill>
        <p:spPr>
          <a:xfrm>
            <a:off x="7427166" y="0"/>
            <a:ext cx="4764834" cy="6858000"/>
          </a:xfrm>
          <a:prstGeom prst="rect">
            <a:avLst/>
          </a:prstGeom>
        </p:spPr>
      </p:pic>
    </p:spTree>
    <p:extLst>
      <p:ext uri="{BB962C8B-B14F-4D97-AF65-F5344CB8AC3E}">
        <p14:creationId xmlns:p14="http://schemas.microsoft.com/office/powerpoint/2010/main" val="39514284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2240" userDrawn="1">
          <p15:clr>
            <a:srgbClr val="5ACBF0"/>
          </p15:clr>
        </p15:guide>
        <p15:guide id="4" orient="horz" pos="2487" userDrawn="1">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clusion">
    <p:bg>
      <p:bgPr>
        <a:solidFill>
          <a:schemeClr val="accent1"/>
        </a:solidFill>
        <a:effectLst/>
      </p:bgPr>
    </p:bg>
    <p:spTree>
      <p:nvGrpSpPr>
        <p:cNvPr id="1" name=""/>
        <p:cNvGrpSpPr/>
        <p:nvPr/>
      </p:nvGrpSpPr>
      <p:grpSpPr>
        <a:xfrm>
          <a:off x="0" y="0"/>
          <a:ext cx="0" cy="0"/>
          <a:chOff x="0" y="0"/>
          <a:chExt cx="0" cy="0"/>
        </a:xfrm>
      </p:grpSpPr>
      <p:pic>
        <p:nvPicPr>
          <p:cNvPr id="8" name="Picture Placeholder 6" descr="Picture placeholder ">
            <a:extLst>
              <a:ext uri="{FF2B5EF4-FFF2-40B4-BE49-F238E27FC236}">
                <a16:creationId xmlns:a16="http://schemas.microsoft.com/office/drawing/2014/main" id="{21F9B252-B7D4-4DA8-92E8-8A98BFEF41BF}"/>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5" name="Title 1">
            <a:extLst>
              <a:ext uri="{FF2B5EF4-FFF2-40B4-BE49-F238E27FC236}">
                <a16:creationId xmlns:a16="http://schemas.microsoft.com/office/drawing/2014/main" id="{3D9303A2-B30A-054C-B809-053B909E125F}"/>
              </a:ext>
            </a:extLst>
          </p:cNvPr>
          <p:cNvSpPr>
            <a:spLocks noGrp="1"/>
          </p:cNvSpPr>
          <p:nvPr>
            <p:ph type="title" hasCustomPrompt="1"/>
          </p:nvPr>
        </p:nvSpPr>
        <p:spPr>
          <a:xfrm>
            <a:off x="1525301" y="1995467"/>
            <a:ext cx="9141397" cy="615553"/>
          </a:xfrm>
          <a:prstGeom prst="rect">
            <a:avLst/>
          </a:prstGeom>
          <a:noFill/>
        </p:spPr>
        <p:txBody>
          <a:bodyPr wrap="square" lIns="0" tIns="0" rIns="0" bIns="0" anchor="b" anchorCtr="0">
            <a:spAutoFit/>
          </a:bodyPr>
          <a:lstStyle>
            <a:lvl1pPr algn="ctr" defTabSz="932742" rtl="0" eaLnBrk="1" latinLnBrk="0" hangingPunct="1">
              <a:lnSpc>
                <a:spcPct val="100000"/>
              </a:lnSpc>
              <a:spcBef>
                <a:spcPct val="0"/>
              </a:spcBef>
              <a:buNone/>
              <a:defRPr lang="en-US" sz="4000" b="1" i="0" kern="1200" cap="none" spc="-50" baseline="0" dirty="0">
                <a:ln w="3175">
                  <a:noFill/>
                </a:ln>
                <a:solidFill>
                  <a:schemeClr val="tx1"/>
                </a:solidFill>
                <a:effectLst/>
                <a:latin typeface="+mj-lt"/>
                <a:ea typeface="+mn-ea"/>
                <a:cs typeface="Segoe UI" pitchFamily="34" charset="0"/>
              </a:defRPr>
            </a:lvl1pPr>
          </a:lstStyle>
          <a:p>
            <a:r>
              <a:rPr lang="en-US" dirty="0"/>
              <a:t>Insert title here</a:t>
            </a:r>
          </a:p>
        </p:txBody>
      </p:sp>
      <p:sp>
        <p:nvSpPr>
          <p:cNvPr id="6" name="Text Placeholder 4">
            <a:extLst>
              <a:ext uri="{FF2B5EF4-FFF2-40B4-BE49-F238E27FC236}">
                <a16:creationId xmlns:a16="http://schemas.microsoft.com/office/drawing/2014/main" id="{10F58DD1-3970-D84D-8040-EF33B0971D59}"/>
              </a:ext>
            </a:extLst>
          </p:cNvPr>
          <p:cNvSpPr>
            <a:spLocks noGrp="1"/>
          </p:cNvSpPr>
          <p:nvPr>
            <p:ph type="body" sz="quarter" idx="12" hasCustomPrompt="1"/>
          </p:nvPr>
        </p:nvSpPr>
        <p:spPr>
          <a:xfrm>
            <a:off x="2196307" y="3260705"/>
            <a:ext cx="7799387" cy="1534757"/>
          </a:xfrm>
          <a:prstGeom prst="rect">
            <a:avLst/>
          </a:prstGeom>
          <a:noFill/>
        </p:spPr>
        <p:txBody>
          <a:bodyPr wrap="square" lIns="0" tIns="0" rIns="0" bIns="0">
            <a:noAutofit/>
          </a:bodyPr>
          <a:lstStyle>
            <a:lvl1pPr marL="0" indent="0" algn="ctr">
              <a:lnSpc>
                <a:spcPct val="100000"/>
              </a:lnSpc>
              <a:spcBef>
                <a:spcPts val="0"/>
              </a:spcBef>
              <a:spcAft>
                <a:spcPts val="0"/>
              </a:spcAft>
              <a:buFont typeface="Arial" panose="020B0604020202020204" pitchFamily="34" charset="0"/>
              <a:buNone/>
              <a:defRPr lang="en-US" sz="1800" kern="1200" dirty="0">
                <a:solidFill>
                  <a:schemeClr val="tx1"/>
                </a:solidFill>
                <a:latin typeface="+mn-lt"/>
                <a:ea typeface="+mn-ea"/>
                <a:cs typeface="+mn-cs"/>
              </a:defRPr>
            </a:lvl1pPr>
          </a:lstStyle>
          <a:p>
            <a:pPr lvl="0"/>
            <a:r>
              <a:rPr lang="en-US" dirty="0"/>
              <a:t>Insert content here</a:t>
            </a:r>
          </a:p>
        </p:txBody>
      </p:sp>
    </p:spTree>
    <p:extLst>
      <p:ext uri="{BB962C8B-B14F-4D97-AF65-F5344CB8AC3E}">
        <p14:creationId xmlns:p14="http://schemas.microsoft.com/office/powerpoint/2010/main" val="4100711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2243" userDrawn="1">
          <p15:clr>
            <a:srgbClr val="5ACBF0"/>
          </p15:clr>
        </p15:guide>
        <p15:guide id="4" orient="horz" pos="2488" userDrawn="1">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Question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07724906-4405-47F4-B533-7291B003B0A2}"/>
              </a:ext>
            </a:extLst>
          </p:cNvPr>
          <p:cNvSpPr>
            <a:spLocks noGrp="1"/>
          </p:cNvSpPr>
          <p:nvPr>
            <p:ph type="title" hasCustomPrompt="1"/>
          </p:nvPr>
        </p:nvSpPr>
        <p:spPr>
          <a:xfrm>
            <a:off x="1525301" y="1995467"/>
            <a:ext cx="9141397" cy="615553"/>
          </a:xfrm>
          <a:prstGeom prst="rect">
            <a:avLst/>
          </a:prstGeom>
          <a:noFill/>
        </p:spPr>
        <p:txBody>
          <a:bodyPr wrap="square" lIns="0" tIns="0" rIns="0" bIns="0" anchor="b" anchorCtr="0">
            <a:spAutoFit/>
          </a:bodyPr>
          <a:lstStyle>
            <a:lvl1pPr algn="ctr" defTabSz="932742" rtl="0" eaLnBrk="1" latinLnBrk="0" hangingPunct="1">
              <a:lnSpc>
                <a:spcPct val="100000"/>
              </a:lnSpc>
              <a:spcBef>
                <a:spcPct val="0"/>
              </a:spcBef>
              <a:buNone/>
              <a:defRPr lang="en-US" sz="4000" b="1" i="0" kern="1200" cap="none" spc="-50" baseline="0" dirty="0">
                <a:ln w="3175">
                  <a:noFill/>
                </a:ln>
                <a:solidFill>
                  <a:schemeClr val="accent1"/>
                </a:solidFill>
                <a:effectLst/>
                <a:latin typeface="+mj-lt"/>
                <a:ea typeface="+mn-ea"/>
                <a:cs typeface="Segoe UI" pitchFamily="34" charset="0"/>
              </a:defRPr>
            </a:lvl1pPr>
          </a:lstStyle>
          <a:p>
            <a:r>
              <a:rPr lang="en-US" dirty="0"/>
              <a:t>Insert title here</a:t>
            </a:r>
          </a:p>
        </p:txBody>
      </p:sp>
      <p:sp>
        <p:nvSpPr>
          <p:cNvPr id="14" name="Text Placeholder 4">
            <a:extLst>
              <a:ext uri="{FF2B5EF4-FFF2-40B4-BE49-F238E27FC236}">
                <a16:creationId xmlns:a16="http://schemas.microsoft.com/office/drawing/2014/main" id="{1EEF53A4-35A6-4E43-B220-67DA381C5910}"/>
              </a:ext>
            </a:extLst>
          </p:cNvPr>
          <p:cNvSpPr>
            <a:spLocks noGrp="1"/>
          </p:cNvSpPr>
          <p:nvPr>
            <p:ph type="body" sz="quarter" idx="12" hasCustomPrompt="1"/>
          </p:nvPr>
        </p:nvSpPr>
        <p:spPr>
          <a:xfrm>
            <a:off x="2196307" y="3260705"/>
            <a:ext cx="7799387" cy="1534757"/>
          </a:xfrm>
          <a:prstGeom prst="rect">
            <a:avLst/>
          </a:prstGeom>
          <a:noFill/>
        </p:spPr>
        <p:txBody>
          <a:bodyPr wrap="square" lIns="0" tIns="0" rIns="0" bIns="0">
            <a:noAutofit/>
          </a:bodyPr>
          <a:lstStyle>
            <a:lvl1pPr marL="0" indent="0" algn="ctr">
              <a:lnSpc>
                <a:spcPct val="100000"/>
              </a:lnSpc>
              <a:spcBef>
                <a:spcPts val="0"/>
              </a:spcBef>
              <a:spcAft>
                <a:spcPts val="0"/>
              </a:spcAft>
              <a:buFont typeface="Arial" panose="020B0604020202020204" pitchFamily="34" charset="0"/>
              <a:buNone/>
              <a:defRPr lang="en-US" sz="1800" kern="1200" dirty="0">
                <a:solidFill>
                  <a:schemeClr val="bg1"/>
                </a:solidFill>
                <a:latin typeface="+mn-lt"/>
                <a:ea typeface="+mn-ea"/>
                <a:cs typeface="+mn-cs"/>
              </a:defRPr>
            </a:lvl1pPr>
          </a:lstStyle>
          <a:p>
            <a:pPr lvl="0"/>
            <a:r>
              <a:rPr lang="en-US" dirty="0"/>
              <a:t>Insert content here</a:t>
            </a:r>
          </a:p>
        </p:txBody>
      </p:sp>
      <p:pic>
        <p:nvPicPr>
          <p:cNvPr id="6" name="Picture Placeholder 5" descr="Red, blue grey white pattern background">
            <a:extLst>
              <a:ext uri="{FF2B5EF4-FFF2-40B4-BE49-F238E27FC236}">
                <a16:creationId xmlns:a16="http://schemas.microsoft.com/office/drawing/2014/main" id="{906BF34F-6945-4E11-BAEC-F66F7254C4CD}"/>
              </a:ext>
            </a:extLst>
          </p:cNvPr>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p:blipFill>
        <p:spPr>
          <a:xfrm>
            <a:off x="0" y="5999582"/>
            <a:ext cx="12192000" cy="858417"/>
          </a:xfrm>
          <a:prstGeom prst="rect">
            <a:avLst/>
          </a:prstGeom>
        </p:spPr>
      </p:pic>
    </p:spTree>
    <p:extLst>
      <p:ext uri="{BB962C8B-B14F-4D97-AF65-F5344CB8AC3E}">
        <p14:creationId xmlns:p14="http://schemas.microsoft.com/office/powerpoint/2010/main" val="4955231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eft Pattern Content Blue titl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668F4E-0433-49FD-9D92-3B60E9B0AEE6}"/>
              </a:ext>
            </a:extLst>
          </p:cNvPr>
          <p:cNvSpPr>
            <a:spLocks noGrp="1"/>
          </p:cNvSpPr>
          <p:nvPr>
            <p:ph type="title" hasCustomPrompt="1"/>
          </p:nvPr>
        </p:nvSpPr>
        <p:spPr>
          <a:xfrm>
            <a:off x="5199742" y="715961"/>
            <a:ext cx="6477000" cy="1189037"/>
          </a:xfrm>
          <a:prstGeom prst="rect">
            <a:avLst/>
          </a:prstGeom>
        </p:spPr>
        <p:txBody>
          <a:bodyPr anchor="t">
            <a:normAutofit/>
          </a:bodyPr>
          <a:lstStyle>
            <a:lvl1pPr>
              <a:spcBef>
                <a:spcPts val="1000"/>
              </a:spcBef>
              <a:defRPr sz="4000" b="1" spc="-50" baseline="0">
                <a:solidFill>
                  <a:schemeClr val="accent2"/>
                </a:solidFill>
              </a:defRPr>
            </a:lvl1pPr>
          </a:lstStyle>
          <a:p>
            <a:r>
              <a:rPr lang="en-US" dirty="0"/>
              <a:t>Insert title here</a:t>
            </a:r>
          </a:p>
        </p:txBody>
      </p:sp>
      <p:sp>
        <p:nvSpPr>
          <p:cNvPr id="12" name="Text Placeholder 15">
            <a:extLst>
              <a:ext uri="{FF2B5EF4-FFF2-40B4-BE49-F238E27FC236}">
                <a16:creationId xmlns:a16="http://schemas.microsoft.com/office/drawing/2014/main" id="{E8DBED36-2461-46D0-AF71-79E0064B3758}"/>
              </a:ext>
            </a:extLst>
          </p:cNvPr>
          <p:cNvSpPr>
            <a:spLocks noGrp="1"/>
          </p:cNvSpPr>
          <p:nvPr>
            <p:ph type="body" sz="quarter" idx="11" hasCustomPrompt="1"/>
          </p:nvPr>
        </p:nvSpPr>
        <p:spPr>
          <a:xfrm>
            <a:off x="5199743" y="1905000"/>
            <a:ext cx="6477000" cy="3276600"/>
          </a:xfrm>
          <a:prstGeom prst="rect">
            <a:avLst/>
          </a:prstGeom>
        </p:spPr>
        <p:txBody>
          <a:bodyPr/>
          <a:lstStyle>
            <a:lvl1pPr marL="0" indent="0">
              <a:lnSpc>
                <a:spcPct val="100000"/>
              </a:lnSpc>
              <a:buNone/>
              <a:defRPr sz="1800" b="1">
                <a:solidFill>
                  <a:schemeClr val="bg1"/>
                </a:solidFill>
              </a:defRPr>
            </a:lvl1pPr>
            <a:lvl2pPr marL="228600" indent="-228600">
              <a:lnSpc>
                <a:spcPct val="100000"/>
              </a:lnSpc>
              <a:spcBef>
                <a:spcPts val="1000"/>
              </a:spcBef>
              <a:defRPr sz="1800">
                <a:solidFill>
                  <a:schemeClr val="bg1"/>
                </a:solidFill>
              </a:defRPr>
            </a:lvl2pPr>
          </a:lstStyle>
          <a:p>
            <a:pPr lvl="0"/>
            <a:r>
              <a:rPr lang="en-US" dirty="0"/>
              <a:t>Insert subtitle here</a:t>
            </a:r>
          </a:p>
          <a:p>
            <a:pPr lvl="1"/>
            <a:r>
              <a:rPr lang="en-US" dirty="0"/>
              <a:t>Insert content here</a:t>
            </a:r>
          </a:p>
        </p:txBody>
      </p:sp>
      <p:pic>
        <p:nvPicPr>
          <p:cNvPr id="5" name="Picture Placeholder 6" descr="Red, blue grey white pattern background">
            <a:extLst>
              <a:ext uri="{FF2B5EF4-FFF2-40B4-BE49-F238E27FC236}">
                <a16:creationId xmlns:a16="http://schemas.microsoft.com/office/drawing/2014/main" id="{BC85C715-EF0D-4E33-AC89-C35DD2596E5D}"/>
              </a:ext>
            </a:extLst>
          </p:cNvPr>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p:blipFill>
        <p:spPr>
          <a:xfrm>
            <a:off x="0" y="0"/>
            <a:ext cx="4767943" cy="6858000"/>
          </a:xfrm>
          <a:prstGeom prst="rect">
            <a:avLst/>
          </a:prstGeom>
        </p:spPr>
      </p:pic>
    </p:spTree>
    <p:extLst>
      <p:ext uri="{BB962C8B-B14F-4D97-AF65-F5344CB8AC3E}">
        <p14:creationId xmlns:p14="http://schemas.microsoft.com/office/powerpoint/2010/main" val="8403759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2808" userDrawn="1">
          <p15:clr>
            <a:srgbClr val="5ACBF0"/>
          </p15:clr>
        </p15:guide>
        <p15:guide id="3" orient="horz" pos="2240" userDrawn="1">
          <p15:clr>
            <a:srgbClr val="5ACBF0"/>
          </p15:clr>
        </p15:guide>
        <p15:guide id="4" orient="horz" pos="2487" userDrawn="1">
          <p15:clr>
            <a:srgbClr val="5ACBF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29690444"/>
      </p:ext>
    </p:extLst>
  </p:cSld>
  <p:clrMap bg1="dk1" tx1="lt1" bg2="dk2" tx2="lt2" accent1="accent1" accent2="accent2" accent3="accent3" accent4="accent4" accent5="accent5" accent6="accent6" hlink="hlink" folHlink="folHlink"/>
  <p:sldLayoutIdLst>
    <p:sldLayoutId id="2147483689" r:id="rId1"/>
    <p:sldLayoutId id="2147483699" r:id="rId2"/>
    <p:sldLayoutId id="2147483700" r:id="rId3"/>
    <p:sldLayoutId id="2147483691" r:id="rId4"/>
    <p:sldLayoutId id="2147483701" r:id="rId5"/>
    <p:sldLayoutId id="2147483706" r:id="rId6"/>
    <p:sldLayoutId id="2147483702" r:id="rId7"/>
    <p:sldLayoutId id="2147483704" r:id="rId8"/>
    <p:sldLayoutId id="2147483703" r:id="rId9"/>
    <p:sldLayoutId id="2147483690" r:id="rId10"/>
    <p:sldLayoutId id="2147483708" r:id="rId11"/>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a:extLst>
              <a:ext uri="{FF2B5EF4-FFF2-40B4-BE49-F238E27FC236}">
                <a16:creationId xmlns:a16="http://schemas.microsoft.com/office/drawing/2014/main" id="{ED2DB031-9003-4F74-A88F-FE2A2ABABC72}"/>
              </a:ext>
            </a:extLst>
          </p:cNvPr>
          <p:cNvSpPr>
            <a:spLocks noGrp="1" noChangeArrowheads="1"/>
          </p:cNvSpPr>
          <p:nvPr>
            <p:ph type="title"/>
          </p:nvPr>
        </p:nvSpPr>
        <p:spPr>
          <a:xfrm>
            <a:off x="5442012" y="2766219"/>
            <a:ext cx="6220101" cy="1325563"/>
          </a:xfrm>
        </p:spPr>
        <p:txBody>
          <a:bodyPr anchor="ctr">
            <a:noAutofit/>
          </a:bodyPr>
          <a:lstStyle/>
          <a:p>
            <a:pPr algn="ctr"/>
            <a:r>
              <a:rPr lang="en-US" altLang="en-US" dirty="0">
                <a:solidFill>
                  <a:schemeClr val="accent2"/>
                </a:solidFill>
              </a:rPr>
              <a:t>Threads &amp;</a:t>
            </a:r>
            <a:br>
              <a:rPr lang="en-US" altLang="en-US" dirty="0">
                <a:solidFill>
                  <a:schemeClr val="accent2"/>
                </a:solidFill>
              </a:rPr>
            </a:br>
            <a:r>
              <a:rPr lang="en-US" altLang="en-US" dirty="0">
                <a:solidFill>
                  <a:schemeClr val="accent2"/>
                </a:solidFill>
              </a:rPr>
              <a:t>Concurrency</a:t>
            </a:r>
            <a:br>
              <a:rPr lang="en-US" altLang="en-US" dirty="0">
                <a:solidFill>
                  <a:schemeClr val="accent2"/>
                </a:solidFill>
              </a:rPr>
            </a:br>
            <a:br>
              <a:rPr lang="en-US" altLang="en-US" dirty="0"/>
            </a:br>
            <a:r>
              <a:rPr lang="en-US" altLang="en-US" dirty="0"/>
              <a:t>Lesson 4</a:t>
            </a:r>
          </a:p>
        </p:txBody>
      </p:sp>
    </p:spTree>
    <p:extLst>
      <p:ext uri="{BB962C8B-B14F-4D97-AF65-F5344CB8AC3E}">
        <p14:creationId xmlns:p14="http://schemas.microsoft.com/office/powerpoint/2010/main" val="15432652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48FBE6B-DC67-4E64-80F4-CADE978D2FE3}"/>
              </a:ext>
            </a:extLst>
          </p:cNvPr>
          <p:cNvSpPr>
            <a:spLocks noGrp="1"/>
          </p:cNvSpPr>
          <p:nvPr>
            <p:ph type="title"/>
          </p:nvPr>
        </p:nvSpPr>
        <p:spPr>
          <a:xfrm>
            <a:off x="762000" y="469384"/>
            <a:ext cx="10591800" cy="646332"/>
          </a:xfrm>
        </p:spPr>
        <p:txBody>
          <a:bodyPr/>
          <a:lstStyle/>
          <a:p>
            <a:r>
              <a:rPr lang="en-GB" dirty="0"/>
              <a:t>What Is a Thread?</a:t>
            </a:r>
            <a:br>
              <a:rPr lang="en-GB" dirty="0"/>
            </a:br>
            <a:endParaRPr lang="en-GB" dirty="0"/>
          </a:p>
        </p:txBody>
      </p:sp>
      <p:sp>
        <p:nvSpPr>
          <p:cNvPr id="11" name="Text Placeholder 10">
            <a:extLst>
              <a:ext uri="{FF2B5EF4-FFF2-40B4-BE49-F238E27FC236}">
                <a16:creationId xmlns:a16="http://schemas.microsoft.com/office/drawing/2014/main" id="{4C6A9FD9-630E-44B9-BED8-AFEA6C84A88B}"/>
              </a:ext>
            </a:extLst>
          </p:cNvPr>
          <p:cNvSpPr>
            <a:spLocks noGrp="1"/>
          </p:cNvSpPr>
          <p:nvPr>
            <p:ph type="body" sz="quarter" idx="11"/>
          </p:nvPr>
        </p:nvSpPr>
        <p:spPr>
          <a:xfrm>
            <a:off x="762000" y="1432562"/>
            <a:ext cx="10667999" cy="4444256"/>
          </a:xfrm>
        </p:spPr>
        <p:txBody>
          <a:bodyPr/>
          <a:lstStyle/>
          <a:p>
            <a:r>
              <a:rPr lang="en-GB" sz="2000" dirty="0"/>
              <a:t>A </a:t>
            </a:r>
            <a:r>
              <a:rPr lang="en-GB" sz="2000" b="1" dirty="0"/>
              <a:t>thread</a:t>
            </a:r>
            <a:r>
              <a:rPr lang="en-GB" sz="2000" dirty="0"/>
              <a:t> is the </a:t>
            </a:r>
            <a:r>
              <a:rPr lang="en-GB" sz="2000" i="1" dirty="0"/>
              <a:t>basic unit of CPU utilization</a:t>
            </a:r>
            <a:r>
              <a:rPr lang="en-GB" sz="2000" dirty="0"/>
              <a:t>. It represents the smallest sequence of programmed instructions that the operating system can schedule.</a:t>
            </a:r>
          </a:p>
          <a:p>
            <a:r>
              <a:rPr lang="en-GB" sz="2000" dirty="0"/>
              <a:t>Every thread contains:</a:t>
            </a:r>
          </a:p>
          <a:p>
            <a:r>
              <a:rPr lang="en-GB" sz="2000" b="1" dirty="0"/>
              <a:t>Thread ID</a:t>
            </a:r>
            <a:r>
              <a:rPr lang="en-GB" sz="2000" dirty="0"/>
              <a:t> – a unique identifier.</a:t>
            </a:r>
          </a:p>
          <a:p>
            <a:r>
              <a:rPr lang="en-GB" sz="2000" b="1" dirty="0"/>
              <a:t>Program Counter (PC)</a:t>
            </a:r>
            <a:r>
              <a:rPr lang="en-GB" sz="2000" dirty="0"/>
              <a:t> – the address of the next instruction to execute.</a:t>
            </a:r>
          </a:p>
          <a:p>
            <a:r>
              <a:rPr lang="en-GB" sz="2000" b="1" dirty="0"/>
              <a:t>Register Set</a:t>
            </a:r>
            <a:r>
              <a:rPr lang="en-GB" sz="2000" dirty="0"/>
              <a:t> – processor registers used during execution.</a:t>
            </a:r>
          </a:p>
          <a:p>
            <a:r>
              <a:rPr lang="en-GB" sz="2000" b="1" dirty="0"/>
              <a:t>Stack</a:t>
            </a:r>
            <a:r>
              <a:rPr lang="en-GB" sz="2000" dirty="0"/>
              <a:t> – stores function calls, local variables, and control information.</a:t>
            </a:r>
          </a:p>
        </p:txBody>
      </p:sp>
    </p:spTree>
    <p:extLst>
      <p:ext uri="{BB962C8B-B14F-4D97-AF65-F5344CB8AC3E}">
        <p14:creationId xmlns:p14="http://schemas.microsoft.com/office/powerpoint/2010/main" val="2957678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B9021-97AC-8491-787D-141CC5FDEA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2C5F263-B037-1E08-6DAD-AFAFA53CB45D}"/>
              </a:ext>
            </a:extLst>
          </p:cNvPr>
          <p:cNvSpPr>
            <a:spLocks noGrp="1"/>
          </p:cNvSpPr>
          <p:nvPr>
            <p:ph type="title"/>
          </p:nvPr>
        </p:nvSpPr>
        <p:spPr>
          <a:xfrm>
            <a:off x="762000" y="469384"/>
            <a:ext cx="10591800" cy="646332"/>
          </a:xfrm>
        </p:spPr>
        <p:txBody>
          <a:bodyPr/>
          <a:lstStyle/>
          <a:p>
            <a:r>
              <a:rPr lang="en-GB" dirty="0"/>
              <a:t>What Is a Thread?</a:t>
            </a:r>
            <a:br>
              <a:rPr lang="en-GB" dirty="0"/>
            </a:br>
            <a:endParaRPr lang="en-GB" dirty="0"/>
          </a:p>
        </p:txBody>
      </p:sp>
      <p:sp>
        <p:nvSpPr>
          <p:cNvPr id="11" name="Text Placeholder 10">
            <a:extLst>
              <a:ext uri="{FF2B5EF4-FFF2-40B4-BE49-F238E27FC236}">
                <a16:creationId xmlns:a16="http://schemas.microsoft.com/office/drawing/2014/main" id="{C38F0A62-DAE8-62C7-EE3A-3283DDFAD193}"/>
              </a:ext>
            </a:extLst>
          </p:cNvPr>
          <p:cNvSpPr>
            <a:spLocks noGrp="1"/>
          </p:cNvSpPr>
          <p:nvPr>
            <p:ph type="body" sz="quarter" idx="11"/>
          </p:nvPr>
        </p:nvSpPr>
        <p:spPr>
          <a:xfrm>
            <a:off x="762000" y="1432562"/>
            <a:ext cx="10667999" cy="4444256"/>
          </a:xfrm>
        </p:spPr>
        <p:txBody>
          <a:bodyPr/>
          <a:lstStyle/>
          <a:p>
            <a:r>
              <a:rPr lang="en-GB" sz="2000" dirty="0"/>
              <a:t>Unlike a full process, a thread </a:t>
            </a:r>
            <a:r>
              <a:rPr lang="en-GB" sz="2000" b="1" dirty="0"/>
              <a:t>shares</a:t>
            </a:r>
            <a:r>
              <a:rPr lang="en-GB" sz="2000" dirty="0"/>
              <a:t> several resources with other threads in the same process:</a:t>
            </a:r>
          </a:p>
          <a:p>
            <a:r>
              <a:rPr lang="en-GB" sz="2000" dirty="0"/>
              <a:t>The </a:t>
            </a:r>
            <a:r>
              <a:rPr lang="en-GB" sz="2000" b="1" dirty="0"/>
              <a:t>code section</a:t>
            </a:r>
            <a:r>
              <a:rPr lang="en-GB" sz="2000" dirty="0"/>
              <a:t> (the program instructions).</a:t>
            </a:r>
          </a:p>
          <a:p>
            <a:r>
              <a:rPr lang="en-GB" sz="2000" dirty="0"/>
              <a:t>The </a:t>
            </a:r>
            <a:r>
              <a:rPr lang="en-GB" sz="2000" b="1" dirty="0"/>
              <a:t>data section</a:t>
            </a:r>
            <a:r>
              <a:rPr lang="en-GB" sz="2000" dirty="0"/>
              <a:t> (global variables, heap memory).</a:t>
            </a:r>
          </a:p>
          <a:p>
            <a:r>
              <a:rPr lang="en-GB" sz="2000" dirty="0"/>
              <a:t>System resources such as </a:t>
            </a:r>
            <a:r>
              <a:rPr lang="en-GB" sz="2000" b="1" dirty="0"/>
              <a:t>open files, signals, and sockets</a:t>
            </a:r>
            <a:r>
              <a:rPr lang="en-GB" sz="2000" dirty="0"/>
              <a:t>.</a:t>
            </a:r>
          </a:p>
          <a:p>
            <a:r>
              <a:rPr lang="en-GB" sz="2000" dirty="0"/>
              <a:t>This sharing reduces overhead. Creating or switching between threads is much cheaper than doing so between processes.</a:t>
            </a:r>
          </a:p>
          <a:p>
            <a:endParaRPr lang="en-GB" sz="2000" dirty="0"/>
          </a:p>
        </p:txBody>
      </p:sp>
    </p:spTree>
    <p:extLst>
      <p:ext uri="{BB962C8B-B14F-4D97-AF65-F5344CB8AC3E}">
        <p14:creationId xmlns:p14="http://schemas.microsoft.com/office/powerpoint/2010/main" val="383701652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4908B-3E57-6E6C-034D-F3326689A5A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3C17F3A-E7DD-3F0A-9693-640361B207DF}"/>
              </a:ext>
            </a:extLst>
          </p:cNvPr>
          <p:cNvSpPr>
            <a:spLocks noGrp="1"/>
          </p:cNvSpPr>
          <p:nvPr>
            <p:ph type="title"/>
          </p:nvPr>
        </p:nvSpPr>
        <p:spPr>
          <a:xfrm>
            <a:off x="762000" y="469384"/>
            <a:ext cx="10591800" cy="646332"/>
          </a:xfrm>
        </p:spPr>
        <p:txBody>
          <a:bodyPr/>
          <a:lstStyle/>
          <a:p>
            <a:r>
              <a:rPr lang="en-GB" dirty="0"/>
              <a:t>Thread vs Child Process</a:t>
            </a:r>
          </a:p>
        </p:txBody>
      </p:sp>
      <p:sp>
        <p:nvSpPr>
          <p:cNvPr id="11" name="Text Placeholder 10">
            <a:extLst>
              <a:ext uri="{FF2B5EF4-FFF2-40B4-BE49-F238E27FC236}">
                <a16:creationId xmlns:a16="http://schemas.microsoft.com/office/drawing/2014/main" id="{60A68B74-DDC1-DC38-EB1E-65062AA68F4D}"/>
              </a:ext>
            </a:extLst>
          </p:cNvPr>
          <p:cNvSpPr>
            <a:spLocks noGrp="1"/>
          </p:cNvSpPr>
          <p:nvPr>
            <p:ph type="body" sz="quarter" idx="11"/>
          </p:nvPr>
        </p:nvSpPr>
        <p:spPr>
          <a:xfrm>
            <a:off x="762000" y="1432562"/>
            <a:ext cx="10667999" cy="4444256"/>
          </a:xfrm>
        </p:spPr>
        <p:txBody>
          <a:bodyPr/>
          <a:lstStyle/>
          <a:p>
            <a:r>
              <a:rPr lang="en-GB" sz="2000" b="1" dirty="0"/>
              <a:t>1. What is a Child Process?</a:t>
            </a:r>
          </a:p>
          <a:p>
            <a:r>
              <a:rPr lang="en-GB" sz="2000" dirty="0"/>
              <a:t>A </a:t>
            </a:r>
            <a:r>
              <a:rPr lang="en-GB" sz="2000" b="1" dirty="0"/>
              <a:t>child process</a:t>
            </a:r>
            <a:r>
              <a:rPr lang="en-GB" sz="2000" dirty="0"/>
              <a:t> is a </a:t>
            </a:r>
            <a:r>
              <a:rPr lang="en-GB" sz="2000" i="1" dirty="0"/>
              <a:t>separate process</a:t>
            </a:r>
            <a:r>
              <a:rPr lang="en-GB" sz="2000" dirty="0"/>
              <a:t> created by another process (the parent).</a:t>
            </a:r>
            <a:br>
              <a:rPr lang="en-GB" sz="2000" dirty="0"/>
            </a:br>
            <a:r>
              <a:rPr lang="en-GB" sz="2000" dirty="0"/>
              <a:t>It has:</a:t>
            </a:r>
          </a:p>
          <a:p>
            <a:r>
              <a:rPr lang="en-GB" sz="2000" dirty="0"/>
              <a:t>Its </a:t>
            </a:r>
            <a:r>
              <a:rPr lang="en-GB" sz="2000" b="1" dirty="0"/>
              <a:t>own memory space</a:t>
            </a:r>
            <a:endParaRPr lang="en-GB" sz="2000" dirty="0"/>
          </a:p>
          <a:p>
            <a:r>
              <a:rPr lang="en-GB" sz="2000" dirty="0"/>
              <a:t>Its </a:t>
            </a:r>
            <a:r>
              <a:rPr lang="en-GB" sz="2000" b="1" dirty="0"/>
              <a:t>own code and data copies</a:t>
            </a:r>
            <a:endParaRPr lang="en-GB" sz="2000" dirty="0"/>
          </a:p>
          <a:p>
            <a:r>
              <a:rPr lang="en-GB" sz="2000" dirty="0"/>
              <a:t>Its </a:t>
            </a:r>
            <a:r>
              <a:rPr lang="en-GB" sz="2000" b="1" dirty="0"/>
              <a:t>own resources (files, registers, etc.)</a:t>
            </a:r>
            <a:endParaRPr lang="en-GB" sz="2000" dirty="0"/>
          </a:p>
          <a:p>
            <a:r>
              <a:rPr lang="en-GB" sz="2000" dirty="0"/>
              <a:t>Its own </a:t>
            </a:r>
            <a:r>
              <a:rPr lang="en-GB" sz="2000" b="1" dirty="0"/>
              <a:t>address space</a:t>
            </a:r>
            <a:endParaRPr lang="en-GB" sz="2000" dirty="0"/>
          </a:p>
          <a:p>
            <a:r>
              <a:rPr lang="en-GB" sz="2000" dirty="0"/>
              <a:t>The child does </a:t>
            </a:r>
            <a:r>
              <a:rPr lang="en-GB" sz="2000" i="1" dirty="0"/>
              <a:t>not automatically share</a:t>
            </a:r>
            <a:r>
              <a:rPr lang="en-GB" sz="2000" dirty="0"/>
              <a:t> variables, memory, or resources with the parent—unless special </a:t>
            </a:r>
            <a:r>
              <a:rPr lang="en-GB" sz="2000" dirty="0" err="1"/>
              <a:t>interprocess</a:t>
            </a:r>
            <a:r>
              <a:rPr lang="en-GB" sz="2000" dirty="0"/>
              <a:t> communication (IPC) is used.</a:t>
            </a:r>
          </a:p>
        </p:txBody>
      </p:sp>
    </p:spTree>
    <p:extLst>
      <p:ext uri="{BB962C8B-B14F-4D97-AF65-F5344CB8AC3E}">
        <p14:creationId xmlns:p14="http://schemas.microsoft.com/office/powerpoint/2010/main" val="375365511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35B50-3DE4-535C-77B9-9CDCD6B71D6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66CE465-ACDA-F547-4214-A990C26B5E37}"/>
              </a:ext>
            </a:extLst>
          </p:cNvPr>
          <p:cNvSpPr>
            <a:spLocks noGrp="1"/>
          </p:cNvSpPr>
          <p:nvPr>
            <p:ph type="title"/>
          </p:nvPr>
        </p:nvSpPr>
        <p:spPr>
          <a:xfrm>
            <a:off x="762000" y="469384"/>
            <a:ext cx="10591800" cy="646332"/>
          </a:xfrm>
        </p:spPr>
        <p:txBody>
          <a:bodyPr/>
          <a:lstStyle/>
          <a:p>
            <a:r>
              <a:rPr lang="en-GB" dirty="0"/>
              <a:t>Thread vs Child Process</a:t>
            </a:r>
          </a:p>
        </p:txBody>
      </p:sp>
      <p:sp>
        <p:nvSpPr>
          <p:cNvPr id="11" name="Text Placeholder 10">
            <a:extLst>
              <a:ext uri="{FF2B5EF4-FFF2-40B4-BE49-F238E27FC236}">
                <a16:creationId xmlns:a16="http://schemas.microsoft.com/office/drawing/2014/main" id="{8929D3F6-B299-FBF3-D7E0-E8849BC411E0}"/>
              </a:ext>
            </a:extLst>
          </p:cNvPr>
          <p:cNvSpPr>
            <a:spLocks noGrp="1"/>
          </p:cNvSpPr>
          <p:nvPr>
            <p:ph type="body" sz="quarter" idx="11"/>
          </p:nvPr>
        </p:nvSpPr>
        <p:spPr>
          <a:xfrm>
            <a:off x="762000" y="1432562"/>
            <a:ext cx="10667999" cy="4444256"/>
          </a:xfrm>
        </p:spPr>
        <p:txBody>
          <a:bodyPr/>
          <a:lstStyle/>
          <a:p>
            <a:r>
              <a:rPr lang="en-GB" sz="2000" b="1" dirty="0"/>
              <a:t>2. What is a Thread?</a:t>
            </a:r>
          </a:p>
          <a:p>
            <a:r>
              <a:rPr lang="en-GB" sz="2000" dirty="0"/>
              <a:t>A </a:t>
            </a:r>
            <a:r>
              <a:rPr lang="en-GB" sz="2000" b="1" dirty="0"/>
              <a:t>thread</a:t>
            </a:r>
            <a:r>
              <a:rPr lang="en-GB" sz="2000" dirty="0"/>
              <a:t> is the smallest unit of CPU work </a:t>
            </a:r>
            <a:r>
              <a:rPr lang="en-GB" sz="2000" i="1" dirty="0"/>
              <a:t>inside a process</a:t>
            </a:r>
            <a:r>
              <a:rPr lang="en-GB" sz="2000" dirty="0"/>
              <a:t>.</a:t>
            </a:r>
            <a:br>
              <a:rPr lang="en-GB" sz="2000" dirty="0"/>
            </a:br>
            <a:r>
              <a:rPr lang="en-GB" sz="2000" dirty="0"/>
              <a:t>All threads in a process:</a:t>
            </a:r>
          </a:p>
          <a:p>
            <a:r>
              <a:rPr lang="en-GB" sz="2000" dirty="0"/>
              <a:t>Share the </a:t>
            </a:r>
            <a:r>
              <a:rPr lang="en-GB" sz="2000" b="1" dirty="0"/>
              <a:t>same memory</a:t>
            </a:r>
            <a:r>
              <a:rPr lang="en-GB" sz="2000" dirty="0"/>
              <a:t> (global variables, heap)</a:t>
            </a:r>
          </a:p>
          <a:p>
            <a:r>
              <a:rPr lang="en-GB" sz="2000" dirty="0"/>
              <a:t>Share the </a:t>
            </a:r>
            <a:r>
              <a:rPr lang="en-GB" sz="2000" b="1" dirty="0"/>
              <a:t>same files</a:t>
            </a:r>
            <a:endParaRPr lang="en-GB" sz="2000" dirty="0"/>
          </a:p>
          <a:p>
            <a:r>
              <a:rPr lang="en-GB" sz="2000" dirty="0"/>
              <a:t>Share the </a:t>
            </a:r>
            <a:r>
              <a:rPr lang="en-GB" sz="2000" b="1" dirty="0"/>
              <a:t>same code</a:t>
            </a:r>
            <a:endParaRPr lang="en-GB" sz="2000" dirty="0"/>
          </a:p>
          <a:p>
            <a:r>
              <a:rPr lang="en-GB" sz="2000" dirty="0"/>
              <a:t>Only have their own </a:t>
            </a:r>
            <a:r>
              <a:rPr lang="en-GB" sz="2000" b="1" dirty="0"/>
              <a:t>stack, registers, and program counter</a:t>
            </a:r>
            <a:endParaRPr lang="en-GB" sz="2000" dirty="0"/>
          </a:p>
          <a:p>
            <a:r>
              <a:rPr lang="en-GB" sz="2000" dirty="0"/>
              <a:t>You can think of threads as “mini-programs” inside one parent process.</a:t>
            </a:r>
          </a:p>
        </p:txBody>
      </p:sp>
    </p:spTree>
    <p:extLst>
      <p:ext uri="{BB962C8B-B14F-4D97-AF65-F5344CB8AC3E}">
        <p14:creationId xmlns:p14="http://schemas.microsoft.com/office/powerpoint/2010/main" val="188300755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480E5D-FDA8-6D7B-CA93-DF93DD3F16D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91A0EC5-5E8C-136A-C65E-B94FCB0543A4}"/>
              </a:ext>
            </a:extLst>
          </p:cNvPr>
          <p:cNvSpPr>
            <a:spLocks noGrp="1"/>
          </p:cNvSpPr>
          <p:nvPr>
            <p:ph type="title"/>
          </p:nvPr>
        </p:nvSpPr>
        <p:spPr>
          <a:xfrm>
            <a:off x="762000" y="469384"/>
            <a:ext cx="10591800" cy="646332"/>
          </a:xfrm>
        </p:spPr>
        <p:txBody>
          <a:bodyPr/>
          <a:lstStyle/>
          <a:p>
            <a:r>
              <a:rPr lang="en-GB" dirty="0"/>
              <a:t>Thread vs Child Process</a:t>
            </a:r>
          </a:p>
        </p:txBody>
      </p:sp>
      <p:sp>
        <p:nvSpPr>
          <p:cNvPr id="11" name="Text Placeholder 10">
            <a:extLst>
              <a:ext uri="{FF2B5EF4-FFF2-40B4-BE49-F238E27FC236}">
                <a16:creationId xmlns:a16="http://schemas.microsoft.com/office/drawing/2014/main" id="{4D4A9489-6C50-5B1B-8087-7124713330BE}"/>
              </a:ext>
            </a:extLst>
          </p:cNvPr>
          <p:cNvSpPr>
            <a:spLocks noGrp="1"/>
          </p:cNvSpPr>
          <p:nvPr>
            <p:ph type="body" sz="quarter" idx="11"/>
          </p:nvPr>
        </p:nvSpPr>
        <p:spPr>
          <a:xfrm>
            <a:off x="762000" y="1432562"/>
            <a:ext cx="10667999" cy="4444256"/>
          </a:xfrm>
        </p:spPr>
        <p:txBody>
          <a:bodyPr/>
          <a:lstStyle/>
          <a:p>
            <a:r>
              <a:rPr lang="en-GB" sz="2000" b="1" dirty="0"/>
              <a:t>Simple Example</a:t>
            </a:r>
          </a:p>
          <a:p>
            <a:r>
              <a:rPr lang="en-GB" sz="2000" dirty="0"/>
              <a:t>A web browser window has many threads:</a:t>
            </a:r>
          </a:p>
          <a:p>
            <a:pPr marL="342900" indent="-342900">
              <a:buFont typeface="Arial" panose="020B0604020202020204" pitchFamily="34" charset="0"/>
              <a:buChar char="•"/>
            </a:pPr>
            <a:r>
              <a:rPr lang="en-GB" sz="2000" dirty="0"/>
              <a:t>One for rendering the page</a:t>
            </a:r>
          </a:p>
          <a:p>
            <a:pPr marL="342900" indent="-342900">
              <a:buFont typeface="Arial" panose="020B0604020202020204" pitchFamily="34" charset="0"/>
              <a:buChar char="•"/>
            </a:pPr>
            <a:r>
              <a:rPr lang="en-GB" sz="2000" dirty="0"/>
              <a:t>One for downloading data</a:t>
            </a:r>
          </a:p>
          <a:p>
            <a:pPr marL="342900" indent="-342900">
              <a:buFont typeface="Arial" panose="020B0604020202020204" pitchFamily="34" charset="0"/>
              <a:buChar char="•"/>
            </a:pPr>
            <a:r>
              <a:rPr lang="en-GB" sz="2000" dirty="0"/>
              <a:t>One for running JavaScript</a:t>
            </a:r>
          </a:p>
          <a:p>
            <a:r>
              <a:rPr lang="en-GB" sz="2000" dirty="0"/>
              <a:t>They share the browser’s memory and files.</a:t>
            </a:r>
          </a:p>
        </p:txBody>
      </p:sp>
    </p:spTree>
    <p:extLst>
      <p:ext uri="{BB962C8B-B14F-4D97-AF65-F5344CB8AC3E}">
        <p14:creationId xmlns:p14="http://schemas.microsoft.com/office/powerpoint/2010/main" val="167924339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0699EC-3AF2-3A6D-62AC-C24E20E498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CE7C33D-FBBE-6721-5C7D-8B823834A066}"/>
              </a:ext>
            </a:extLst>
          </p:cNvPr>
          <p:cNvSpPr>
            <a:spLocks noGrp="1"/>
          </p:cNvSpPr>
          <p:nvPr>
            <p:ph type="title"/>
          </p:nvPr>
        </p:nvSpPr>
        <p:spPr>
          <a:xfrm>
            <a:off x="762000" y="469384"/>
            <a:ext cx="10591800" cy="646332"/>
          </a:xfrm>
        </p:spPr>
        <p:txBody>
          <a:bodyPr/>
          <a:lstStyle/>
          <a:p>
            <a:r>
              <a:rPr lang="en-GB" dirty="0"/>
              <a:t>Introduction to Multithreaded Systems</a:t>
            </a:r>
          </a:p>
        </p:txBody>
      </p:sp>
      <p:sp>
        <p:nvSpPr>
          <p:cNvPr id="11" name="Text Placeholder 10">
            <a:extLst>
              <a:ext uri="{FF2B5EF4-FFF2-40B4-BE49-F238E27FC236}">
                <a16:creationId xmlns:a16="http://schemas.microsoft.com/office/drawing/2014/main" id="{8EA58289-5CD6-ECC4-2467-9CED717836C7}"/>
              </a:ext>
            </a:extLst>
          </p:cNvPr>
          <p:cNvSpPr>
            <a:spLocks noGrp="1"/>
          </p:cNvSpPr>
          <p:nvPr>
            <p:ph type="body" sz="quarter" idx="11"/>
          </p:nvPr>
        </p:nvSpPr>
        <p:spPr>
          <a:xfrm>
            <a:off x="762000" y="1432562"/>
            <a:ext cx="10667999" cy="4444256"/>
          </a:xfrm>
        </p:spPr>
        <p:txBody>
          <a:bodyPr/>
          <a:lstStyle/>
          <a:p>
            <a:pPr marL="285750" indent="-285750" algn="just">
              <a:buFont typeface="Arial" panose="020B0604020202020204" pitchFamily="34" charset="0"/>
              <a:buChar char="•"/>
            </a:pPr>
            <a:r>
              <a:rPr lang="en-GB" sz="2000" dirty="0"/>
              <a:t>Modern operating systems no longer treat a process as a single, indivisible thread of execution. Instead, a process can contain </a:t>
            </a:r>
            <a:r>
              <a:rPr lang="en-GB" sz="2000" b="1" dirty="0"/>
              <a:t>multiple threads</a:t>
            </a:r>
            <a:r>
              <a:rPr lang="en-GB" sz="2000" dirty="0"/>
              <a:t>, each representing an independent flow of control.</a:t>
            </a:r>
          </a:p>
          <a:p>
            <a:pPr marL="285750" indent="-285750" algn="just">
              <a:buFont typeface="Arial" panose="020B0604020202020204" pitchFamily="34" charset="0"/>
              <a:buChar char="•"/>
            </a:pPr>
            <a:r>
              <a:rPr lang="en-GB" sz="2000" dirty="0"/>
              <a:t> This shift has become essential due to the widespread use of </a:t>
            </a:r>
            <a:r>
              <a:rPr lang="en-GB" sz="2000" b="1" dirty="0"/>
              <a:t>multicore processors</a:t>
            </a:r>
            <a:r>
              <a:rPr lang="en-GB" sz="2000" dirty="0"/>
              <a:t>. With multiple CPU cores available, systems can perform multiple operations simultaneously, and threads are the mechanism that allows a single process to exploit this hardware parallelism effectively.</a:t>
            </a:r>
          </a:p>
          <a:p>
            <a:pPr marL="285750" indent="-285750" algn="just">
              <a:buFont typeface="Arial" panose="020B0604020202020204" pitchFamily="34" charset="0"/>
              <a:buChar char="•"/>
            </a:pPr>
            <a:r>
              <a:rPr lang="en-GB" sz="2000" dirty="0"/>
              <a:t>Traditional operating systems assumed every process executed one instruction stream at a time. However, with increasing complexity in applications—such as web browsers, productivity tools, and media processing—applications now need to perform several tasks concurrently. This need expanded the role of threads from a convenience to a fundamental execution structure</a:t>
            </a:r>
          </a:p>
        </p:txBody>
      </p:sp>
    </p:spTree>
    <p:extLst>
      <p:ext uri="{BB962C8B-B14F-4D97-AF65-F5344CB8AC3E}">
        <p14:creationId xmlns:p14="http://schemas.microsoft.com/office/powerpoint/2010/main" val="26616847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5F15B-690B-8C4A-60B3-E2EC3EBE07A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71C23B7-DB61-3E76-DFE8-77CE755EBADF}"/>
              </a:ext>
            </a:extLst>
          </p:cNvPr>
          <p:cNvSpPr>
            <a:spLocks noGrp="1"/>
          </p:cNvSpPr>
          <p:nvPr>
            <p:ph type="title"/>
          </p:nvPr>
        </p:nvSpPr>
        <p:spPr>
          <a:xfrm>
            <a:off x="762000" y="469384"/>
            <a:ext cx="10591800" cy="646332"/>
          </a:xfrm>
        </p:spPr>
        <p:txBody>
          <a:bodyPr/>
          <a:lstStyle/>
          <a:p>
            <a:r>
              <a:rPr lang="en-GB" sz="3600" dirty="0"/>
              <a:t>Single-Threaded vs. Multithreaded Processes</a:t>
            </a:r>
          </a:p>
        </p:txBody>
      </p:sp>
      <p:sp>
        <p:nvSpPr>
          <p:cNvPr id="11" name="Text Placeholder 10">
            <a:extLst>
              <a:ext uri="{FF2B5EF4-FFF2-40B4-BE49-F238E27FC236}">
                <a16:creationId xmlns:a16="http://schemas.microsoft.com/office/drawing/2014/main" id="{0709BF43-1137-2D5E-15F7-3FC834D3AD66}"/>
              </a:ext>
            </a:extLst>
          </p:cNvPr>
          <p:cNvSpPr>
            <a:spLocks noGrp="1"/>
          </p:cNvSpPr>
          <p:nvPr>
            <p:ph type="body" sz="quarter" idx="11"/>
          </p:nvPr>
        </p:nvSpPr>
        <p:spPr>
          <a:xfrm>
            <a:off x="762000" y="1432562"/>
            <a:ext cx="10667999" cy="4444256"/>
          </a:xfrm>
        </p:spPr>
        <p:txBody>
          <a:bodyPr/>
          <a:lstStyle/>
          <a:p>
            <a:r>
              <a:rPr lang="en-GB" sz="2000" dirty="0"/>
              <a:t>In a </a:t>
            </a:r>
            <a:r>
              <a:rPr lang="en-GB" sz="2000" b="1" dirty="0"/>
              <a:t>single-threaded process</a:t>
            </a:r>
            <a:r>
              <a:rPr lang="en-GB" sz="2000" dirty="0"/>
              <a:t>, the program has only one path of execution. If this thread becomes blocked, for example, waiting for user input, the entire process stops.</a:t>
            </a:r>
          </a:p>
          <a:p>
            <a:endParaRPr lang="en-GB" sz="2000" dirty="0"/>
          </a:p>
          <a:p>
            <a:r>
              <a:rPr lang="en-GB" sz="2000" dirty="0"/>
              <a:t>A </a:t>
            </a:r>
            <a:r>
              <a:rPr lang="en-GB" sz="2000" b="1" dirty="0"/>
              <a:t>multithreaded process</a:t>
            </a:r>
            <a:r>
              <a:rPr lang="en-GB" sz="2000" dirty="0"/>
              <a:t>, on the other hand, can have multiple execution flows. This means:</a:t>
            </a:r>
          </a:p>
          <a:p>
            <a:pPr marL="342900" indent="-342900">
              <a:buFont typeface="Arial" panose="020B0604020202020204" pitchFamily="34" charset="0"/>
              <a:buChar char="•"/>
            </a:pPr>
            <a:r>
              <a:rPr lang="en-GB" sz="2000" dirty="0"/>
              <a:t>One thread can wait for input</a:t>
            </a:r>
          </a:p>
          <a:p>
            <a:pPr marL="342900" indent="-342900">
              <a:buFont typeface="Arial" panose="020B0604020202020204" pitchFamily="34" charset="0"/>
              <a:buChar char="•"/>
            </a:pPr>
            <a:r>
              <a:rPr lang="en-GB" sz="2000" dirty="0"/>
              <a:t>Another can perform calculations</a:t>
            </a:r>
          </a:p>
          <a:p>
            <a:pPr marL="342900" indent="-342900">
              <a:buFont typeface="Arial" panose="020B0604020202020204" pitchFamily="34" charset="0"/>
              <a:buChar char="•"/>
            </a:pPr>
            <a:r>
              <a:rPr lang="en-GB" sz="2000" dirty="0"/>
              <a:t>Another can respond to user actions</a:t>
            </a:r>
            <a:br>
              <a:rPr lang="en-GB" sz="2000" dirty="0"/>
            </a:br>
            <a:r>
              <a:rPr lang="en-GB" sz="2000" dirty="0"/>
              <a:t>All at the same time.</a:t>
            </a:r>
          </a:p>
          <a:p>
            <a:r>
              <a:rPr lang="en-GB" sz="2000" dirty="0"/>
              <a:t>This structure makes applications more responsive and efficient.</a:t>
            </a:r>
          </a:p>
        </p:txBody>
      </p:sp>
    </p:spTree>
    <p:extLst>
      <p:ext uri="{BB962C8B-B14F-4D97-AF65-F5344CB8AC3E}">
        <p14:creationId xmlns:p14="http://schemas.microsoft.com/office/powerpoint/2010/main" val="44141319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21082-DE6F-4B60-2D82-4EE61B8A049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21F5721-D935-4680-F094-73437ACA200F}"/>
              </a:ext>
            </a:extLst>
          </p:cNvPr>
          <p:cNvSpPr>
            <a:spLocks noGrp="1"/>
          </p:cNvSpPr>
          <p:nvPr>
            <p:ph type="title"/>
          </p:nvPr>
        </p:nvSpPr>
        <p:spPr>
          <a:xfrm>
            <a:off x="762000" y="469384"/>
            <a:ext cx="10591800" cy="646332"/>
          </a:xfrm>
        </p:spPr>
        <p:txBody>
          <a:bodyPr/>
          <a:lstStyle/>
          <a:p>
            <a:r>
              <a:rPr lang="en-GB" dirty="0"/>
              <a:t>Motivation for Multithreading</a:t>
            </a:r>
          </a:p>
        </p:txBody>
      </p:sp>
      <p:sp>
        <p:nvSpPr>
          <p:cNvPr id="11" name="Text Placeholder 10">
            <a:extLst>
              <a:ext uri="{FF2B5EF4-FFF2-40B4-BE49-F238E27FC236}">
                <a16:creationId xmlns:a16="http://schemas.microsoft.com/office/drawing/2014/main" id="{D8D5450F-36F6-F64F-1CED-07E02FDDE1EF}"/>
              </a:ext>
            </a:extLst>
          </p:cNvPr>
          <p:cNvSpPr>
            <a:spLocks noGrp="1"/>
          </p:cNvSpPr>
          <p:nvPr>
            <p:ph type="body" sz="quarter" idx="11"/>
          </p:nvPr>
        </p:nvSpPr>
        <p:spPr>
          <a:xfrm>
            <a:off x="762000" y="1432562"/>
            <a:ext cx="10667999" cy="4444256"/>
          </a:xfrm>
        </p:spPr>
        <p:txBody>
          <a:bodyPr/>
          <a:lstStyle/>
          <a:p>
            <a:r>
              <a:rPr lang="en-GB" sz="2000" b="1" dirty="0"/>
              <a:t>1 Increasing Use of Multicore Architectures</a:t>
            </a:r>
          </a:p>
          <a:p>
            <a:r>
              <a:rPr lang="en-GB" sz="2000" dirty="0"/>
              <a:t>Modern CPUs contain multiple cores capable of true parallel execution. To benefit from this, software must perform multiple operations at once. Threads allow an application to divide its work into tasks that run concurrently on different cores. Without threading, an application might use only a fraction of the available processing power</a:t>
            </a:r>
          </a:p>
          <a:p>
            <a:endParaRPr lang="en-GB" sz="2000" dirty="0"/>
          </a:p>
          <a:p>
            <a:r>
              <a:rPr lang="en-GB" sz="2000" b="1" dirty="0"/>
              <a:t>2 Improved Application Responsiveness</a:t>
            </a:r>
          </a:p>
          <a:p>
            <a:r>
              <a:rPr lang="en-GB" sz="2000" dirty="0"/>
              <a:t>User interfaces require immediate feedback. If long-running operations were done on the main thread, applications would freeze or become unresponsive. By assigning heavy tasks to background threads, applications remain smooth and interactive.</a:t>
            </a:r>
          </a:p>
          <a:p>
            <a:endParaRPr lang="en-GB" sz="2000" dirty="0"/>
          </a:p>
        </p:txBody>
      </p:sp>
    </p:spTree>
    <p:extLst>
      <p:ext uri="{BB962C8B-B14F-4D97-AF65-F5344CB8AC3E}">
        <p14:creationId xmlns:p14="http://schemas.microsoft.com/office/powerpoint/2010/main" val="304919776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1F379-9328-4C37-6DBF-009ECB1113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5EA6F3B-B3D4-B160-4357-416500BC97B9}"/>
              </a:ext>
            </a:extLst>
          </p:cNvPr>
          <p:cNvSpPr>
            <a:spLocks noGrp="1"/>
          </p:cNvSpPr>
          <p:nvPr>
            <p:ph type="title"/>
          </p:nvPr>
        </p:nvSpPr>
        <p:spPr>
          <a:xfrm>
            <a:off x="762000" y="469384"/>
            <a:ext cx="10591800" cy="646332"/>
          </a:xfrm>
        </p:spPr>
        <p:txBody>
          <a:bodyPr/>
          <a:lstStyle/>
          <a:p>
            <a:r>
              <a:rPr lang="en-GB" dirty="0"/>
              <a:t>Diagrammatic representation </a:t>
            </a:r>
          </a:p>
        </p:txBody>
      </p:sp>
      <p:pic>
        <p:nvPicPr>
          <p:cNvPr id="3" name="Picture 2">
            <a:extLst>
              <a:ext uri="{FF2B5EF4-FFF2-40B4-BE49-F238E27FC236}">
                <a16:creationId xmlns:a16="http://schemas.microsoft.com/office/drawing/2014/main" id="{6248E0C1-1BB4-6D3A-F405-BA21EDED7624}"/>
              </a:ext>
            </a:extLst>
          </p:cNvPr>
          <p:cNvPicPr>
            <a:picLocks noChangeAspect="1"/>
          </p:cNvPicPr>
          <p:nvPr/>
        </p:nvPicPr>
        <p:blipFill>
          <a:blip r:embed="rId3"/>
          <a:stretch>
            <a:fillRect/>
          </a:stretch>
        </p:blipFill>
        <p:spPr>
          <a:xfrm>
            <a:off x="2013351" y="1573228"/>
            <a:ext cx="7416704" cy="4162924"/>
          </a:xfrm>
          <a:prstGeom prst="rect">
            <a:avLst/>
          </a:prstGeom>
        </p:spPr>
      </p:pic>
    </p:spTree>
    <p:extLst>
      <p:ext uri="{BB962C8B-B14F-4D97-AF65-F5344CB8AC3E}">
        <p14:creationId xmlns:p14="http://schemas.microsoft.com/office/powerpoint/2010/main" val="158654981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57939-5F1C-1506-0DA4-90F001565ED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BB27276-7013-1811-DBD6-A0A4FBEAA986}"/>
              </a:ext>
            </a:extLst>
          </p:cNvPr>
          <p:cNvSpPr>
            <a:spLocks noGrp="1"/>
          </p:cNvSpPr>
          <p:nvPr>
            <p:ph type="title"/>
          </p:nvPr>
        </p:nvSpPr>
        <p:spPr>
          <a:xfrm>
            <a:off x="762000" y="469384"/>
            <a:ext cx="10591800" cy="646332"/>
          </a:xfrm>
        </p:spPr>
        <p:txBody>
          <a:bodyPr/>
          <a:lstStyle/>
          <a:p>
            <a:r>
              <a:rPr lang="en-GB" sz="3200" dirty="0"/>
              <a:t>Real-World Examples of Multithreaded Applications</a:t>
            </a:r>
          </a:p>
        </p:txBody>
      </p:sp>
      <p:sp>
        <p:nvSpPr>
          <p:cNvPr id="11" name="Text Placeholder 10">
            <a:extLst>
              <a:ext uri="{FF2B5EF4-FFF2-40B4-BE49-F238E27FC236}">
                <a16:creationId xmlns:a16="http://schemas.microsoft.com/office/drawing/2014/main" id="{74C2396A-99F3-87CD-1D8E-93C0CD1BCC07}"/>
              </a:ext>
            </a:extLst>
          </p:cNvPr>
          <p:cNvSpPr>
            <a:spLocks noGrp="1"/>
          </p:cNvSpPr>
          <p:nvPr>
            <p:ph type="body" sz="quarter" idx="11"/>
          </p:nvPr>
        </p:nvSpPr>
        <p:spPr>
          <a:xfrm>
            <a:off x="762000" y="1432562"/>
            <a:ext cx="10667999" cy="4444256"/>
          </a:xfrm>
        </p:spPr>
        <p:txBody>
          <a:bodyPr/>
          <a:lstStyle/>
          <a:p>
            <a:r>
              <a:rPr lang="en-GB" sz="2000" b="1" dirty="0"/>
              <a:t>Example 1: Web Browser</a:t>
            </a:r>
          </a:p>
          <a:p>
            <a:r>
              <a:rPr lang="en-GB" sz="2000" dirty="0"/>
              <a:t>A modern web browser performs many tasks simultaneously, such as:</a:t>
            </a:r>
          </a:p>
          <a:p>
            <a:pPr marL="342900" indent="-342900">
              <a:buFont typeface="Arial" panose="020B0604020202020204" pitchFamily="34" charset="0"/>
              <a:buChar char="•"/>
            </a:pPr>
            <a:r>
              <a:rPr lang="en-GB" sz="2000" dirty="0"/>
              <a:t>Rendering text and images</a:t>
            </a:r>
          </a:p>
          <a:p>
            <a:pPr marL="342900" indent="-342900">
              <a:buFont typeface="Arial" panose="020B0604020202020204" pitchFamily="34" charset="0"/>
              <a:buChar char="•"/>
            </a:pPr>
            <a:r>
              <a:rPr lang="en-GB" sz="2000" dirty="0"/>
              <a:t>Downloading web content</a:t>
            </a:r>
          </a:p>
          <a:p>
            <a:pPr marL="342900" indent="-342900">
              <a:buFont typeface="Arial" panose="020B0604020202020204" pitchFamily="34" charset="0"/>
              <a:buChar char="•"/>
            </a:pPr>
            <a:r>
              <a:rPr lang="en-GB" sz="2000" dirty="0"/>
              <a:t>Running JavaScript</a:t>
            </a:r>
          </a:p>
          <a:p>
            <a:pPr marL="342900" indent="-342900">
              <a:buFont typeface="Arial" panose="020B0604020202020204" pitchFamily="34" charset="0"/>
              <a:buChar char="•"/>
            </a:pPr>
            <a:r>
              <a:rPr lang="en-GB" sz="2000" dirty="0"/>
              <a:t>Managing multiple open tabs</a:t>
            </a:r>
          </a:p>
          <a:p>
            <a:r>
              <a:rPr lang="en-GB" sz="2000" dirty="0"/>
              <a:t>Each of these tasks can run in separate threads so that a delay in one (such as downloading large files) does not freeze the entire browser.</a:t>
            </a:r>
          </a:p>
        </p:txBody>
      </p:sp>
    </p:spTree>
    <p:extLst>
      <p:ext uri="{BB962C8B-B14F-4D97-AF65-F5344CB8AC3E}">
        <p14:creationId xmlns:p14="http://schemas.microsoft.com/office/powerpoint/2010/main" val="394728909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C040C-CF52-B1FB-2492-6EC869B5F97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3DC1281-3B06-3E24-9FC9-43C8BA5248FD}"/>
              </a:ext>
            </a:extLst>
          </p:cNvPr>
          <p:cNvSpPr>
            <a:spLocks noGrp="1"/>
          </p:cNvSpPr>
          <p:nvPr>
            <p:ph type="title"/>
          </p:nvPr>
        </p:nvSpPr>
        <p:spPr>
          <a:xfrm>
            <a:off x="762000" y="469384"/>
            <a:ext cx="10591800" cy="646332"/>
          </a:xfrm>
        </p:spPr>
        <p:txBody>
          <a:bodyPr/>
          <a:lstStyle/>
          <a:p>
            <a:r>
              <a:rPr lang="en-GB" sz="3200" dirty="0"/>
              <a:t>Real-World Examples of Multithreaded Applications</a:t>
            </a:r>
          </a:p>
        </p:txBody>
      </p:sp>
      <p:sp>
        <p:nvSpPr>
          <p:cNvPr id="11" name="Text Placeholder 10">
            <a:extLst>
              <a:ext uri="{FF2B5EF4-FFF2-40B4-BE49-F238E27FC236}">
                <a16:creationId xmlns:a16="http://schemas.microsoft.com/office/drawing/2014/main" id="{414BE0D9-8938-D681-F70A-DE5A2EE099F2}"/>
              </a:ext>
            </a:extLst>
          </p:cNvPr>
          <p:cNvSpPr>
            <a:spLocks noGrp="1"/>
          </p:cNvSpPr>
          <p:nvPr>
            <p:ph type="body" sz="quarter" idx="11"/>
          </p:nvPr>
        </p:nvSpPr>
        <p:spPr>
          <a:xfrm>
            <a:off x="762000" y="1432562"/>
            <a:ext cx="10667999" cy="4444256"/>
          </a:xfrm>
        </p:spPr>
        <p:txBody>
          <a:bodyPr/>
          <a:lstStyle/>
          <a:p>
            <a:r>
              <a:rPr lang="en-GB" sz="2000" b="1" dirty="0"/>
              <a:t>Example 3: Word Processor</a:t>
            </a:r>
          </a:p>
          <a:p>
            <a:r>
              <a:rPr lang="en-GB" sz="2000" dirty="0"/>
              <a:t>A word processor must look simple, yet internally it handles many tasks:</a:t>
            </a:r>
          </a:p>
          <a:p>
            <a:pPr marL="342900" indent="-342900">
              <a:buFont typeface="Arial" panose="020B0604020202020204" pitchFamily="34" charset="0"/>
              <a:buChar char="•"/>
            </a:pPr>
            <a:r>
              <a:rPr lang="en-GB" sz="2000" dirty="0"/>
              <a:t>One thread manages </a:t>
            </a:r>
            <a:r>
              <a:rPr lang="en-GB" sz="2000" b="1" dirty="0"/>
              <a:t>user input</a:t>
            </a:r>
            <a:r>
              <a:rPr lang="en-GB" sz="2000" dirty="0"/>
              <a:t> (keyboard and mouse)</a:t>
            </a:r>
          </a:p>
          <a:p>
            <a:pPr marL="342900" indent="-342900">
              <a:buFont typeface="Arial" panose="020B0604020202020204" pitchFamily="34" charset="0"/>
              <a:buChar char="•"/>
            </a:pPr>
            <a:r>
              <a:rPr lang="en-GB" sz="2000" dirty="0"/>
              <a:t>Another thread handles </a:t>
            </a:r>
            <a:r>
              <a:rPr lang="en-GB" sz="2000" b="1" dirty="0"/>
              <a:t>spell-checking</a:t>
            </a:r>
            <a:r>
              <a:rPr lang="en-GB" sz="2000" dirty="0"/>
              <a:t> in the background</a:t>
            </a:r>
          </a:p>
          <a:p>
            <a:pPr marL="342900" indent="-342900">
              <a:buFont typeface="Arial" panose="020B0604020202020204" pitchFamily="34" charset="0"/>
              <a:buChar char="•"/>
            </a:pPr>
            <a:r>
              <a:rPr lang="en-GB" sz="2000" dirty="0"/>
              <a:t>A third thread updates </a:t>
            </a:r>
            <a:r>
              <a:rPr lang="en-GB" sz="2000" b="1" dirty="0"/>
              <a:t>document layout and graphics</a:t>
            </a:r>
            <a:endParaRPr lang="en-GB" sz="2000" dirty="0"/>
          </a:p>
          <a:p>
            <a:pPr marL="342900" indent="-342900">
              <a:buFont typeface="Arial" panose="020B0604020202020204" pitchFamily="34" charset="0"/>
              <a:buChar char="•"/>
            </a:pPr>
            <a:r>
              <a:rPr lang="en-GB" sz="2000" dirty="0"/>
              <a:t>Additional threads may monitor </a:t>
            </a:r>
            <a:r>
              <a:rPr lang="en-GB" sz="2000" b="1" dirty="0"/>
              <a:t>autosave</a:t>
            </a:r>
            <a:r>
              <a:rPr lang="en-GB" sz="2000" dirty="0"/>
              <a:t> or </a:t>
            </a:r>
            <a:r>
              <a:rPr lang="en-GB" sz="2000" b="1" dirty="0"/>
              <a:t>file synchronization</a:t>
            </a:r>
            <a:endParaRPr lang="en-GB" sz="2000" dirty="0"/>
          </a:p>
          <a:p>
            <a:r>
              <a:rPr lang="en-GB" sz="2000" dirty="0"/>
              <a:t>This design keeps the application responsive even when processing large documents.</a:t>
            </a:r>
          </a:p>
        </p:txBody>
      </p:sp>
    </p:spTree>
    <p:extLst>
      <p:ext uri="{BB962C8B-B14F-4D97-AF65-F5344CB8AC3E}">
        <p14:creationId xmlns:p14="http://schemas.microsoft.com/office/powerpoint/2010/main" val="54243406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8118CB-53E3-B253-6238-FF2F14C4AF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6A13DC-7A3C-E563-2F20-16EB971744F2}"/>
              </a:ext>
            </a:extLst>
          </p:cNvPr>
          <p:cNvSpPr>
            <a:spLocks noGrp="1"/>
          </p:cNvSpPr>
          <p:nvPr>
            <p:ph type="title"/>
          </p:nvPr>
        </p:nvSpPr>
        <p:spPr>
          <a:xfrm>
            <a:off x="762000" y="469384"/>
            <a:ext cx="10591800" cy="646332"/>
          </a:xfrm>
        </p:spPr>
        <p:txBody>
          <a:bodyPr/>
          <a:lstStyle/>
          <a:p>
            <a:r>
              <a:rPr lang="en-GB" sz="3200" dirty="0"/>
              <a:t>Benefits of Multithreading</a:t>
            </a:r>
          </a:p>
        </p:txBody>
      </p:sp>
      <p:sp>
        <p:nvSpPr>
          <p:cNvPr id="11" name="Text Placeholder 10">
            <a:extLst>
              <a:ext uri="{FF2B5EF4-FFF2-40B4-BE49-F238E27FC236}">
                <a16:creationId xmlns:a16="http://schemas.microsoft.com/office/drawing/2014/main" id="{5DBD5AE3-2676-6ACE-3DD7-FAA404220CB9}"/>
              </a:ext>
            </a:extLst>
          </p:cNvPr>
          <p:cNvSpPr>
            <a:spLocks noGrp="1"/>
          </p:cNvSpPr>
          <p:nvPr>
            <p:ph type="body" sz="quarter" idx="11"/>
          </p:nvPr>
        </p:nvSpPr>
        <p:spPr>
          <a:xfrm>
            <a:off x="762000" y="1413667"/>
            <a:ext cx="10667999" cy="4444256"/>
          </a:xfrm>
        </p:spPr>
        <p:txBody>
          <a:bodyPr/>
          <a:lstStyle/>
          <a:p>
            <a:r>
              <a:rPr lang="en-GB" b="1" dirty="0"/>
              <a:t>1. Responsiveness</a:t>
            </a:r>
          </a:p>
          <a:p>
            <a:r>
              <a:rPr lang="en-GB" dirty="0"/>
              <a:t>Applications remain usable even when performing long operations because other threads continue running.</a:t>
            </a:r>
          </a:p>
          <a:p>
            <a:r>
              <a:rPr lang="en-GB" b="1" dirty="0"/>
              <a:t>2. Resource Sharing</a:t>
            </a:r>
          </a:p>
          <a:p>
            <a:r>
              <a:rPr lang="en-GB" dirty="0"/>
              <a:t>Threads share code and data within the same process. This reduces memory use and improves efficiency compared to running multiple processes.</a:t>
            </a:r>
          </a:p>
          <a:p>
            <a:r>
              <a:rPr lang="en-GB" b="1" dirty="0"/>
              <a:t>3. Economical</a:t>
            </a:r>
          </a:p>
          <a:p>
            <a:r>
              <a:rPr lang="en-GB" dirty="0"/>
              <a:t>Creating and switching between threads uses far fewer resources than doing the same with full processes.</a:t>
            </a:r>
          </a:p>
          <a:p>
            <a:r>
              <a:rPr lang="en-GB" b="1" dirty="0"/>
              <a:t>4. Scalability</a:t>
            </a:r>
          </a:p>
          <a:p>
            <a:r>
              <a:rPr lang="en-GB" dirty="0"/>
              <a:t>Threads allow programs to take advantage of multicore CPUs by distributing work across cores.</a:t>
            </a:r>
            <a:br>
              <a:rPr lang="en-GB" dirty="0"/>
            </a:br>
            <a:r>
              <a:rPr lang="en-GB" dirty="0"/>
              <a:t>For example, a CPU with 8 cores can run 8 computation threads in parallel, leading to significant speed improvements.</a:t>
            </a:r>
          </a:p>
          <a:p>
            <a:endParaRPr lang="en-GB" dirty="0"/>
          </a:p>
        </p:txBody>
      </p:sp>
    </p:spTree>
    <p:extLst>
      <p:ext uri="{BB962C8B-B14F-4D97-AF65-F5344CB8AC3E}">
        <p14:creationId xmlns:p14="http://schemas.microsoft.com/office/powerpoint/2010/main" val="315393427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4BE62-86A4-E2BC-A74D-D68585AAB03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FC8913-2156-D191-3225-9154D27310B2}"/>
              </a:ext>
            </a:extLst>
          </p:cNvPr>
          <p:cNvSpPr>
            <a:spLocks noGrp="1"/>
          </p:cNvSpPr>
          <p:nvPr>
            <p:ph type="title"/>
          </p:nvPr>
        </p:nvSpPr>
        <p:spPr>
          <a:xfrm>
            <a:off x="762000" y="469384"/>
            <a:ext cx="10591800" cy="646332"/>
          </a:xfrm>
        </p:spPr>
        <p:txBody>
          <a:bodyPr/>
          <a:lstStyle/>
          <a:p>
            <a:r>
              <a:rPr lang="en-GB" sz="3200" dirty="0"/>
              <a:t>Challenges of Multithreading</a:t>
            </a:r>
          </a:p>
        </p:txBody>
      </p:sp>
      <p:sp>
        <p:nvSpPr>
          <p:cNvPr id="11" name="Text Placeholder 10">
            <a:extLst>
              <a:ext uri="{FF2B5EF4-FFF2-40B4-BE49-F238E27FC236}">
                <a16:creationId xmlns:a16="http://schemas.microsoft.com/office/drawing/2014/main" id="{06EB838D-1948-7452-E618-F30415512E84}"/>
              </a:ext>
            </a:extLst>
          </p:cNvPr>
          <p:cNvSpPr>
            <a:spLocks noGrp="1"/>
          </p:cNvSpPr>
          <p:nvPr>
            <p:ph type="body" sz="quarter" idx="11"/>
          </p:nvPr>
        </p:nvSpPr>
        <p:spPr>
          <a:xfrm>
            <a:off x="762000" y="1413667"/>
            <a:ext cx="10667999" cy="4444256"/>
          </a:xfrm>
        </p:spPr>
        <p:txBody>
          <a:bodyPr/>
          <a:lstStyle/>
          <a:p>
            <a:r>
              <a:rPr lang="en-GB" sz="2000" dirty="0"/>
              <a:t>While multithreading offers many advantages, it also introduces complexity:</a:t>
            </a:r>
          </a:p>
          <a:p>
            <a:r>
              <a:rPr lang="en-GB" sz="2000" b="1" dirty="0"/>
              <a:t>1. Synchronization Problems</a:t>
            </a:r>
          </a:p>
          <a:p>
            <a:r>
              <a:rPr lang="en-GB" sz="2000" dirty="0"/>
              <a:t>Because multiple threads share the same memory, they can accidentally interfere with each other. For example:</a:t>
            </a:r>
          </a:p>
          <a:p>
            <a:r>
              <a:rPr lang="en-GB" sz="2000" dirty="0"/>
              <a:t>Two threads updating the same variable can cause inconsistent results.</a:t>
            </a:r>
          </a:p>
          <a:p>
            <a:r>
              <a:rPr lang="en-GB" sz="2000" dirty="0"/>
              <a:t>Race conditions occur when the output depends on unpredictable ordering of thread execution.</a:t>
            </a:r>
          </a:p>
          <a:p>
            <a:r>
              <a:rPr lang="en-GB" sz="2000" b="1" dirty="0"/>
              <a:t>2. Difficult Debugging</a:t>
            </a:r>
          </a:p>
          <a:p>
            <a:r>
              <a:rPr lang="en-GB" sz="2000" dirty="0"/>
              <a:t>A bug that depends on thread timing may be hard to reproduce, making multithreaded applications more complex to test and debug.</a:t>
            </a:r>
          </a:p>
          <a:p>
            <a:endParaRPr lang="en-GB" sz="2000" dirty="0"/>
          </a:p>
        </p:txBody>
      </p:sp>
    </p:spTree>
    <p:extLst>
      <p:ext uri="{BB962C8B-B14F-4D97-AF65-F5344CB8AC3E}">
        <p14:creationId xmlns:p14="http://schemas.microsoft.com/office/powerpoint/2010/main" val="13623509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0E775-45D0-8225-2DA0-6838EB71823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1F920EB-C55D-BD00-6022-EB4E59F60109}"/>
              </a:ext>
            </a:extLst>
          </p:cNvPr>
          <p:cNvSpPr>
            <a:spLocks noGrp="1"/>
          </p:cNvSpPr>
          <p:nvPr>
            <p:ph type="title"/>
          </p:nvPr>
        </p:nvSpPr>
        <p:spPr>
          <a:xfrm>
            <a:off x="762000" y="469384"/>
            <a:ext cx="10591800" cy="646332"/>
          </a:xfrm>
        </p:spPr>
        <p:txBody>
          <a:bodyPr/>
          <a:lstStyle/>
          <a:p>
            <a:r>
              <a:rPr lang="en-GB" sz="3200" dirty="0"/>
              <a:t>Challenges of Multithreading</a:t>
            </a:r>
          </a:p>
        </p:txBody>
      </p:sp>
      <p:sp>
        <p:nvSpPr>
          <p:cNvPr id="11" name="Text Placeholder 10">
            <a:extLst>
              <a:ext uri="{FF2B5EF4-FFF2-40B4-BE49-F238E27FC236}">
                <a16:creationId xmlns:a16="http://schemas.microsoft.com/office/drawing/2014/main" id="{A70996B6-1330-6A1B-4ADB-CB8F3FEDEC40}"/>
              </a:ext>
            </a:extLst>
          </p:cNvPr>
          <p:cNvSpPr>
            <a:spLocks noGrp="1"/>
          </p:cNvSpPr>
          <p:nvPr>
            <p:ph type="body" sz="quarter" idx="11"/>
          </p:nvPr>
        </p:nvSpPr>
        <p:spPr>
          <a:xfrm>
            <a:off x="762000" y="1413667"/>
            <a:ext cx="10667999" cy="4444256"/>
          </a:xfrm>
        </p:spPr>
        <p:txBody>
          <a:bodyPr/>
          <a:lstStyle/>
          <a:p>
            <a:r>
              <a:rPr lang="en-GB" sz="2000" b="1" dirty="0"/>
              <a:t>3. Deadlocks</a:t>
            </a:r>
          </a:p>
          <a:p>
            <a:r>
              <a:rPr lang="en-GB" sz="2000" dirty="0"/>
              <a:t>Two or more threads may wait forever for each other’s resources, causing the entire program to stall.</a:t>
            </a:r>
          </a:p>
          <a:p>
            <a:r>
              <a:rPr lang="en-GB" sz="2000" b="1" dirty="0"/>
              <a:t>4. Context Switching Overhead</a:t>
            </a:r>
          </a:p>
          <a:p>
            <a:r>
              <a:rPr lang="en-GB" sz="2000" dirty="0"/>
              <a:t>Although lighter than processes, switching between threads still has cost.</a:t>
            </a:r>
          </a:p>
        </p:txBody>
      </p:sp>
    </p:spTree>
    <p:extLst>
      <p:ext uri="{BB962C8B-B14F-4D97-AF65-F5344CB8AC3E}">
        <p14:creationId xmlns:p14="http://schemas.microsoft.com/office/powerpoint/2010/main" val="62542524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BE4D0-D61A-B37C-59F6-397A3E0B906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D1CEAA8-DF1E-C9B0-A7A7-D345CB07343F}"/>
              </a:ext>
            </a:extLst>
          </p:cNvPr>
          <p:cNvSpPr>
            <a:spLocks noGrp="1"/>
          </p:cNvSpPr>
          <p:nvPr>
            <p:ph type="title"/>
          </p:nvPr>
        </p:nvSpPr>
        <p:spPr>
          <a:xfrm>
            <a:off x="762000" y="469384"/>
            <a:ext cx="10591800" cy="646332"/>
          </a:xfrm>
        </p:spPr>
        <p:txBody>
          <a:bodyPr/>
          <a:lstStyle/>
          <a:p>
            <a:r>
              <a:rPr lang="en-GB" sz="3200" dirty="0"/>
              <a:t>Multicore Programming</a:t>
            </a:r>
          </a:p>
        </p:txBody>
      </p:sp>
      <p:sp>
        <p:nvSpPr>
          <p:cNvPr id="11" name="Text Placeholder 10">
            <a:extLst>
              <a:ext uri="{FF2B5EF4-FFF2-40B4-BE49-F238E27FC236}">
                <a16:creationId xmlns:a16="http://schemas.microsoft.com/office/drawing/2014/main" id="{F892A891-32D0-4EFF-F634-0D53445600BD}"/>
              </a:ext>
            </a:extLst>
          </p:cNvPr>
          <p:cNvSpPr>
            <a:spLocks noGrp="1"/>
          </p:cNvSpPr>
          <p:nvPr>
            <p:ph type="body" sz="quarter" idx="11"/>
          </p:nvPr>
        </p:nvSpPr>
        <p:spPr>
          <a:xfrm>
            <a:off x="762000" y="1115716"/>
            <a:ext cx="10667999" cy="4444256"/>
          </a:xfrm>
        </p:spPr>
        <p:txBody>
          <a:bodyPr/>
          <a:lstStyle/>
          <a:p>
            <a:pPr marL="342900" indent="-342900" algn="just">
              <a:buFont typeface="Arial" panose="020B0604020202020204" pitchFamily="34" charset="0"/>
              <a:buChar char="•"/>
            </a:pPr>
            <a:r>
              <a:rPr lang="en-GB" sz="2000" dirty="0"/>
              <a:t>A multicore processor contains two or more independent processing units called </a:t>
            </a:r>
            <a:r>
              <a:rPr lang="en-GB" sz="2000" b="1" dirty="0"/>
              <a:t>cores</a:t>
            </a:r>
            <a:r>
              <a:rPr lang="en-GB" sz="2000" dirty="0"/>
              <a:t>, each capable of executing its own thread. To the operating system, each core behaves like a separate CPU. Because of this design, multicore processors allow true parallel execution—multiple operations happening at the same time.</a:t>
            </a:r>
          </a:p>
          <a:p>
            <a:pPr marL="342900" indent="-342900" algn="just">
              <a:buFont typeface="Arial" panose="020B0604020202020204" pitchFamily="34" charset="0"/>
              <a:buChar char="•"/>
            </a:pPr>
            <a:endParaRPr lang="en-GB" sz="2000" dirty="0"/>
          </a:p>
          <a:p>
            <a:pPr marL="342900" indent="-342900" algn="just">
              <a:buFont typeface="Arial" panose="020B0604020202020204" pitchFamily="34" charset="0"/>
              <a:buChar char="•"/>
            </a:pPr>
            <a:r>
              <a:rPr lang="en-GB" sz="2000" dirty="0"/>
              <a:t>To take full advantage of multicore systems, software must be designed to perform </a:t>
            </a:r>
            <a:r>
              <a:rPr lang="en-GB" sz="2000" b="1" dirty="0"/>
              <a:t>multiple tasks concurrently</a:t>
            </a:r>
            <a:r>
              <a:rPr lang="en-GB" sz="2000" dirty="0"/>
              <a:t>, and this is achieved using </a:t>
            </a:r>
            <a:r>
              <a:rPr lang="en-GB" sz="2000" b="1" dirty="0"/>
              <a:t>multithreaded programming</a:t>
            </a:r>
            <a:r>
              <a:rPr lang="en-GB" sz="2000" dirty="0"/>
              <a:t>. A single-threaded program wastes the potential of multicore hardware because only one core can execute its instructions at a time. A multithreaded program, by contrast, can distribute work across several cores and finish tasks significantly faster.</a:t>
            </a:r>
          </a:p>
        </p:txBody>
      </p:sp>
    </p:spTree>
    <p:extLst>
      <p:ext uri="{BB962C8B-B14F-4D97-AF65-F5344CB8AC3E}">
        <p14:creationId xmlns:p14="http://schemas.microsoft.com/office/powerpoint/2010/main" val="406478085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58049-ACDC-442B-59F0-3EAEE66F40E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A8A3D47-384A-AE28-78E8-B8A62D56DC37}"/>
              </a:ext>
            </a:extLst>
          </p:cNvPr>
          <p:cNvSpPr>
            <a:spLocks noGrp="1"/>
          </p:cNvSpPr>
          <p:nvPr>
            <p:ph type="title"/>
          </p:nvPr>
        </p:nvSpPr>
        <p:spPr>
          <a:xfrm>
            <a:off x="762000" y="469384"/>
            <a:ext cx="10591800" cy="646332"/>
          </a:xfrm>
        </p:spPr>
        <p:txBody>
          <a:bodyPr/>
          <a:lstStyle/>
          <a:p>
            <a:r>
              <a:rPr lang="en-GB" sz="3200" dirty="0"/>
              <a:t>Concurrency vs Parallelism</a:t>
            </a:r>
          </a:p>
        </p:txBody>
      </p:sp>
      <p:sp>
        <p:nvSpPr>
          <p:cNvPr id="11" name="Text Placeholder 10">
            <a:extLst>
              <a:ext uri="{FF2B5EF4-FFF2-40B4-BE49-F238E27FC236}">
                <a16:creationId xmlns:a16="http://schemas.microsoft.com/office/drawing/2014/main" id="{15E1055E-B7EA-8CC6-A296-D5D0AD1BEE27}"/>
              </a:ext>
            </a:extLst>
          </p:cNvPr>
          <p:cNvSpPr>
            <a:spLocks noGrp="1"/>
          </p:cNvSpPr>
          <p:nvPr>
            <p:ph type="body" sz="quarter" idx="11"/>
          </p:nvPr>
        </p:nvSpPr>
        <p:spPr>
          <a:xfrm>
            <a:off x="762000" y="1115716"/>
            <a:ext cx="10667999" cy="4444256"/>
          </a:xfrm>
        </p:spPr>
        <p:txBody>
          <a:bodyPr/>
          <a:lstStyle/>
          <a:p>
            <a:pPr algn="just"/>
            <a:r>
              <a:rPr lang="en-GB" sz="2000" dirty="0"/>
              <a:t>A crucial distinction for us to understand is the difference between </a:t>
            </a:r>
            <a:r>
              <a:rPr lang="en-GB" sz="2000" b="1" dirty="0"/>
              <a:t>concurrency</a:t>
            </a:r>
            <a:r>
              <a:rPr lang="en-GB" sz="2000" dirty="0"/>
              <a:t> and </a:t>
            </a:r>
            <a:r>
              <a:rPr lang="en-GB" sz="2000" b="1" dirty="0"/>
              <a:t>parallelism</a:t>
            </a:r>
            <a:r>
              <a:rPr lang="en-GB" sz="2000" dirty="0"/>
              <a:t>, because the two concepts are related but not identical.</a:t>
            </a:r>
          </a:p>
          <a:p>
            <a:endParaRPr lang="en-GB" sz="2000" b="1" dirty="0"/>
          </a:p>
          <a:p>
            <a:r>
              <a:rPr lang="en-GB" sz="2000" b="1" dirty="0"/>
              <a:t>Concurrency</a:t>
            </a:r>
          </a:p>
          <a:p>
            <a:r>
              <a:rPr lang="en-GB" sz="2000" dirty="0"/>
              <a:t>A system is concurrent if </a:t>
            </a:r>
            <a:r>
              <a:rPr lang="en-GB" sz="2000" i="1" dirty="0"/>
              <a:t>more than one task can make progress</a:t>
            </a:r>
            <a:r>
              <a:rPr lang="en-GB" sz="2000" dirty="0"/>
              <a:t>, even if not at exactly the same time.</a:t>
            </a:r>
            <a:br>
              <a:rPr lang="en-GB" sz="2000" dirty="0"/>
            </a:br>
            <a:r>
              <a:rPr lang="en-GB" sz="2000" dirty="0"/>
              <a:t>On a </a:t>
            </a:r>
            <a:r>
              <a:rPr lang="en-GB" sz="2000" b="1" dirty="0"/>
              <a:t>single-core</a:t>
            </a:r>
            <a:r>
              <a:rPr lang="en-GB" sz="2000" dirty="0"/>
              <a:t> CPU, the processor runs only one thread at a time, but switches rapidly between threads.</a:t>
            </a:r>
            <a:br>
              <a:rPr lang="en-GB" sz="2000" dirty="0"/>
            </a:br>
            <a:r>
              <a:rPr lang="en-GB" sz="2000" dirty="0"/>
              <a:t>To the user, it appears as though tasks are progressing together, even though they are not literally running simultaneously.</a:t>
            </a:r>
          </a:p>
          <a:p>
            <a:pPr algn="just"/>
            <a:endParaRPr lang="en-GB" sz="2000" dirty="0"/>
          </a:p>
        </p:txBody>
      </p:sp>
    </p:spTree>
    <p:extLst>
      <p:ext uri="{BB962C8B-B14F-4D97-AF65-F5344CB8AC3E}">
        <p14:creationId xmlns:p14="http://schemas.microsoft.com/office/powerpoint/2010/main" val="13723310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01B9F-F0EA-8A6B-8773-89468B63D85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30ECFA8-7063-CC65-B220-8F984157926C}"/>
              </a:ext>
            </a:extLst>
          </p:cNvPr>
          <p:cNvSpPr>
            <a:spLocks noGrp="1"/>
          </p:cNvSpPr>
          <p:nvPr>
            <p:ph type="title"/>
          </p:nvPr>
        </p:nvSpPr>
        <p:spPr>
          <a:xfrm>
            <a:off x="762000" y="469384"/>
            <a:ext cx="10591800" cy="646332"/>
          </a:xfrm>
        </p:spPr>
        <p:txBody>
          <a:bodyPr/>
          <a:lstStyle/>
          <a:p>
            <a:r>
              <a:rPr lang="en-GB" sz="3200" dirty="0"/>
              <a:t>Concurrency vs Parallelism</a:t>
            </a:r>
          </a:p>
        </p:txBody>
      </p:sp>
      <p:sp>
        <p:nvSpPr>
          <p:cNvPr id="11" name="Text Placeholder 10">
            <a:extLst>
              <a:ext uri="{FF2B5EF4-FFF2-40B4-BE49-F238E27FC236}">
                <a16:creationId xmlns:a16="http://schemas.microsoft.com/office/drawing/2014/main" id="{A0506FB7-4FE2-A142-0FD0-4ED7F2A94D0E}"/>
              </a:ext>
            </a:extLst>
          </p:cNvPr>
          <p:cNvSpPr>
            <a:spLocks noGrp="1"/>
          </p:cNvSpPr>
          <p:nvPr>
            <p:ph type="body" sz="quarter" idx="11"/>
          </p:nvPr>
        </p:nvSpPr>
        <p:spPr>
          <a:xfrm>
            <a:off x="762000" y="1115716"/>
            <a:ext cx="10667999" cy="4444256"/>
          </a:xfrm>
        </p:spPr>
        <p:txBody>
          <a:bodyPr/>
          <a:lstStyle/>
          <a:p>
            <a:r>
              <a:rPr lang="en-GB" sz="2000" b="1" dirty="0"/>
              <a:t>Example:</a:t>
            </a:r>
            <a:br>
              <a:rPr lang="en-GB" sz="2000" dirty="0"/>
            </a:br>
            <a:r>
              <a:rPr lang="en-GB" sz="2000" dirty="0"/>
              <a:t>On a single-core laptop, you may type in a document while music plays. The CPU switches very quickly between:</a:t>
            </a:r>
          </a:p>
          <a:p>
            <a:pPr marL="342900" indent="-342900">
              <a:buFont typeface="Arial" panose="020B0604020202020204" pitchFamily="34" charset="0"/>
              <a:buChar char="•"/>
            </a:pPr>
            <a:r>
              <a:rPr lang="en-GB" sz="2000" dirty="0"/>
              <a:t>Handling keyboard input</a:t>
            </a:r>
          </a:p>
          <a:p>
            <a:pPr marL="342900" indent="-342900">
              <a:buFont typeface="Arial" panose="020B0604020202020204" pitchFamily="34" charset="0"/>
              <a:buChar char="•"/>
            </a:pPr>
            <a:r>
              <a:rPr lang="en-GB" sz="2000" dirty="0"/>
              <a:t>Decoding audio</a:t>
            </a:r>
          </a:p>
          <a:p>
            <a:pPr marL="342900" indent="-342900">
              <a:buFont typeface="Arial" panose="020B0604020202020204" pitchFamily="34" charset="0"/>
              <a:buChar char="•"/>
            </a:pPr>
            <a:r>
              <a:rPr lang="en-GB" sz="2000" dirty="0"/>
              <a:t>Updating the screen</a:t>
            </a:r>
          </a:p>
          <a:p>
            <a:r>
              <a:rPr lang="en-GB" sz="2000" dirty="0"/>
              <a:t>This rapid switching creates the </a:t>
            </a:r>
            <a:r>
              <a:rPr lang="en-GB" sz="2000" i="1" dirty="0"/>
              <a:t>illusion</a:t>
            </a:r>
            <a:r>
              <a:rPr lang="en-GB" sz="2000" dirty="0"/>
              <a:t> of many tasks running at once</a:t>
            </a:r>
          </a:p>
        </p:txBody>
      </p:sp>
      <p:pic>
        <p:nvPicPr>
          <p:cNvPr id="3" name="Picture 2">
            <a:extLst>
              <a:ext uri="{FF2B5EF4-FFF2-40B4-BE49-F238E27FC236}">
                <a16:creationId xmlns:a16="http://schemas.microsoft.com/office/drawing/2014/main" id="{1B4F7767-2C46-1667-2C79-A4E4C16144BC}"/>
              </a:ext>
            </a:extLst>
          </p:cNvPr>
          <p:cNvPicPr>
            <a:picLocks noChangeAspect="1"/>
          </p:cNvPicPr>
          <p:nvPr/>
        </p:nvPicPr>
        <p:blipFill>
          <a:blip r:embed="rId3"/>
          <a:stretch>
            <a:fillRect/>
          </a:stretch>
        </p:blipFill>
        <p:spPr>
          <a:xfrm>
            <a:off x="503433" y="4032503"/>
            <a:ext cx="10532801" cy="1853619"/>
          </a:xfrm>
          <a:prstGeom prst="rect">
            <a:avLst/>
          </a:prstGeom>
        </p:spPr>
      </p:pic>
    </p:spTree>
    <p:extLst>
      <p:ext uri="{BB962C8B-B14F-4D97-AF65-F5344CB8AC3E}">
        <p14:creationId xmlns:p14="http://schemas.microsoft.com/office/powerpoint/2010/main" val="426442596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259B31-8458-0927-01B2-9C7101D8C9F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D9A9CCF-97F2-7755-8984-6EA2723F4B3A}"/>
              </a:ext>
            </a:extLst>
          </p:cNvPr>
          <p:cNvSpPr>
            <a:spLocks noGrp="1"/>
          </p:cNvSpPr>
          <p:nvPr>
            <p:ph type="title"/>
          </p:nvPr>
        </p:nvSpPr>
        <p:spPr>
          <a:xfrm>
            <a:off x="762000" y="469384"/>
            <a:ext cx="10591800" cy="646332"/>
          </a:xfrm>
        </p:spPr>
        <p:txBody>
          <a:bodyPr/>
          <a:lstStyle/>
          <a:p>
            <a:r>
              <a:rPr lang="en-GB" sz="3200" dirty="0"/>
              <a:t>Concurrency vs Parallelism</a:t>
            </a:r>
          </a:p>
        </p:txBody>
      </p:sp>
      <p:sp>
        <p:nvSpPr>
          <p:cNvPr id="11" name="Text Placeholder 10">
            <a:extLst>
              <a:ext uri="{FF2B5EF4-FFF2-40B4-BE49-F238E27FC236}">
                <a16:creationId xmlns:a16="http://schemas.microsoft.com/office/drawing/2014/main" id="{DB940011-880A-0FBF-443B-8F566D547678}"/>
              </a:ext>
            </a:extLst>
          </p:cNvPr>
          <p:cNvSpPr>
            <a:spLocks noGrp="1"/>
          </p:cNvSpPr>
          <p:nvPr>
            <p:ph type="body" sz="quarter" idx="11"/>
          </p:nvPr>
        </p:nvSpPr>
        <p:spPr>
          <a:xfrm>
            <a:off x="762000" y="1115716"/>
            <a:ext cx="10667999" cy="4444256"/>
          </a:xfrm>
        </p:spPr>
        <p:txBody>
          <a:bodyPr/>
          <a:lstStyle/>
          <a:p>
            <a:r>
              <a:rPr lang="en-GB" sz="2000" b="1" dirty="0"/>
              <a:t>Parallelism</a:t>
            </a:r>
          </a:p>
          <a:p>
            <a:r>
              <a:rPr lang="en-GB" sz="2000" dirty="0"/>
              <a:t>Parallelism means </a:t>
            </a:r>
            <a:r>
              <a:rPr lang="en-GB" sz="2000" b="1" dirty="0"/>
              <a:t>multiple tasks are literally running at the same time</a:t>
            </a:r>
            <a:r>
              <a:rPr lang="en-GB" sz="2000" dirty="0"/>
              <a:t> on different cores.</a:t>
            </a:r>
            <a:br>
              <a:rPr lang="en-GB" sz="2000" dirty="0"/>
            </a:br>
            <a:r>
              <a:rPr lang="en-GB" sz="2000" dirty="0"/>
              <a:t>This requires a multicore or multiprocessor system.</a:t>
            </a:r>
          </a:p>
          <a:p>
            <a:r>
              <a:rPr lang="en-GB" sz="2000" b="1" dirty="0"/>
              <a:t>Example:</a:t>
            </a:r>
            <a:br>
              <a:rPr lang="en-GB" sz="2000" dirty="0"/>
            </a:br>
            <a:r>
              <a:rPr lang="en-GB" sz="2000" dirty="0"/>
              <a:t>With four cores, a computer can run:</a:t>
            </a:r>
          </a:p>
          <a:p>
            <a:r>
              <a:rPr lang="en-GB" sz="2000" dirty="0"/>
              <a:t>Thread A on core 1</a:t>
            </a:r>
          </a:p>
          <a:p>
            <a:r>
              <a:rPr lang="en-GB" sz="2000" dirty="0"/>
              <a:t>Thread B on core 2</a:t>
            </a:r>
          </a:p>
          <a:p>
            <a:r>
              <a:rPr lang="en-GB" sz="2000" dirty="0"/>
              <a:t>Thread C on core 3</a:t>
            </a:r>
          </a:p>
          <a:p>
            <a:r>
              <a:rPr lang="en-GB" sz="2000" dirty="0"/>
              <a:t>Thread D on core 4</a:t>
            </a:r>
          </a:p>
          <a:p>
            <a:r>
              <a:rPr lang="en-GB" sz="2000" dirty="0"/>
              <a:t>These tasks genuinely occur simultaneously—not interleaved.</a:t>
            </a:r>
          </a:p>
        </p:txBody>
      </p:sp>
    </p:spTree>
    <p:extLst>
      <p:ext uri="{BB962C8B-B14F-4D97-AF65-F5344CB8AC3E}">
        <p14:creationId xmlns:p14="http://schemas.microsoft.com/office/powerpoint/2010/main" val="229655423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B4B406-0AE5-0A00-D38B-3D3EF8971B5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F08FE36-C9AF-B314-F097-25C58D9A9D5B}"/>
              </a:ext>
            </a:extLst>
          </p:cNvPr>
          <p:cNvSpPr>
            <a:spLocks noGrp="1"/>
          </p:cNvSpPr>
          <p:nvPr>
            <p:ph type="title"/>
          </p:nvPr>
        </p:nvSpPr>
        <p:spPr>
          <a:xfrm>
            <a:off x="762000" y="469384"/>
            <a:ext cx="10591800" cy="646332"/>
          </a:xfrm>
        </p:spPr>
        <p:txBody>
          <a:bodyPr/>
          <a:lstStyle/>
          <a:p>
            <a:r>
              <a:rPr lang="en-GB" sz="3200" dirty="0"/>
              <a:t>Concurrency vs Parallelism</a:t>
            </a:r>
          </a:p>
        </p:txBody>
      </p:sp>
      <p:pic>
        <p:nvPicPr>
          <p:cNvPr id="3" name="Picture 2">
            <a:extLst>
              <a:ext uri="{FF2B5EF4-FFF2-40B4-BE49-F238E27FC236}">
                <a16:creationId xmlns:a16="http://schemas.microsoft.com/office/drawing/2014/main" id="{15B06504-3CAE-2A0E-E27E-E0D82C216E22}"/>
              </a:ext>
            </a:extLst>
          </p:cNvPr>
          <p:cNvPicPr>
            <a:picLocks noChangeAspect="1"/>
          </p:cNvPicPr>
          <p:nvPr/>
        </p:nvPicPr>
        <p:blipFill>
          <a:blip r:embed="rId3"/>
          <a:stretch>
            <a:fillRect/>
          </a:stretch>
        </p:blipFill>
        <p:spPr>
          <a:xfrm>
            <a:off x="1693819" y="1376737"/>
            <a:ext cx="8374611" cy="3904180"/>
          </a:xfrm>
          <a:prstGeom prst="rect">
            <a:avLst/>
          </a:prstGeom>
        </p:spPr>
      </p:pic>
    </p:spTree>
    <p:extLst>
      <p:ext uri="{BB962C8B-B14F-4D97-AF65-F5344CB8AC3E}">
        <p14:creationId xmlns:p14="http://schemas.microsoft.com/office/powerpoint/2010/main" val="278214377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6BD29-7638-9F68-D3BF-C163363173C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48C735-21E8-421D-FCE4-7F748475CE42}"/>
              </a:ext>
            </a:extLst>
          </p:cNvPr>
          <p:cNvSpPr>
            <a:spLocks noGrp="1"/>
          </p:cNvSpPr>
          <p:nvPr>
            <p:ph type="title"/>
          </p:nvPr>
        </p:nvSpPr>
        <p:spPr>
          <a:xfrm>
            <a:off x="762000" y="469384"/>
            <a:ext cx="10591800" cy="646332"/>
          </a:xfrm>
        </p:spPr>
        <p:txBody>
          <a:bodyPr/>
          <a:lstStyle/>
          <a:p>
            <a:r>
              <a:rPr lang="en-GB" sz="3200" dirty="0"/>
              <a:t>Concurrency vs Parallelism</a:t>
            </a:r>
          </a:p>
        </p:txBody>
      </p:sp>
      <p:sp>
        <p:nvSpPr>
          <p:cNvPr id="11" name="Text Placeholder 10">
            <a:extLst>
              <a:ext uri="{FF2B5EF4-FFF2-40B4-BE49-F238E27FC236}">
                <a16:creationId xmlns:a16="http://schemas.microsoft.com/office/drawing/2014/main" id="{C543C466-795F-27C1-B250-413391E3F424}"/>
              </a:ext>
            </a:extLst>
          </p:cNvPr>
          <p:cNvSpPr>
            <a:spLocks noGrp="1"/>
          </p:cNvSpPr>
          <p:nvPr>
            <p:ph type="body" sz="quarter" idx="11"/>
          </p:nvPr>
        </p:nvSpPr>
        <p:spPr>
          <a:xfrm>
            <a:off x="762000" y="1115716"/>
            <a:ext cx="10667999" cy="4444256"/>
          </a:xfrm>
        </p:spPr>
        <p:txBody>
          <a:bodyPr/>
          <a:lstStyle/>
          <a:p>
            <a:r>
              <a:rPr lang="en-GB" sz="2000" b="1" dirty="0"/>
              <a:t>Important Insight</a:t>
            </a:r>
          </a:p>
          <a:p>
            <a:pPr marL="342900" indent="-342900">
              <a:buFont typeface="Arial" panose="020B0604020202020204" pitchFamily="34" charset="0"/>
              <a:buChar char="•"/>
            </a:pPr>
            <a:r>
              <a:rPr lang="en-GB" sz="2000" dirty="0"/>
              <a:t>All parallel execution </a:t>
            </a:r>
            <a:r>
              <a:rPr lang="en-GB" sz="2000" b="1" dirty="0"/>
              <a:t>implies</a:t>
            </a:r>
            <a:r>
              <a:rPr lang="en-GB" sz="2000" dirty="0"/>
              <a:t> concurrency.</a:t>
            </a:r>
          </a:p>
          <a:p>
            <a:pPr marL="342900" indent="-342900">
              <a:buFont typeface="Arial" panose="020B0604020202020204" pitchFamily="34" charset="0"/>
              <a:buChar char="•"/>
            </a:pPr>
            <a:r>
              <a:rPr lang="en-GB" sz="2000" dirty="0"/>
              <a:t>But concurrency </a:t>
            </a:r>
            <a:r>
              <a:rPr lang="en-GB" sz="2000" b="1" dirty="0"/>
              <a:t>does not require</a:t>
            </a:r>
            <a:r>
              <a:rPr lang="en-GB" sz="2000" dirty="0"/>
              <a:t> parallelism.</a:t>
            </a:r>
            <a:br>
              <a:rPr lang="en-GB" sz="2000" dirty="0"/>
            </a:br>
            <a:r>
              <a:rPr lang="en-GB" sz="2000" dirty="0"/>
              <a:t>Before multicore processors existed, all systems used concurrency without parallelism by relying on fast context switching. Thus, it is possible to have concurrency without parallelism.</a:t>
            </a:r>
          </a:p>
          <a:p>
            <a:endParaRPr lang="en-GB" sz="2000" dirty="0"/>
          </a:p>
        </p:txBody>
      </p:sp>
    </p:spTree>
    <p:extLst>
      <p:ext uri="{BB962C8B-B14F-4D97-AF65-F5344CB8AC3E}">
        <p14:creationId xmlns:p14="http://schemas.microsoft.com/office/powerpoint/2010/main" val="218974692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7B722-81B4-EFA7-0A0E-4E056DF784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9EBFF71-4B9C-4F91-9A70-B96527DAF301}"/>
              </a:ext>
            </a:extLst>
          </p:cNvPr>
          <p:cNvSpPr>
            <a:spLocks noGrp="1"/>
          </p:cNvSpPr>
          <p:nvPr>
            <p:ph type="title"/>
          </p:nvPr>
        </p:nvSpPr>
        <p:spPr>
          <a:xfrm>
            <a:off x="762000" y="469384"/>
            <a:ext cx="10591800" cy="646332"/>
          </a:xfrm>
        </p:spPr>
        <p:txBody>
          <a:bodyPr/>
          <a:lstStyle/>
          <a:p>
            <a:r>
              <a:rPr lang="en-GB" sz="3200" dirty="0"/>
              <a:t>Why Multicore Programming Matters</a:t>
            </a:r>
          </a:p>
        </p:txBody>
      </p:sp>
      <p:sp>
        <p:nvSpPr>
          <p:cNvPr id="11" name="Text Placeholder 10">
            <a:extLst>
              <a:ext uri="{FF2B5EF4-FFF2-40B4-BE49-F238E27FC236}">
                <a16:creationId xmlns:a16="http://schemas.microsoft.com/office/drawing/2014/main" id="{2A28AAA6-BED8-CCD3-D032-3F0865841544}"/>
              </a:ext>
            </a:extLst>
          </p:cNvPr>
          <p:cNvSpPr>
            <a:spLocks noGrp="1"/>
          </p:cNvSpPr>
          <p:nvPr>
            <p:ph type="body" sz="quarter" idx="11"/>
          </p:nvPr>
        </p:nvSpPr>
        <p:spPr>
          <a:xfrm>
            <a:off x="762000" y="1115716"/>
            <a:ext cx="10667999" cy="4444256"/>
          </a:xfrm>
        </p:spPr>
        <p:txBody>
          <a:bodyPr/>
          <a:lstStyle/>
          <a:p>
            <a:r>
              <a:rPr lang="en-GB" sz="2000" dirty="0"/>
              <a:t>As computers with 4, 8, 16, or even 64 cores become common, programmers must redesign software to divide work into multiple parts.</a:t>
            </a:r>
          </a:p>
          <a:p>
            <a:r>
              <a:rPr lang="en-GB" sz="2000" dirty="0"/>
              <a:t>If a program remains single-threaded:</a:t>
            </a:r>
          </a:p>
          <a:p>
            <a:pPr marL="342900" indent="-342900">
              <a:buFont typeface="Arial" panose="020B0604020202020204" pitchFamily="34" charset="0"/>
              <a:buChar char="•"/>
            </a:pPr>
            <a:r>
              <a:rPr lang="en-GB" sz="2000" dirty="0"/>
              <a:t>It will use only </a:t>
            </a:r>
            <a:r>
              <a:rPr lang="en-GB" sz="2000" b="1" dirty="0"/>
              <a:t>one core</a:t>
            </a:r>
            <a:endParaRPr lang="en-GB" sz="2000" dirty="0"/>
          </a:p>
          <a:p>
            <a:pPr marL="342900" indent="-342900">
              <a:buFont typeface="Arial" panose="020B0604020202020204" pitchFamily="34" charset="0"/>
              <a:buChar char="•"/>
            </a:pPr>
            <a:r>
              <a:rPr lang="en-GB" sz="2000" dirty="0"/>
              <a:t>The rest of the CPU cores become idle</a:t>
            </a:r>
          </a:p>
          <a:p>
            <a:pPr marL="342900" indent="-342900">
              <a:buFont typeface="Arial" panose="020B0604020202020204" pitchFamily="34" charset="0"/>
              <a:buChar char="•"/>
            </a:pPr>
            <a:r>
              <a:rPr lang="en-GB" sz="2000" dirty="0"/>
              <a:t>Performance gains are wasted</a:t>
            </a:r>
          </a:p>
          <a:p>
            <a:r>
              <a:rPr lang="en-GB" sz="2000" dirty="0"/>
              <a:t>Therefore, both operating-system designers and application developers face the challenge of creating </a:t>
            </a:r>
            <a:r>
              <a:rPr lang="en-GB" sz="2000" b="1" dirty="0"/>
              <a:t>truly parallel software</a:t>
            </a:r>
            <a:r>
              <a:rPr lang="en-GB" sz="2000" dirty="0"/>
              <a:t>.</a:t>
            </a:r>
          </a:p>
        </p:txBody>
      </p:sp>
    </p:spTree>
    <p:extLst>
      <p:ext uri="{BB962C8B-B14F-4D97-AF65-F5344CB8AC3E}">
        <p14:creationId xmlns:p14="http://schemas.microsoft.com/office/powerpoint/2010/main" val="67135943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13130-D3DC-4C5B-8F1B-CEC619A34B8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F3A1C6B-55DD-AEBE-94FD-2C9CFCDA4E87}"/>
              </a:ext>
            </a:extLst>
          </p:cNvPr>
          <p:cNvSpPr>
            <a:spLocks noGrp="1"/>
          </p:cNvSpPr>
          <p:nvPr>
            <p:ph type="title"/>
          </p:nvPr>
        </p:nvSpPr>
        <p:spPr>
          <a:xfrm>
            <a:off x="762000" y="469384"/>
            <a:ext cx="10591800" cy="646332"/>
          </a:xfrm>
        </p:spPr>
        <p:txBody>
          <a:bodyPr/>
          <a:lstStyle/>
          <a:p>
            <a:r>
              <a:rPr lang="en-GB" sz="3200" dirty="0"/>
              <a:t>Programming Challenges in Multicore Systems</a:t>
            </a:r>
          </a:p>
        </p:txBody>
      </p:sp>
      <p:sp>
        <p:nvSpPr>
          <p:cNvPr id="11" name="Text Placeholder 10">
            <a:extLst>
              <a:ext uri="{FF2B5EF4-FFF2-40B4-BE49-F238E27FC236}">
                <a16:creationId xmlns:a16="http://schemas.microsoft.com/office/drawing/2014/main" id="{BA8AAB3F-A909-CD1F-B4BE-BA5B24FB5187}"/>
              </a:ext>
            </a:extLst>
          </p:cNvPr>
          <p:cNvSpPr>
            <a:spLocks noGrp="1"/>
          </p:cNvSpPr>
          <p:nvPr>
            <p:ph type="body" sz="quarter" idx="11"/>
          </p:nvPr>
        </p:nvSpPr>
        <p:spPr>
          <a:xfrm>
            <a:off x="762000" y="1115716"/>
            <a:ext cx="10667999" cy="4444256"/>
          </a:xfrm>
        </p:spPr>
        <p:txBody>
          <a:bodyPr/>
          <a:lstStyle/>
          <a:p>
            <a:r>
              <a:rPr lang="en-GB" dirty="0"/>
              <a:t>Programming for multicore systems is not as simple as “just add threads.”</a:t>
            </a:r>
            <a:br>
              <a:rPr lang="en-GB" dirty="0"/>
            </a:br>
            <a:r>
              <a:rPr lang="en-GB" dirty="0"/>
              <a:t>There are </a:t>
            </a:r>
            <a:r>
              <a:rPr lang="en-GB" b="1" dirty="0"/>
              <a:t>five major challenges</a:t>
            </a:r>
            <a:r>
              <a:rPr lang="en-GB" dirty="0"/>
              <a:t>, each of which requires careful thought.</a:t>
            </a:r>
          </a:p>
          <a:p>
            <a:r>
              <a:rPr lang="en-GB" b="1" dirty="0"/>
              <a:t>1. Identifying Tasks</a:t>
            </a:r>
          </a:p>
          <a:p>
            <a:r>
              <a:rPr lang="en-GB" dirty="0"/>
              <a:t>The first challenge is determining which parts of a program can be broken into </a:t>
            </a:r>
            <a:r>
              <a:rPr lang="en-GB" b="1" dirty="0"/>
              <a:t>independent tasks</a:t>
            </a:r>
            <a:r>
              <a:rPr lang="en-GB" dirty="0"/>
              <a:t>.</a:t>
            </a:r>
            <a:br>
              <a:rPr lang="en-GB" dirty="0"/>
            </a:br>
            <a:r>
              <a:rPr lang="en-GB" dirty="0"/>
              <a:t>Each task should be something that can run separately without needing constant information from other tasks.</a:t>
            </a:r>
          </a:p>
          <a:p>
            <a:r>
              <a:rPr lang="en-GB" b="1" dirty="0"/>
              <a:t>Example:</a:t>
            </a:r>
            <a:br>
              <a:rPr lang="en-GB" dirty="0"/>
            </a:br>
            <a:r>
              <a:rPr lang="en-GB" dirty="0"/>
              <a:t>In a video processing program, you might separate tasks into:</a:t>
            </a:r>
          </a:p>
          <a:p>
            <a:pPr marL="285750" indent="-285750">
              <a:buFont typeface="Arial" panose="020B0604020202020204" pitchFamily="34" charset="0"/>
              <a:buChar char="•"/>
            </a:pPr>
            <a:r>
              <a:rPr lang="en-GB" dirty="0"/>
              <a:t>Decoding video frames</a:t>
            </a:r>
          </a:p>
          <a:p>
            <a:pPr marL="285750" indent="-285750">
              <a:buFont typeface="Arial" panose="020B0604020202020204" pitchFamily="34" charset="0"/>
              <a:buChar char="•"/>
            </a:pPr>
            <a:r>
              <a:rPr lang="en-GB" dirty="0"/>
              <a:t>Applying filters</a:t>
            </a:r>
          </a:p>
          <a:p>
            <a:pPr marL="285750" indent="-285750">
              <a:buFont typeface="Arial" panose="020B0604020202020204" pitchFamily="34" charset="0"/>
              <a:buChar char="•"/>
            </a:pPr>
            <a:r>
              <a:rPr lang="en-GB" dirty="0"/>
              <a:t>Encoding output frames</a:t>
            </a:r>
          </a:p>
          <a:p>
            <a:r>
              <a:rPr lang="en-GB" dirty="0"/>
              <a:t>However, not all tasks can be separated. Some algorithms are inherently sequential, meaning one step depends heavily on the result of the previous step.</a:t>
            </a:r>
          </a:p>
          <a:p>
            <a:endParaRPr lang="en-GB" dirty="0"/>
          </a:p>
        </p:txBody>
      </p:sp>
    </p:spTree>
    <p:extLst>
      <p:ext uri="{BB962C8B-B14F-4D97-AF65-F5344CB8AC3E}">
        <p14:creationId xmlns:p14="http://schemas.microsoft.com/office/powerpoint/2010/main" val="391681751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FF597A-2C56-8520-AD43-31231DFD4F6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6F96D3A-0357-04DF-E754-140D2255F988}"/>
              </a:ext>
            </a:extLst>
          </p:cNvPr>
          <p:cNvSpPr>
            <a:spLocks noGrp="1"/>
          </p:cNvSpPr>
          <p:nvPr>
            <p:ph type="title"/>
          </p:nvPr>
        </p:nvSpPr>
        <p:spPr>
          <a:xfrm>
            <a:off x="762000" y="469384"/>
            <a:ext cx="10591800" cy="646332"/>
          </a:xfrm>
        </p:spPr>
        <p:txBody>
          <a:bodyPr/>
          <a:lstStyle/>
          <a:p>
            <a:r>
              <a:rPr lang="en-GB" sz="3200" dirty="0"/>
              <a:t>Programming Challenges in Multicore Systems</a:t>
            </a:r>
          </a:p>
        </p:txBody>
      </p:sp>
      <p:sp>
        <p:nvSpPr>
          <p:cNvPr id="11" name="Text Placeholder 10">
            <a:extLst>
              <a:ext uri="{FF2B5EF4-FFF2-40B4-BE49-F238E27FC236}">
                <a16:creationId xmlns:a16="http://schemas.microsoft.com/office/drawing/2014/main" id="{1B83C287-2B5E-A496-356E-784F2294408E}"/>
              </a:ext>
            </a:extLst>
          </p:cNvPr>
          <p:cNvSpPr>
            <a:spLocks noGrp="1"/>
          </p:cNvSpPr>
          <p:nvPr>
            <p:ph type="body" sz="quarter" idx="11"/>
          </p:nvPr>
        </p:nvSpPr>
        <p:spPr>
          <a:xfrm>
            <a:off x="762000" y="1115716"/>
            <a:ext cx="10667999" cy="4444256"/>
          </a:xfrm>
        </p:spPr>
        <p:txBody>
          <a:bodyPr/>
          <a:lstStyle/>
          <a:p>
            <a:r>
              <a:rPr lang="en-GB" sz="2000" b="1" dirty="0"/>
              <a:t>2. Balancing the Workload</a:t>
            </a:r>
          </a:p>
          <a:p>
            <a:r>
              <a:rPr lang="en-GB" sz="2000" dirty="0"/>
              <a:t>Once tasks are identified, they must be balanced so that </a:t>
            </a:r>
            <a:r>
              <a:rPr lang="en-GB" sz="2000" b="1" dirty="0"/>
              <a:t>each task performs roughly equal work</a:t>
            </a:r>
            <a:r>
              <a:rPr lang="en-GB" sz="2000" dirty="0"/>
              <a:t>.</a:t>
            </a:r>
            <a:br>
              <a:rPr lang="en-GB" sz="2000" dirty="0"/>
            </a:br>
            <a:r>
              <a:rPr lang="en-GB" sz="2000" dirty="0"/>
              <a:t>If tasks are uneven, some cores will finish early and sit idle while others continue working.</a:t>
            </a:r>
          </a:p>
          <a:p>
            <a:r>
              <a:rPr lang="en-GB" sz="2000" dirty="0"/>
              <a:t>This is known as </a:t>
            </a:r>
            <a:r>
              <a:rPr lang="en-GB" sz="2000" b="1" dirty="0"/>
              <a:t>load balancing</a:t>
            </a:r>
            <a:r>
              <a:rPr lang="en-GB" sz="2000" dirty="0"/>
              <a:t>.</a:t>
            </a:r>
          </a:p>
        </p:txBody>
      </p:sp>
    </p:spTree>
    <p:extLst>
      <p:ext uri="{BB962C8B-B14F-4D97-AF65-F5344CB8AC3E}">
        <p14:creationId xmlns:p14="http://schemas.microsoft.com/office/powerpoint/2010/main" val="424604202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BB19B-8627-2410-338B-AD661BAABA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1309B6D-A703-7768-703E-C41E921BA4BA}"/>
              </a:ext>
            </a:extLst>
          </p:cNvPr>
          <p:cNvSpPr>
            <a:spLocks noGrp="1"/>
          </p:cNvSpPr>
          <p:nvPr>
            <p:ph type="title"/>
          </p:nvPr>
        </p:nvSpPr>
        <p:spPr>
          <a:xfrm>
            <a:off x="762000" y="469384"/>
            <a:ext cx="10591800" cy="646332"/>
          </a:xfrm>
        </p:spPr>
        <p:txBody>
          <a:bodyPr/>
          <a:lstStyle/>
          <a:p>
            <a:r>
              <a:rPr lang="en-GB" sz="3200" dirty="0"/>
              <a:t>Programming Challenges in Multicore Systems</a:t>
            </a:r>
          </a:p>
        </p:txBody>
      </p:sp>
      <p:sp>
        <p:nvSpPr>
          <p:cNvPr id="11" name="Text Placeholder 10">
            <a:extLst>
              <a:ext uri="{FF2B5EF4-FFF2-40B4-BE49-F238E27FC236}">
                <a16:creationId xmlns:a16="http://schemas.microsoft.com/office/drawing/2014/main" id="{E4B25BF5-87DD-26E1-7153-01082EEEBC01}"/>
              </a:ext>
            </a:extLst>
          </p:cNvPr>
          <p:cNvSpPr>
            <a:spLocks noGrp="1"/>
          </p:cNvSpPr>
          <p:nvPr>
            <p:ph type="body" sz="quarter" idx="11"/>
          </p:nvPr>
        </p:nvSpPr>
        <p:spPr>
          <a:xfrm>
            <a:off x="762000" y="1115716"/>
            <a:ext cx="10667999" cy="4444256"/>
          </a:xfrm>
        </p:spPr>
        <p:txBody>
          <a:bodyPr/>
          <a:lstStyle/>
          <a:p>
            <a:r>
              <a:rPr lang="en-GB" sz="2000" b="1" dirty="0"/>
              <a:t>3. Splitting Data Across Cores</a:t>
            </a:r>
          </a:p>
          <a:p>
            <a:r>
              <a:rPr lang="en-GB" sz="2000" dirty="0"/>
              <a:t>Just as work must be divided into tasks, the </a:t>
            </a:r>
            <a:r>
              <a:rPr lang="en-GB" sz="2000" b="1" dirty="0"/>
              <a:t>data</a:t>
            </a:r>
            <a:r>
              <a:rPr lang="en-GB" sz="2000" dirty="0"/>
              <a:t> they operate on must be divided as well.</a:t>
            </a:r>
          </a:p>
          <a:p>
            <a:r>
              <a:rPr lang="en-GB" sz="2000" dirty="0"/>
              <a:t>For efficient parallel execution:</a:t>
            </a:r>
          </a:p>
          <a:p>
            <a:pPr marL="342900" indent="-342900">
              <a:buFont typeface="Arial" panose="020B0604020202020204" pitchFamily="34" charset="0"/>
              <a:buChar char="•"/>
            </a:pPr>
            <a:r>
              <a:rPr lang="en-GB" sz="2000" dirty="0"/>
              <a:t>Threads must work on </a:t>
            </a:r>
            <a:r>
              <a:rPr lang="en-GB" sz="2000" b="1" dirty="0"/>
              <a:t>separate portions</a:t>
            </a:r>
            <a:r>
              <a:rPr lang="en-GB" sz="2000" dirty="0"/>
              <a:t> of data</a:t>
            </a:r>
          </a:p>
          <a:p>
            <a:pPr marL="342900" indent="-342900">
              <a:buFont typeface="Arial" panose="020B0604020202020204" pitchFamily="34" charset="0"/>
              <a:buChar char="•"/>
            </a:pPr>
            <a:r>
              <a:rPr lang="en-GB" sz="2000" dirty="0"/>
              <a:t>Without interfering with each other</a:t>
            </a:r>
          </a:p>
          <a:p>
            <a:pPr marL="342900" indent="-342900">
              <a:buFont typeface="Arial" panose="020B0604020202020204" pitchFamily="34" charset="0"/>
              <a:buChar char="•"/>
            </a:pPr>
            <a:r>
              <a:rPr lang="en-GB" sz="2000" dirty="0"/>
              <a:t>Without needing constant synchronization</a:t>
            </a:r>
          </a:p>
        </p:txBody>
      </p:sp>
    </p:spTree>
    <p:extLst>
      <p:ext uri="{BB962C8B-B14F-4D97-AF65-F5344CB8AC3E}">
        <p14:creationId xmlns:p14="http://schemas.microsoft.com/office/powerpoint/2010/main" val="7436205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3A7A2-582B-663D-50A8-C1357F36367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E1B0F6C-9918-6CC8-1ED5-0374BB3A7B95}"/>
              </a:ext>
            </a:extLst>
          </p:cNvPr>
          <p:cNvSpPr>
            <a:spLocks noGrp="1"/>
          </p:cNvSpPr>
          <p:nvPr>
            <p:ph type="title"/>
          </p:nvPr>
        </p:nvSpPr>
        <p:spPr>
          <a:xfrm>
            <a:off x="762000" y="469384"/>
            <a:ext cx="10591800" cy="646332"/>
          </a:xfrm>
        </p:spPr>
        <p:txBody>
          <a:bodyPr/>
          <a:lstStyle/>
          <a:p>
            <a:r>
              <a:rPr lang="en-GB" sz="3200" dirty="0"/>
              <a:t>Programming Challenges in Multicore Systems</a:t>
            </a:r>
          </a:p>
        </p:txBody>
      </p:sp>
      <p:sp>
        <p:nvSpPr>
          <p:cNvPr id="11" name="Text Placeholder 10">
            <a:extLst>
              <a:ext uri="{FF2B5EF4-FFF2-40B4-BE49-F238E27FC236}">
                <a16:creationId xmlns:a16="http://schemas.microsoft.com/office/drawing/2014/main" id="{5E3EAA17-B5C3-D904-6A5C-FB71E578013A}"/>
              </a:ext>
            </a:extLst>
          </p:cNvPr>
          <p:cNvSpPr>
            <a:spLocks noGrp="1"/>
          </p:cNvSpPr>
          <p:nvPr>
            <p:ph type="body" sz="quarter" idx="11"/>
          </p:nvPr>
        </p:nvSpPr>
        <p:spPr>
          <a:xfrm>
            <a:off x="762000" y="1115716"/>
            <a:ext cx="10667999" cy="4444256"/>
          </a:xfrm>
        </p:spPr>
        <p:txBody>
          <a:bodyPr/>
          <a:lstStyle/>
          <a:p>
            <a:r>
              <a:rPr lang="en-GB" sz="2000" b="1" dirty="0"/>
              <a:t>4. Managing Data Dependencies</a:t>
            </a:r>
          </a:p>
          <a:p>
            <a:r>
              <a:rPr lang="en-GB" sz="2000" dirty="0"/>
              <a:t>Sometimes one task depends on data produced by another task.</a:t>
            </a:r>
            <a:br>
              <a:rPr lang="en-GB" sz="2000" dirty="0"/>
            </a:br>
            <a:r>
              <a:rPr lang="en-GB" sz="2000" dirty="0"/>
              <a:t>This creates a </a:t>
            </a:r>
            <a:r>
              <a:rPr lang="en-GB" sz="2000" b="1" dirty="0"/>
              <a:t>data dependency</a:t>
            </a:r>
            <a:r>
              <a:rPr lang="en-GB" sz="2000" dirty="0"/>
              <a:t>, which limits how much parallelism is possible.</a:t>
            </a:r>
          </a:p>
          <a:p>
            <a:r>
              <a:rPr lang="en-GB" sz="2000" dirty="0"/>
              <a:t>Programmers must ensure:</a:t>
            </a:r>
          </a:p>
          <a:p>
            <a:pPr marL="342900" indent="-342900">
              <a:buFont typeface="Arial" panose="020B0604020202020204" pitchFamily="34" charset="0"/>
              <a:buChar char="•"/>
            </a:pPr>
            <a:r>
              <a:rPr lang="en-GB" sz="2000" dirty="0"/>
              <a:t>Correct execution order</a:t>
            </a:r>
          </a:p>
          <a:p>
            <a:pPr marL="342900" indent="-342900">
              <a:buFont typeface="Arial" panose="020B0604020202020204" pitchFamily="34" charset="0"/>
              <a:buChar char="•"/>
            </a:pPr>
            <a:r>
              <a:rPr lang="en-GB" sz="2000" dirty="0"/>
              <a:t>Safe access to shared data</a:t>
            </a:r>
          </a:p>
          <a:p>
            <a:pPr marL="342900" indent="-342900">
              <a:buFont typeface="Arial" panose="020B0604020202020204" pitchFamily="34" charset="0"/>
              <a:buChar char="•"/>
            </a:pPr>
            <a:r>
              <a:rPr lang="en-GB" sz="2000" dirty="0"/>
              <a:t>Synchronization where necessary</a:t>
            </a:r>
          </a:p>
          <a:p>
            <a:r>
              <a:rPr lang="en-GB" sz="2000" dirty="0"/>
              <a:t>If not handled carefully, issues like </a:t>
            </a:r>
            <a:r>
              <a:rPr lang="en-GB" sz="2000" b="1" dirty="0"/>
              <a:t>race conditions</a:t>
            </a:r>
            <a:r>
              <a:rPr lang="en-GB" sz="2000" dirty="0"/>
              <a:t>, </a:t>
            </a:r>
            <a:r>
              <a:rPr lang="en-GB" sz="2000" b="1" dirty="0"/>
              <a:t>inconsistent data</a:t>
            </a:r>
            <a:r>
              <a:rPr lang="en-GB" sz="2000" dirty="0"/>
              <a:t>, or </a:t>
            </a:r>
            <a:r>
              <a:rPr lang="en-GB" sz="2000" b="1" dirty="0"/>
              <a:t>deadlocks</a:t>
            </a:r>
            <a:r>
              <a:rPr lang="en-GB" sz="2000" dirty="0"/>
              <a:t> can occur.</a:t>
            </a:r>
          </a:p>
        </p:txBody>
      </p:sp>
    </p:spTree>
    <p:extLst>
      <p:ext uri="{BB962C8B-B14F-4D97-AF65-F5344CB8AC3E}">
        <p14:creationId xmlns:p14="http://schemas.microsoft.com/office/powerpoint/2010/main" val="413113014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6F886-1E49-97FD-9FFB-BC60A54EF24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D1C503E-8EF4-FE64-BD72-FCDF1879229F}"/>
              </a:ext>
            </a:extLst>
          </p:cNvPr>
          <p:cNvSpPr>
            <a:spLocks noGrp="1"/>
          </p:cNvSpPr>
          <p:nvPr>
            <p:ph type="title"/>
          </p:nvPr>
        </p:nvSpPr>
        <p:spPr>
          <a:xfrm>
            <a:off x="762000" y="469384"/>
            <a:ext cx="10591800" cy="646332"/>
          </a:xfrm>
        </p:spPr>
        <p:txBody>
          <a:bodyPr/>
          <a:lstStyle/>
          <a:p>
            <a:r>
              <a:rPr lang="en-GB" sz="3200" dirty="0"/>
              <a:t>Programming Challenges in Multicore Systems</a:t>
            </a:r>
          </a:p>
        </p:txBody>
      </p:sp>
      <p:sp>
        <p:nvSpPr>
          <p:cNvPr id="11" name="Text Placeholder 10">
            <a:extLst>
              <a:ext uri="{FF2B5EF4-FFF2-40B4-BE49-F238E27FC236}">
                <a16:creationId xmlns:a16="http://schemas.microsoft.com/office/drawing/2014/main" id="{A8569E0F-B2D2-5ACD-07AF-A8C841F697F0}"/>
              </a:ext>
            </a:extLst>
          </p:cNvPr>
          <p:cNvSpPr>
            <a:spLocks noGrp="1"/>
          </p:cNvSpPr>
          <p:nvPr>
            <p:ph type="body" sz="quarter" idx="11"/>
          </p:nvPr>
        </p:nvSpPr>
        <p:spPr>
          <a:xfrm>
            <a:off x="762000" y="1115716"/>
            <a:ext cx="10667999" cy="4444256"/>
          </a:xfrm>
        </p:spPr>
        <p:txBody>
          <a:bodyPr/>
          <a:lstStyle/>
          <a:p>
            <a:r>
              <a:rPr lang="en-GB" sz="2000" b="1" dirty="0"/>
              <a:t>5. Testing and Debugging Parallel Programs</a:t>
            </a:r>
          </a:p>
          <a:p>
            <a:r>
              <a:rPr lang="en-GB" sz="2000" dirty="0"/>
              <a:t>Parallel programs are much harder to test because:</a:t>
            </a:r>
          </a:p>
          <a:p>
            <a:pPr marL="342900" indent="-342900">
              <a:buFont typeface="Arial" panose="020B0604020202020204" pitchFamily="34" charset="0"/>
              <a:buChar char="•"/>
            </a:pPr>
            <a:r>
              <a:rPr lang="en-GB" sz="2000" dirty="0"/>
              <a:t>Execution order changes each time the program runs</a:t>
            </a:r>
          </a:p>
          <a:p>
            <a:pPr marL="342900" indent="-342900">
              <a:buFont typeface="Arial" panose="020B0604020202020204" pitchFamily="34" charset="0"/>
              <a:buChar char="•"/>
            </a:pPr>
            <a:r>
              <a:rPr lang="en-GB" sz="2000" dirty="0"/>
              <a:t>Bugs may appear only under rare timing conditions</a:t>
            </a:r>
          </a:p>
          <a:p>
            <a:pPr marL="342900" indent="-342900">
              <a:buFont typeface="Arial" panose="020B0604020202020204" pitchFamily="34" charset="0"/>
              <a:buChar char="•"/>
            </a:pPr>
            <a:r>
              <a:rPr lang="en-GB" sz="2000" dirty="0"/>
              <a:t>Two threads might interfere only occasionally</a:t>
            </a:r>
          </a:p>
          <a:p>
            <a:r>
              <a:rPr lang="en-GB" sz="2000" dirty="0"/>
              <a:t>This unpredictability makes debugging extremely challenging.</a:t>
            </a:r>
          </a:p>
        </p:txBody>
      </p:sp>
    </p:spTree>
    <p:extLst>
      <p:ext uri="{BB962C8B-B14F-4D97-AF65-F5344CB8AC3E}">
        <p14:creationId xmlns:p14="http://schemas.microsoft.com/office/powerpoint/2010/main" val="67334389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DA36B3A-558B-413E-877B-7275290AB783}"/>
              </a:ext>
            </a:extLst>
          </p:cNvPr>
          <p:cNvSpPr>
            <a:spLocks noGrp="1"/>
          </p:cNvSpPr>
          <p:nvPr>
            <p:ph type="title"/>
          </p:nvPr>
        </p:nvSpPr>
        <p:spPr>
          <a:xfrm>
            <a:off x="5230564" y="2585857"/>
            <a:ext cx="6477000" cy="1189037"/>
          </a:xfrm>
        </p:spPr>
        <p:txBody>
          <a:bodyPr>
            <a:normAutofit/>
          </a:bodyPr>
          <a:lstStyle/>
          <a:p>
            <a:r>
              <a:rPr lang="en-US" sz="4800" dirty="0"/>
              <a:t>THANK YOU</a:t>
            </a:r>
          </a:p>
        </p:txBody>
      </p:sp>
    </p:spTree>
    <p:extLst>
      <p:ext uri="{BB962C8B-B14F-4D97-AF65-F5344CB8AC3E}">
        <p14:creationId xmlns:p14="http://schemas.microsoft.com/office/powerpoint/2010/main" val="33665277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117">
      <a:dk1>
        <a:sysClr val="windowText" lastClr="000000"/>
      </a:dk1>
      <a:lt1>
        <a:sysClr val="window" lastClr="FFFFFF"/>
      </a:lt1>
      <a:dk2>
        <a:srgbClr val="44546A"/>
      </a:dk2>
      <a:lt2>
        <a:srgbClr val="E7E6E6"/>
      </a:lt2>
      <a:accent1>
        <a:srgbClr val="E23042"/>
      </a:accent1>
      <a:accent2>
        <a:srgbClr val="3578AF"/>
      </a:accent2>
      <a:accent3>
        <a:srgbClr val="C4C4C4"/>
      </a:accent3>
      <a:accent4>
        <a:srgbClr val="A80B22"/>
      </a:accent4>
      <a:accent5>
        <a:srgbClr val="E2E2E2"/>
      </a:accent5>
      <a:accent6>
        <a:srgbClr val="2A6187"/>
      </a:accent6>
      <a:hlink>
        <a:srgbClr val="0563C1"/>
      </a:hlink>
      <a:folHlink>
        <a:srgbClr val="954F72"/>
      </a:folHlink>
    </a:clrScheme>
    <a:fontScheme name="Custom 8">
      <a:majorFont>
        <a:latin typeface="Segoe UI"/>
        <a:ea typeface=""/>
        <a:cs typeface=""/>
      </a:majorFont>
      <a:minorFont>
        <a:latin typeface="Segoe UI"/>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ewish American Heritage Month_Win32_JC_SL_v3" id="{5A91364D-DD38-4994-BB9C-41D074FD197A}" vid="{8577DF34-D72C-48EB-902A-0A54C766E053}"/>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8" ma:contentTypeDescription="Create a new document." ma:contentTypeScope="" ma:versionID="22a266b9fa9a230c5a512669d8b298c3">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ddc33fff6b14141ee5c74a0d29ea6a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2:lcf76f155ced4ddcb4097134ff3c332f" minOccurs="0"/>
                <xsd:element ref="ns4: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lcf76f155ced4ddcb4097134ff3c332f" ma:index="24" nillable="true" ma:taxonomy="true" ma:internalName="lcf76f155ced4ddcb4097134ff3c332f" ma:taxonomyFieldName="MediaServiceAITags" ma:displayName="Image Tags" ma:readOnly="false" ma:fieldId="{5cf76f15-5ced-4ddc-b409-7134ff3c332f}" ma:taxonomyMulti="true" ma:sspId="e385fb40-52d4-4fae-9c5b-3e8ff8a5878e" ma:termSetId="09814cd3-568e-4e90-9814-8d621ff8fb84" ma:anchorId="00000000-0000-0000-0000-000000000000"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lcf76f155ced4ddcb4097134ff3c332f xmlns="71af3243-3dd4-4a8d-8c0d-dd76da1f02a5">
      <Terms xmlns="http://schemas.microsoft.com/office/infopath/2007/PartnerControls"/>
    </lcf76f155ced4ddcb4097134ff3c332f>
    <TaxCatchAll xmlns="230e9df3-be65-4c73-a93b-d1236ebd677e"/>
    <MediaServiceKeyPoints xmlns="71af3243-3dd4-4a8d-8c0d-dd76da1f02a5" xsi:nil="true"/>
  </documentManagement>
</p:properties>
</file>

<file path=customXml/itemProps1.xml><?xml version="1.0" encoding="utf-8"?>
<ds:datastoreItem xmlns:ds="http://schemas.openxmlformats.org/officeDocument/2006/customXml" ds:itemID="{D4EE2DFF-920A-42C9-AEE0-3A0BF6AF460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15C1F8C-D27A-4CE7-9DF4-4AFDB2880FA9}">
  <ds:schemaRefs>
    <ds:schemaRef ds:uri="http://schemas.microsoft.com/sharepoint/v3/contenttype/forms"/>
  </ds:schemaRefs>
</ds:datastoreItem>
</file>

<file path=customXml/itemProps3.xml><?xml version="1.0" encoding="utf-8"?>
<ds:datastoreItem xmlns:ds="http://schemas.openxmlformats.org/officeDocument/2006/customXml" ds:itemID="{FDF283A3-AA81-4663-8764-64F64C723FD1}">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docMetadata/LabelInfo.xml><?xml version="1.0" encoding="utf-8"?>
<clbl:labelList xmlns:clbl="http://schemas.microsoft.com/office/2020/mipLabelMetadata">
  <clbl:label id="{72f988bf-86f1-41af-91ab-2d7cd011db47}" enabled="0" method="" siteId="{72f988bf-86f1-41af-91ab-2d7cd011db47}" removed="1"/>
</clbl:labelList>
</file>

<file path=docProps/app.xml><?xml version="1.0" encoding="utf-8"?>
<Properties xmlns="http://schemas.openxmlformats.org/officeDocument/2006/extended-properties" xmlns:vt="http://schemas.openxmlformats.org/officeDocument/2006/docPropsVTypes">
  <Template>Jewish American Heritage Month presentation</Template>
  <TotalTime>1454</TotalTime>
  <Words>1895</Words>
  <Application>Microsoft Office PowerPoint</Application>
  <PresentationFormat>Widescreen</PresentationFormat>
  <Paragraphs>193</Paragraphs>
  <Slides>28</Slides>
  <Notes>27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28</vt:i4>
      </vt:variant>
    </vt:vector>
  </HeadingPairs>
  <TitlesOfParts>
    <vt:vector size="30" baseType="lpstr">
      <vt:lpstr>Arial</vt:lpstr>
      <vt:lpstr>Office Theme</vt:lpstr>
      <vt:lpstr>Threads &amp; Concurrency  Lesson 4</vt:lpstr>
      <vt:lpstr>What Is a Thread? </vt:lpstr>
      <vt:lpstr>What Is a Thread? </vt:lpstr>
      <vt:lpstr>Thread vs Child Process</vt:lpstr>
      <vt:lpstr>Thread vs Child Process</vt:lpstr>
      <vt:lpstr>Thread vs Child Process</vt:lpstr>
      <vt:lpstr>Introduction to Multithreaded Systems</vt:lpstr>
      <vt:lpstr>Single-Threaded vs. Multithreaded Processes</vt:lpstr>
      <vt:lpstr>Motivation for Multithreading</vt:lpstr>
      <vt:lpstr>Diagrammatic representation </vt:lpstr>
      <vt:lpstr>Real-World Examples of Multithreaded Applications</vt:lpstr>
      <vt:lpstr>Real-World Examples of Multithreaded Applications</vt:lpstr>
      <vt:lpstr>Benefits of Multithreading</vt:lpstr>
      <vt:lpstr>Challenges of Multithreading</vt:lpstr>
      <vt:lpstr>Challenges of Multithreading</vt:lpstr>
      <vt:lpstr>Multicore Programming</vt:lpstr>
      <vt:lpstr>Concurrency vs Parallelism</vt:lpstr>
      <vt:lpstr>Concurrency vs Parallelism</vt:lpstr>
      <vt:lpstr>Concurrency vs Parallelism</vt:lpstr>
      <vt:lpstr>Concurrency vs Parallelism</vt:lpstr>
      <vt:lpstr>Concurrency vs Parallelism</vt:lpstr>
      <vt:lpstr>Why Multicore Programming Matters</vt:lpstr>
      <vt:lpstr>Programming Challenges in Multicore Systems</vt:lpstr>
      <vt:lpstr>Programming Challenges in Multicore Systems</vt:lpstr>
      <vt:lpstr>Programming Challenges in Multicore Systems</vt:lpstr>
      <vt:lpstr>Programming Challenges in Multicore Systems</vt:lpstr>
      <vt:lpstr>Programming Challenges in Multicore Systems</vt:lpstr>
      <vt:lpstr>THANK YOU</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DELL XPS</dc:creator>
  <cp:keywords/>
  <dc:description/>
  <cp:lastModifiedBy>DELL XPS</cp:lastModifiedBy>
  <cp:revision>20</cp:revision>
  <dcterms:created xsi:type="dcterms:W3CDTF">2025-11-18T15:10:54Z</dcterms:created>
  <dcterms:modified xsi:type="dcterms:W3CDTF">2025-11-20T06:37:49Z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