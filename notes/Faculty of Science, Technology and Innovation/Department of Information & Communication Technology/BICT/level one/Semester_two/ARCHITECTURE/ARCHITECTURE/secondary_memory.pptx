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4" r:id="rId4"/>
    <p:sldId id="265" r:id="rId5"/>
    <p:sldId id="258" r:id="rId6"/>
    <p:sldId id="259" r:id="rId7"/>
    <p:sldId id="260" r:id="rId8"/>
    <p:sldId id="261" r:id="rId9"/>
    <p:sldId id="262" r:id="rId10"/>
    <p:sldId id="263" r:id="rId11"/>
    <p:sldId id="266"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p:scale>
          <a:sx n="48" d="100"/>
          <a:sy n="48" d="100"/>
        </p:scale>
        <p:origin x="-1146" y="3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0E43856-396C-498F-A01D-1A4A40A5E617}" type="datetimeFigureOut">
              <a:rPr lang="en-US" smtClean="0"/>
              <a:t>6/24/2014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43E6EC-FF84-46AC-A9B6-12AB8D1C37FD}"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0E43856-396C-498F-A01D-1A4A40A5E617}" type="datetimeFigureOut">
              <a:rPr lang="en-US" smtClean="0"/>
              <a:t>6/24/2014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43E6EC-FF84-46AC-A9B6-12AB8D1C37FD}"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0E43856-396C-498F-A01D-1A4A40A5E617}" type="datetimeFigureOut">
              <a:rPr lang="en-US" smtClean="0"/>
              <a:t>6/24/2014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43E6EC-FF84-46AC-A9B6-12AB8D1C37FD}"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0E43856-396C-498F-A01D-1A4A40A5E617}" type="datetimeFigureOut">
              <a:rPr lang="en-US" smtClean="0"/>
              <a:t>6/24/2014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43E6EC-FF84-46AC-A9B6-12AB8D1C37FD}"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0E43856-396C-498F-A01D-1A4A40A5E617}" type="datetimeFigureOut">
              <a:rPr lang="en-US" smtClean="0"/>
              <a:t>6/24/2014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443E6EC-FF84-46AC-A9B6-12AB8D1C37FD}"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0E43856-396C-498F-A01D-1A4A40A5E617}" type="datetimeFigureOut">
              <a:rPr lang="en-US" smtClean="0"/>
              <a:t>6/24/2014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443E6EC-FF84-46AC-A9B6-12AB8D1C37FD}"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0E43856-396C-498F-A01D-1A4A40A5E617}" type="datetimeFigureOut">
              <a:rPr lang="en-US" smtClean="0"/>
              <a:t>6/24/2014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443E6EC-FF84-46AC-A9B6-12AB8D1C37FD}"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0E43856-396C-498F-A01D-1A4A40A5E617}" type="datetimeFigureOut">
              <a:rPr lang="en-US" smtClean="0"/>
              <a:t>6/24/2014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43E6EC-FF84-46AC-A9B6-12AB8D1C37FD}"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0E43856-396C-498F-A01D-1A4A40A5E617}" type="datetimeFigureOut">
              <a:rPr lang="en-US" smtClean="0"/>
              <a:t>6/24/2014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43E6EC-FF84-46AC-A9B6-12AB8D1C37FD}"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0E43856-396C-498F-A01D-1A4A40A5E617}" type="datetimeFigureOut">
              <a:rPr lang="en-US" smtClean="0"/>
              <a:t>6/24/2014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43E6EC-FF84-46AC-A9B6-12AB8D1C37FD}"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0E43856-396C-498F-A01D-1A4A40A5E617}" type="datetimeFigureOut">
              <a:rPr lang="en-US" smtClean="0"/>
              <a:t>6/24/2014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43E6EC-FF84-46AC-A9B6-12AB8D1C37FD}"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0E43856-396C-498F-A01D-1A4A40A5E617}" type="datetimeFigureOut">
              <a:rPr lang="en-US" smtClean="0"/>
              <a:t>6/24/2014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43E6EC-FF84-46AC-A9B6-12AB8D1C37FD}"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SECONDARY MEMORY AND THEIR CHARACTERISTICS</a:t>
            </a:r>
            <a:endParaRPr lang="en-US" dirty="0"/>
          </a:p>
        </p:txBody>
      </p:sp>
      <p:sp>
        <p:nvSpPr>
          <p:cNvPr id="3" name="Subtitle 2"/>
          <p:cNvSpPr>
            <a:spLocks noGrp="1"/>
          </p:cNvSpPr>
          <p:nvPr>
            <p:ph type="subTitle" idx="1"/>
          </p:nvPr>
        </p:nvSpPr>
        <p:spPr/>
        <p:txBody>
          <a:bodyPr/>
          <a:lstStyle/>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Secondary Memory</a:t>
            </a:r>
            <a:endParaRPr lang="en-US" dirty="0"/>
          </a:p>
        </p:txBody>
      </p:sp>
      <p:sp>
        <p:nvSpPr>
          <p:cNvPr id="3" name="Content Placeholder 2"/>
          <p:cNvSpPr>
            <a:spLocks noGrp="1"/>
          </p:cNvSpPr>
          <p:nvPr>
            <p:ph idx="1"/>
          </p:nvPr>
        </p:nvSpPr>
        <p:spPr/>
        <p:txBody>
          <a:bodyPr>
            <a:normAutofit/>
          </a:bodyPr>
          <a:lstStyle/>
          <a:p>
            <a:r>
              <a:rPr lang="en-US" dirty="0"/>
              <a:t>Secondary memory is a non-volatile form of memory that is connected to the motherboard, but is not part of it. </a:t>
            </a:r>
          </a:p>
          <a:p>
            <a:r>
              <a:rPr lang="en-US" dirty="0"/>
              <a:t>Secondary memory is slower than primary memory because it is located further away from the CPU.</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Secondary Memory</a:t>
            </a:r>
            <a:endParaRPr lang="en-US" dirty="0"/>
          </a:p>
        </p:txBody>
      </p:sp>
      <p:sp>
        <p:nvSpPr>
          <p:cNvPr id="3" name="Content Placeholder 2"/>
          <p:cNvSpPr>
            <a:spLocks noGrp="1"/>
          </p:cNvSpPr>
          <p:nvPr>
            <p:ph idx="1"/>
          </p:nvPr>
        </p:nvSpPr>
        <p:spPr/>
        <p:txBody>
          <a:bodyPr>
            <a:normAutofit/>
          </a:bodyPr>
          <a:lstStyle/>
          <a:p>
            <a:r>
              <a:rPr lang="en-US" dirty="0" smtClean="0"/>
              <a:t>This type of memory is also known as external memory or non-volatile. It is slower than main memory. </a:t>
            </a:r>
          </a:p>
          <a:p>
            <a:r>
              <a:rPr lang="en-US" dirty="0" smtClean="0"/>
              <a:t>These are used for storing Data/Information permanently.</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Secondary Memory</a:t>
            </a:r>
            <a:endParaRPr lang="en-US" dirty="0"/>
          </a:p>
        </p:txBody>
      </p:sp>
      <p:sp>
        <p:nvSpPr>
          <p:cNvPr id="3" name="Content Placeholder 2"/>
          <p:cNvSpPr>
            <a:spLocks noGrp="1"/>
          </p:cNvSpPr>
          <p:nvPr>
            <p:ph idx="1"/>
          </p:nvPr>
        </p:nvSpPr>
        <p:spPr/>
        <p:txBody>
          <a:bodyPr/>
          <a:lstStyle/>
          <a:p>
            <a:r>
              <a:rPr lang="en-US" dirty="0" smtClean="0"/>
              <a:t>CPU directly does not access these memories, instead they are accessed via input-output routines. </a:t>
            </a:r>
          </a:p>
          <a:p>
            <a:r>
              <a:rPr lang="en-US" dirty="0" smtClean="0"/>
              <a:t>Contents of secondary memories are first transferred to main memory and then CPU can access it. </a:t>
            </a:r>
          </a:p>
          <a:p>
            <a:r>
              <a:rPr lang="en-US" dirty="0" smtClean="0"/>
              <a:t>For example, disk, CD-ROM, DVD, etc.</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Secondary Memory</a:t>
            </a:r>
            <a:endParaRPr lang="en-US" dirty="0"/>
          </a:p>
        </p:txBody>
      </p:sp>
      <p:sp>
        <p:nvSpPr>
          <p:cNvPr id="3" name="Content Placeholder 2"/>
          <p:cNvSpPr>
            <a:spLocks noGrp="1"/>
          </p:cNvSpPr>
          <p:nvPr>
            <p:ph idx="1"/>
          </p:nvPr>
        </p:nvSpPr>
        <p:spPr/>
        <p:txBody>
          <a:bodyPr>
            <a:normAutofit/>
          </a:bodyPr>
          <a:lstStyle/>
          <a:p>
            <a:r>
              <a:rPr lang="en-US" dirty="0" smtClean="0"/>
              <a:t>There are many forms of secondary memory that can be used for long term storage, backup or transfer of data including:</a:t>
            </a:r>
          </a:p>
          <a:p>
            <a:pPr lvl="1"/>
            <a:r>
              <a:rPr lang="en-US" dirty="0" smtClean="0"/>
              <a:t>Hard Drives (direct access) Hard Drives are the most common form of secondary memory and are used to locally store and copy data.</a:t>
            </a:r>
          </a:p>
          <a:p>
            <a:pPr lvl="1"/>
            <a:r>
              <a:rPr lang="en-US" dirty="0" smtClean="0"/>
              <a:t>Tapes (sequential access) Tapes are used in the industry to backup very large amounts of data</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Secondary Memory</a:t>
            </a:r>
            <a:endParaRPr lang="en-US" dirty="0"/>
          </a:p>
        </p:txBody>
      </p:sp>
      <p:sp>
        <p:nvSpPr>
          <p:cNvPr id="3" name="Content Placeholder 2"/>
          <p:cNvSpPr>
            <a:spLocks noGrp="1"/>
          </p:cNvSpPr>
          <p:nvPr>
            <p:ph idx="1"/>
          </p:nvPr>
        </p:nvSpPr>
        <p:spPr/>
        <p:txBody>
          <a:bodyPr>
            <a:normAutofit lnSpcReduction="10000"/>
          </a:bodyPr>
          <a:lstStyle/>
          <a:p>
            <a:pPr lvl="1"/>
            <a:r>
              <a:rPr lang="en-US" dirty="0" smtClean="0"/>
              <a:t>CD (direct access) CDs are used to Transfer music, data and are used sometimes for the backup of files.</a:t>
            </a:r>
          </a:p>
          <a:p>
            <a:pPr lvl="1"/>
            <a:r>
              <a:rPr lang="en-US" dirty="0" smtClean="0"/>
              <a:t>USB Sticks (direct access) USB Sticks are used often as a portable form for data storage and are used to transfer data from one place to another.</a:t>
            </a:r>
          </a:p>
          <a:p>
            <a:pPr lvl="1"/>
            <a:r>
              <a:rPr lang="en-US" dirty="0" smtClean="0"/>
              <a:t>Flash Memory (direct access) Flash Memory which includes SSDs, SD Cards, USB Sticks, which are used to transfer data form one computer to another, or store files on Cameras or MP3 Players.</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Secondary Memory</a:t>
            </a:r>
            <a:endParaRPr lang="en-US" dirty="0"/>
          </a:p>
        </p:txBody>
      </p:sp>
      <p:sp>
        <p:nvSpPr>
          <p:cNvPr id="3" name="Content Placeholder 2"/>
          <p:cNvSpPr>
            <a:spLocks noGrp="1"/>
          </p:cNvSpPr>
          <p:nvPr>
            <p:ph idx="1"/>
          </p:nvPr>
        </p:nvSpPr>
        <p:spPr/>
        <p:txBody>
          <a:bodyPr/>
          <a:lstStyle/>
          <a:p>
            <a:pPr lvl="1"/>
            <a:r>
              <a:rPr lang="en-US" dirty="0" smtClean="0"/>
              <a:t>DVD (direct access) DVDs are usually used to store Movies, Games and for backup.</a:t>
            </a:r>
          </a:p>
          <a:p>
            <a:pPr lvl="1"/>
            <a:r>
              <a:rPr lang="en-US" dirty="0" smtClean="0"/>
              <a:t>ROM - ROM is a form of storage within the motherboard that stored the startup scripts for booting a computer.</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Secondary Memory</a:t>
            </a:r>
            <a:endParaRPr lang="en-US" dirty="0"/>
          </a:p>
        </p:txBody>
      </p:sp>
      <p:sp>
        <p:nvSpPr>
          <p:cNvPr id="3" name="Content Placeholder 2"/>
          <p:cNvSpPr>
            <a:spLocks noGrp="1"/>
          </p:cNvSpPr>
          <p:nvPr>
            <p:ph idx="1"/>
          </p:nvPr>
        </p:nvSpPr>
        <p:spPr/>
        <p:txBody>
          <a:bodyPr/>
          <a:lstStyle/>
          <a:p>
            <a:r>
              <a:rPr lang="en-US" dirty="0"/>
              <a:t>Access time is different from the different storage devices to but also there are differences in speed </a:t>
            </a:r>
            <a:r>
              <a:rPr lang="en-US" dirty="0" smtClean="0"/>
              <a:t>in between </a:t>
            </a:r>
            <a:r>
              <a:rPr lang="en-US" dirty="0"/>
              <a:t>each category in general.</a:t>
            </a:r>
            <a:br>
              <a:rPr lang="en-US" dirty="0"/>
            </a:b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Secondary Memory</a:t>
            </a:r>
            <a:endParaRPr lang="en-US" dirty="0"/>
          </a:p>
        </p:txBody>
      </p:sp>
      <p:sp>
        <p:nvSpPr>
          <p:cNvPr id="3" name="Content Placeholder 2"/>
          <p:cNvSpPr>
            <a:spLocks noGrp="1"/>
          </p:cNvSpPr>
          <p:nvPr>
            <p:ph idx="1"/>
          </p:nvPr>
        </p:nvSpPr>
        <p:spPr/>
        <p:txBody>
          <a:bodyPr>
            <a:normAutofit/>
          </a:bodyPr>
          <a:lstStyle/>
          <a:p>
            <a:r>
              <a:rPr lang="en-US" dirty="0"/>
              <a:t>There are two main forms of storing data in secondary memory</a:t>
            </a:r>
            <a:br>
              <a:rPr lang="en-US" dirty="0"/>
            </a:br>
            <a:r>
              <a:rPr lang="en-US" b="1" dirty="0"/>
              <a:t>Sequential Access</a:t>
            </a:r>
            <a:endParaRPr lang="en-US" dirty="0"/>
          </a:p>
          <a:p>
            <a:pPr lvl="1"/>
            <a:r>
              <a:rPr lang="en-US" dirty="0"/>
              <a:t>On for example, Tapes information is stored in a line (one bit of information after another). To find the information you need to read one bit after another to locate the information. </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Secondary Memory</a:t>
            </a:r>
            <a:endParaRPr lang="en-US" dirty="0"/>
          </a:p>
        </p:txBody>
      </p:sp>
      <p:sp>
        <p:nvSpPr>
          <p:cNvPr id="3" name="Content Placeholder 2"/>
          <p:cNvSpPr>
            <a:spLocks noGrp="1"/>
          </p:cNvSpPr>
          <p:nvPr>
            <p:ph idx="1"/>
          </p:nvPr>
        </p:nvSpPr>
        <p:spPr/>
        <p:txBody>
          <a:bodyPr/>
          <a:lstStyle/>
          <a:p>
            <a:r>
              <a:rPr lang="en-US" b="1" dirty="0" smtClean="0"/>
              <a:t>Direct Access</a:t>
            </a:r>
            <a:endParaRPr lang="en-US" dirty="0" smtClean="0"/>
          </a:p>
          <a:p>
            <a:pPr lvl="1"/>
            <a:r>
              <a:rPr lang="en-US" dirty="0" smtClean="0"/>
              <a:t>Means that data can be located anywhere on the disk without having to shuffle through all the other data. This is accomplished differently depending on the form of storage.</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mtClean="0"/>
              <a:t>Characteristics of Secondary Memory</a:t>
            </a:r>
            <a:endParaRPr lang="en-US"/>
          </a:p>
        </p:txBody>
      </p:sp>
      <p:sp>
        <p:nvSpPr>
          <p:cNvPr id="3" name="Content Placeholder 2"/>
          <p:cNvSpPr>
            <a:spLocks noGrp="1"/>
          </p:cNvSpPr>
          <p:nvPr>
            <p:ph idx="1"/>
          </p:nvPr>
        </p:nvSpPr>
        <p:spPr/>
        <p:txBody>
          <a:bodyPr>
            <a:normAutofit fontScale="92500"/>
          </a:bodyPr>
          <a:lstStyle/>
          <a:p>
            <a:r>
              <a:rPr lang="en-US" dirty="0" smtClean="0"/>
              <a:t>These are magnetic and optical memories.</a:t>
            </a:r>
          </a:p>
          <a:p>
            <a:r>
              <a:rPr lang="en-US" dirty="0" smtClean="0"/>
              <a:t>It is known as backup memory.</a:t>
            </a:r>
          </a:p>
          <a:p>
            <a:r>
              <a:rPr lang="en-US" dirty="0" smtClean="0"/>
              <a:t>It is non-volatile memory.</a:t>
            </a:r>
          </a:p>
          <a:p>
            <a:r>
              <a:rPr lang="en-US" dirty="0" smtClean="0"/>
              <a:t>Data is permanently stored even if power is switched off.</a:t>
            </a:r>
          </a:p>
          <a:p>
            <a:r>
              <a:rPr lang="en-US" dirty="0" smtClean="0"/>
              <a:t>It is used for storage of the data in the computer.</a:t>
            </a:r>
          </a:p>
          <a:p>
            <a:r>
              <a:rPr lang="en-US" dirty="0" smtClean="0"/>
              <a:t>Computer may run without secondary memory.</a:t>
            </a:r>
          </a:p>
          <a:p>
            <a:r>
              <a:rPr lang="en-US" dirty="0" smtClean="0"/>
              <a:t>Slower than primary memories.</a:t>
            </a:r>
          </a:p>
          <a:p>
            <a:endParaRPr 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TotalTime>
  <Words>458</Words>
  <Application>Microsoft Office PowerPoint</Application>
  <PresentationFormat>On-screen Show (4:3)</PresentationFormat>
  <Paragraphs>38</Paragraphs>
  <Slides>11</Slides>
  <Notes>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SECONDARY MEMORY AND THEIR CHARACTERISTICS</vt:lpstr>
      <vt:lpstr>Secondary Memory</vt:lpstr>
      <vt:lpstr>Secondary Memory</vt:lpstr>
      <vt:lpstr>Secondary Memory</vt:lpstr>
      <vt:lpstr>Secondary Memory</vt:lpstr>
      <vt:lpstr>Secondary Memory</vt:lpstr>
      <vt:lpstr>Secondary Memory</vt:lpstr>
      <vt:lpstr>Secondary Memory</vt:lpstr>
      <vt:lpstr>Secondary Memory</vt:lpstr>
      <vt:lpstr>Secondary Memory</vt:lpstr>
      <vt:lpstr>Characteristics of Secondary Memory</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SECONDARY MEMORY AND THEIR CHARACTERISTICS</dc:title>
  <dc:creator>user</dc:creator>
  <cp:lastModifiedBy>user</cp:lastModifiedBy>
  <cp:revision>1</cp:revision>
  <dcterms:created xsi:type="dcterms:W3CDTF">2014-06-24T06:20:59Z</dcterms:created>
  <dcterms:modified xsi:type="dcterms:W3CDTF">2014-06-24T06:35:25Z</dcterms:modified>
</cp:coreProperties>
</file>