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7853F-7EC7-4E67-AC03-0A7B13D0A9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C14BDC-C770-4F3B-8138-0C23E8C7F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1E5752-3656-4A68-9319-73B736AC27EF}"/>
              </a:ext>
            </a:extLst>
          </p:cNvPr>
          <p:cNvSpPr>
            <a:spLocks noGrp="1"/>
          </p:cNvSpPr>
          <p:nvPr>
            <p:ph type="dt" sz="half" idx="10"/>
          </p:nvPr>
        </p:nvSpPr>
        <p:spPr/>
        <p:txBody>
          <a:bodyPr/>
          <a:lstStyle/>
          <a:p>
            <a:fld id="{2136BF07-EC59-40FF-A8D4-0F84E1BFF46E}" type="datetimeFigureOut">
              <a:rPr lang="en-US" smtClean="0"/>
              <a:t>2/9/2021</a:t>
            </a:fld>
            <a:endParaRPr lang="en-US"/>
          </a:p>
        </p:txBody>
      </p:sp>
      <p:sp>
        <p:nvSpPr>
          <p:cNvPr id="5" name="Footer Placeholder 4">
            <a:extLst>
              <a:ext uri="{FF2B5EF4-FFF2-40B4-BE49-F238E27FC236}">
                <a16:creationId xmlns:a16="http://schemas.microsoft.com/office/drawing/2014/main" id="{3100562B-963D-4657-8864-5E39FAF58E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9B488B-EE90-4687-BB46-AB9CF12A3D9C}"/>
              </a:ext>
            </a:extLst>
          </p:cNvPr>
          <p:cNvSpPr>
            <a:spLocks noGrp="1"/>
          </p:cNvSpPr>
          <p:nvPr>
            <p:ph type="sldNum" sz="quarter" idx="12"/>
          </p:nvPr>
        </p:nvSpPr>
        <p:spPr/>
        <p:txBody>
          <a:bodyPr/>
          <a:lstStyle/>
          <a:p>
            <a:fld id="{09C52154-C3BA-43B3-8A9E-C7D888091555}" type="slidenum">
              <a:rPr lang="en-US" smtClean="0"/>
              <a:t>‹#›</a:t>
            </a:fld>
            <a:endParaRPr lang="en-US"/>
          </a:p>
        </p:txBody>
      </p:sp>
    </p:spTree>
    <p:extLst>
      <p:ext uri="{BB962C8B-B14F-4D97-AF65-F5344CB8AC3E}">
        <p14:creationId xmlns:p14="http://schemas.microsoft.com/office/powerpoint/2010/main" val="968845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BC295-B6A5-450E-9B39-DB58855FBB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577CB4-4A60-4D86-8D05-C7ECBC798D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50DC44-CA2D-4AA1-85F6-552F361A90DE}"/>
              </a:ext>
            </a:extLst>
          </p:cNvPr>
          <p:cNvSpPr>
            <a:spLocks noGrp="1"/>
          </p:cNvSpPr>
          <p:nvPr>
            <p:ph type="dt" sz="half" idx="10"/>
          </p:nvPr>
        </p:nvSpPr>
        <p:spPr/>
        <p:txBody>
          <a:bodyPr/>
          <a:lstStyle/>
          <a:p>
            <a:fld id="{2136BF07-EC59-40FF-A8D4-0F84E1BFF46E}" type="datetimeFigureOut">
              <a:rPr lang="en-US" smtClean="0"/>
              <a:t>2/9/2021</a:t>
            </a:fld>
            <a:endParaRPr lang="en-US"/>
          </a:p>
        </p:txBody>
      </p:sp>
      <p:sp>
        <p:nvSpPr>
          <p:cNvPr id="5" name="Footer Placeholder 4">
            <a:extLst>
              <a:ext uri="{FF2B5EF4-FFF2-40B4-BE49-F238E27FC236}">
                <a16:creationId xmlns:a16="http://schemas.microsoft.com/office/drawing/2014/main" id="{03A799F2-1E6A-4AEB-94C9-07FE99DDEB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AE2E14-52C4-4F45-AD03-FA284A3621A8}"/>
              </a:ext>
            </a:extLst>
          </p:cNvPr>
          <p:cNvSpPr>
            <a:spLocks noGrp="1"/>
          </p:cNvSpPr>
          <p:nvPr>
            <p:ph type="sldNum" sz="quarter" idx="12"/>
          </p:nvPr>
        </p:nvSpPr>
        <p:spPr/>
        <p:txBody>
          <a:bodyPr/>
          <a:lstStyle/>
          <a:p>
            <a:fld id="{09C52154-C3BA-43B3-8A9E-C7D888091555}" type="slidenum">
              <a:rPr lang="en-US" smtClean="0"/>
              <a:t>‹#›</a:t>
            </a:fld>
            <a:endParaRPr lang="en-US"/>
          </a:p>
        </p:txBody>
      </p:sp>
    </p:spTree>
    <p:extLst>
      <p:ext uri="{BB962C8B-B14F-4D97-AF65-F5344CB8AC3E}">
        <p14:creationId xmlns:p14="http://schemas.microsoft.com/office/powerpoint/2010/main" val="1762659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F42DE-8E80-4E7B-9094-46CEE05371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54A142-4DFA-413B-92BC-96C1CD19BE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0BD774-2F43-43B2-8A67-0365C69B28CB}"/>
              </a:ext>
            </a:extLst>
          </p:cNvPr>
          <p:cNvSpPr>
            <a:spLocks noGrp="1"/>
          </p:cNvSpPr>
          <p:nvPr>
            <p:ph type="dt" sz="half" idx="10"/>
          </p:nvPr>
        </p:nvSpPr>
        <p:spPr/>
        <p:txBody>
          <a:bodyPr/>
          <a:lstStyle/>
          <a:p>
            <a:fld id="{2136BF07-EC59-40FF-A8D4-0F84E1BFF46E}" type="datetimeFigureOut">
              <a:rPr lang="en-US" smtClean="0"/>
              <a:t>2/9/2021</a:t>
            </a:fld>
            <a:endParaRPr lang="en-US"/>
          </a:p>
        </p:txBody>
      </p:sp>
      <p:sp>
        <p:nvSpPr>
          <p:cNvPr id="5" name="Footer Placeholder 4">
            <a:extLst>
              <a:ext uri="{FF2B5EF4-FFF2-40B4-BE49-F238E27FC236}">
                <a16:creationId xmlns:a16="http://schemas.microsoft.com/office/drawing/2014/main" id="{462AE2EF-7DAC-491F-8D77-F8341FB31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F17910-1D5B-4340-ABDF-4375A1E1ABD7}"/>
              </a:ext>
            </a:extLst>
          </p:cNvPr>
          <p:cNvSpPr>
            <a:spLocks noGrp="1"/>
          </p:cNvSpPr>
          <p:nvPr>
            <p:ph type="sldNum" sz="quarter" idx="12"/>
          </p:nvPr>
        </p:nvSpPr>
        <p:spPr/>
        <p:txBody>
          <a:bodyPr/>
          <a:lstStyle/>
          <a:p>
            <a:fld id="{09C52154-C3BA-43B3-8A9E-C7D888091555}" type="slidenum">
              <a:rPr lang="en-US" smtClean="0"/>
              <a:t>‹#›</a:t>
            </a:fld>
            <a:endParaRPr lang="en-US"/>
          </a:p>
        </p:txBody>
      </p:sp>
    </p:spTree>
    <p:extLst>
      <p:ext uri="{BB962C8B-B14F-4D97-AF65-F5344CB8AC3E}">
        <p14:creationId xmlns:p14="http://schemas.microsoft.com/office/powerpoint/2010/main" val="1778507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057BE-ACE1-4010-A4EC-0C57F84E8D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FA64F7-B22F-4E47-BED2-979A1EABE9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3AF22F-2367-4F73-AC89-989C2FE328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AC4D06-9A91-406F-AAB6-3997F8B85200}"/>
              </a:ext>
            </a:extLst>
          </p:cNvPr>
          <p:cNvSpPr>
            <a:spLocks noGrp="1"/>
          </p:cNvSpPr>
          <p:nvPr>
            <p:ph type="dt" sz="half" idx="10"/>
          </p:nvPr>
        </p:nvSpPr>
        <p:spPr/>
        <p:txBody>
          <a:bodyPr/>
          <a:lstStyle/>
          <a:p>
            <a:fld id="{2136BF07-EC59-40FF-A8D4-0F84E1BFF46E}" type="datetimeFigureOut">
              <a:rPr lang="en-US" smtClean="0"/>
              <a:t>2/9/2021</a:t>
            </a:fld>
            <a:endParaRPr lang="en-US"/>
          </a:p>
        </p:txBody>
      </p:sp>
      <p:sp>
        <p:nvSpPr>
          <p:cNvPr id="6" name="Footer Placeholder 5">
            <a:extLst>
              <a:ext uri="{FF2B5EF4-FFF2-40B4-BE49-F238E27FC236}">
                <a16:creationId xmlns:a16="http://schemas.microsoft.com/office/drawing/2014/main" id="{0FF0F3F0-D5FD-471D-8BCE-1EFA2AB902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751498-EAE6-410B-AA57-BB93F92F2AA5}"/>
              </a:ext>
            </a:extLst>
          </p:cNvPr>
          <p:cNvSpPr>
            <a:spLocks noGrp="1"/>
          </p:cNvSpPr>
          <p:nvPr>
            <p:ph type="sldNum" sz="quarter" idx="12"/>
          </p:nvPr>
        </p:nvSpPr>
        <p:spPr/>
        <p:txBody>
          <a:bodyPr/>
          <a:lstStyle/>
          <a:p>
            <a:fld id="{09C52154-C3BA-43B3-8A9E-C7D888091555}" type="slidenum">
              <a:rPr lang="en-US" smtClean="0"/>
              <a:t>‹#›</a:t>
            </a:fld>
            <a:endParaRPr lang="en-US"/>
          </a:p>
        </p:txBody>
      </p:sp>
    </p:spTree>
    <p:extLst>
      <p:ext uri="{BB962C8B-B14F-4D97-AF65-F5344CB8AC3E}">
        <p14:creationId xmlns:p14="http://schemas.microsoft.com/office/powerpoint/2010/main" val="1873020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33B0-56FB-44E9-86BF-0F390DF3BA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320436-350A-4D9E-B410-4B41020864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E45742-5171-4050-A2B0-21D249383C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0AD031-CA25-4F6E-B66C-A5A8B74DB3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968CF5-DC5B-4068-9C89-3240DC317D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E897EC-4515-442E-BD96-218712C9A3CC}"/>
              </a:ext>
            </a:extLst>
          </p:cNvPr>
          <p:cNvSpPr>
            <a:spLocks noGrp="1"/>
          </p:cNvSpPr>
          <p:nvPr>
            <p:ph type="dt" sz="half" idx="10"/>
          </p:nvPr>
        </p:nvSpPr>
        <p:spPr/>
        <p:txBody>
          <a:bodyPr/>
          <a:lstStyle/>
          <a:p>
            <a:fld id="{2136BF07-EC59-40FF-A8D4-0F84E1BFF46E}" type="datetimeFigureOut">
              <a:rPr lang="en-US" smtClean="0"/>
              <a:t>2/9/2021</a:t>
            </a:fld>
            <a:endParaRPr lang="en-US"/>
          </a:p>
        </p:txBody>
      </p:sp>
      <p:sp>
        <p:nvSpPr>
          <p:cNvPr id="8" name="Footer Placeholder 7">
            <a:extLst>
              <a:ext uri="{FF2B5EF4-FFF2-40B4-BE49-F238E27FC236}">
                <a16:creationId xmlns:a16="http://schemas.microsoft.com/office/drawing/2014/main" id="{2F9C009A-3CC3-48E1-9E5A-1733B1924A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8091EF-E4A3-4254-B466-E6419308D22F}"/>
              </a:ext>
            </a:extLst>
          </p:cNvPr>
          <p:cNvSpPr>
            <a:spLocks noGrp="1"/>
          </p:cNvSpPr>
          <p:nvPr>
            <p:ph type="sldNum" sz="quarter" idx="12"/>
          </p:nvPr>
        </p:nvSpPr>
        <p:spPr/>
        <p:txBody>
          <a:bodyPr/>
          <a:lstStyle/>
          <a:p>
            <a:fld id="{09C52154-C3BA-43B3-8A9E-C7D888091555}" type="slidenum">
              <a:rPr lang="en-US" smtClean="0"/>
              <a:t>‹#›</a:t>
            </a:fld>
            <a:endParaRPr lang="en-US"/>
          </a:p>
        </p:txBody>
      </p:sp>
    </p:spTree>
    <p:extLst>
      <p:ext uri="{BB962C8B-B14F-4D97-AF65-F5344CB8AC3E}">
        <p14:creationId xmlns:p14="http://schemas.microsoft.com/office/powerpoint/2010/main" val="397395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1961F-7547-45C3-9177-A211BF5E01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DA8EDB-46C6-4CED-A3B1-AEED06A28EC3}"/>
              </a:ext>
            </a:extLst>
          </p:cNvPr>
          <p:cNvSpPr>
            <a:spLocks noGrp="1"/>
          </p:cNvSpPr>
          <p:nvPr>
            <p:ph type="dt" sz="half" idx="10"/>
          </p:nvPr>
        </p:nvSpPr>
        <p:spPr/>
        <p:txBody>
          <a:bodyPr/>
          <a:lstStyle/>
          <a:p>
            <a:fld id="{2136BF07-EC59-40FF-A8D4-0F84E1BFF46E}" type="datetimeFigureOut">
              <a:rPr lang="en-US" smtClean="0"/>
              <a:t>2/9/2021</a:t>
            </a:fld>
            <a:endParaRPr lang="en-US"/>
          </a:p>
        </p:txBody>
      </p:sp>
      <p:sp>
        <p:nvSpPr>
          <p:cNvPr id="4" name="Footer Placeholder 3">
            <a:extLst>
              <a:ext uri="{FF2B5EF4-FFF2-40B4-BE49-F238E27FC236}">
                <a16:creationId xmlns:a16="http://schemas.microsoft.com/office/drawing/2014/main" id="{6907A54C-5F53-4C13-BA5E-F7686C985C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9C9043-06DA-456D-A207-811892571CCE}"/>
              </a:ext>
            </a:extLst>
          </p:cNvPr>
          <p:cNvSpPr>
            <a:spLocks noGrp="1"/>
          </p:cNvSpPr>
          <p:nvPr>
            <p:ph type="sldNum" sz="quarter" idx="12"/>
          </p:nvPr>
        </p:nvSpPr>
        <p:spPr/>
        <p:txBody>
          <a:bodyPr/>
          <a:lstStyle/>
          <a:p>
            <a:fld id="{09C52154-C3BA-43B3-8A9E-C7D888091555}" type="slidenum">
              <a:rPr lang="en-US" smtClean="0"/>
              <a:t>‹#›</a:t>
            </a:fld>
            <a:endParaRPr lang="en-US"/>
          </a:p>
        </p:txBody>
      </p:sp>
    </p:spTree>
    <p:extLst>
      <p:ext uri="{BB962C8B-B14F-4D97-AF65-F5344CB8AC3E}">
        <p14:creationId xmlns:p14="http://schemas.microsoft.com/office/powerpoint/2010/main" val="2321264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CD013D-AB3E-4ACC-A651-2BCC88FDAFB7}"/>
              </a:ext>
            </a:extLst>
          </p:cNvPr>
          <p:cNvSpPr>
            <a:spLocks noGrp="1"/>
          </p:cNvSpPr>
          <p:nvPr>
            <p:ph type="dt" sz="half" idx="10"/>
          </p:nvPr>
        </p:nvSpPr>
        <p:spPr/>
        <p:txBody>
          <a:bodyPr/>
          <a:lstStyle/>
          <a:p>
            <a:fld id="{2136BF07-EC59-40FF-A8D4-0F84E1BFF46E}" type="datetimeFigureOut">
              <a:rPr lang="en-US" smtClean="0"/>
              <a:t>2/9/2021</a:t>
            </a:fld>
            <a:endParaRPr lang="en-US"/>
          </a:p>
        </p:txBody>
      </p:sp>
      <p:sp>
        <p:nvSpPr>
          <p:cNvPr id="3" name="Footer Placeholder 2">
            <a:extLst>
              <a:ext uri="{FF2B5EF4-FFF2-40B4-BE49-F238E27FC236}">
                <a16:creationId xmlns:a16="http://schemas.microsoft.com/office/drawing/2014/main" id="{FA7D29A0-E7C2-4FEE-945B-651DC169964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8AF667-B1EC-4EFF-BBF0-7700FF0C1F66}"/>
              </a:ext>
            </a:extLst>
          </p:cNvPr>
          <p:cNvSpPr>
            <a:spLocks noGrp="1"/>
          </p:cNvSpPr>
          <p:nvPr>
            <p:ph type="sldNum" sz="quarter" idx="12"/>
          </p:nvPr>
        </p:nvSpPr>
        <p:spPr/>
        <p:txBody>
          <a:bodyPr/>
          <a:lstStyle/>
          <a:p>
            <a:fld id="{09C52154-C3BA-43B3-8A9E-C7D888091555}" type="slidenum">
              <a:rPr lang="en-US" smtClean="0"/>
              <a:t>‹#›</a:t>
            </a:fld>
            <a:endParaRPr lang="en-US"/>
          </a:p>
        </p:txBody>
      </p:sp>
    </p:spTree>
    <p:extLst>
      <p:ext uri="{BB962C8B-B14F-4D97-AF65-F5344CB8AC3E}">
        <p14:creationId xmlns:p14="http://schemas.microsoft.com/office/powerpoint/2010/main" val="3399392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AFBB0-6006-483E-8D4F-88C20BC0DF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18EE7A-6B6D-4CFE-A6F8-13B8C8BBA6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C7E93-EBED-4484-83C9-4C745B859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C80473-28BE-4DE0-8912-D29670BD605C}"/>
              </a:ext>
            </a:extLst>
          </p:cNvPr>
          <p:cNvSpPr>
            <a:spLocks noGrp="1"/>
          </p:cNvSpPr>
          <p:nvPr>
            <p:ph type="dt" sz="half" idx="10"/>
          </p:nvPr>
        </p:nvSpPr>
        <p:spPr/>
        <p:txBody>
          <a:bodyPr/>
          <a:lstStyle/>
          <a:p>
            <a:fld id="{2136BF07-EC59-40FF-A8D4-0F84E1BFF46E}" type="datetimeFigureOut">
              <a:rPr lang="en-US" smtClean="0"/>
              <a:t>2/9/2021</a:t>
            </a:fld>
            <a:endParaRPr lang="en-US"/>
          </a:p>
        </p:txBody>
      </p:sp>
      <p:sp>
        <p:nvSpPr>
          <p:cNvPr id="6" name="Footer Placeholder 5">
            <a:extLst>
              <a:ext uri="{FF2B5EF4-FFF2-40B4-BE49-F238E27FC236}">
                <a16:creationId xmlns:a16="http://schemas.microsoft.com/office/drawing/2014/main" id="{2D68030A-513F-41B2-BAB7-E907A761EA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9017F0-EDC1-4FB4-A853-025FED819868}"/>
              </a:ext>
            </a:extLst>
          </p:cNvPr>
          <p:cNvSpPr>
            <a:spLocks noGrp="1"/>
          </p:cNvSpPr>
          <p:nvPr>
            <p:ph type="sldNum" sz="quarter" idx="12"/>
          </p:nvPr>
        </p:nvSpPr>
        <p:spPr/>
        <p:txBody>
          <a:bodyPr/>
          <a:lstStyle/>
          <a:p>
            <a:fld id="{09C52154-C3BA-43B3-8A9E-C7D888091555}" type="slidenum">
              <a:rPr lang="en-US" smtClean="0"/>
              <a:t>‹#›</a:t>
            </a:fld>
            <a:endParaRPr lang="en-US"/>
          </a:p>
        </p:txBody>
      </p:sp>
    </p:spTree>
    <p:extLst>
      <p:ext uri="{BB962C8B-B14F-4D97-AF65-F5344CB8AC3E}">
        <p14:creationId xmlns:p14="http://schemas.microsoft.com/office/powerpoint/2010/main" val="4070276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07928-6333-436F-9190-4CE32C759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30A6DA-4E40-455B-B3B5-55F164BED3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B891DD-0412-4A74-92A0-E358193779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65ABC3-755E-4FF8-B2EE-820D7F197091}"/>
              </a:ext>
            </a:extLst>
          </p:cNvPr>
          <p:cNvSpPr>
            <a:spLocks noGrp="1"/>
          </p:cNvSpPr>
          <p:nvPr>
            <p:ph type="dt" sz="half" idx="10"/>
          </p:nvPr>
        </p:nvSpPr>
        <p:spPr/>
        <p:txBody>
          <a:bodyPr/>
          <a:lstStyle/>
          <a:p>
            <a:fld id="{2136BF07-EC59-40FF-A8D4-0F84E1BFF46E}" type="datetimeFigureOut">
              <a:rPr lang="en-US" smtClean="0"/>
              <a:t>2/9/2021</a:t>
            </a:fld>
            <a:endParaRPr lang="en-US"/>
          </a:p>
        </p:txBody>
      </p:sp>
      <p:sp>
        <p:nvSpPr>
          <p:cNvPr id="6" name="Footer Placeholder 5">
            <a:extLst>
              <a:ext uri="{FF2B5EF4-FFF2-40B4-BE49-F238E27FC236}">
                <a16:creationId xmlns:a16="http://schemas.microsoft.com/office/drawing/2014/main" id="{46C086D7-47D6-47F4-8ECB-B90DE0E234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2C3402-D3D0-4074-9D7D-EEB1FD060DF7}"/>
              </a:ext>
            </a:extLst>
          </p:cNvPr>
          <p:cNvSpPr>
            <a:spLocks noGrp="1"/>
          </p:cNvSpPr>
          <p:nvPr>
            <p:ph type="sldNum" sz="quarter" idx="12"/>
          </p:nvPr>
        </p:nvSpPr>
        <p:spPr/>
        <p:txBody>
          <a:bodyPr/>
          <a:lstStyle/>
          <a:p>
            <a:fld id="{09C52154-C3BA-43B3-8A9E-C7D888091555}" type="slidenum">
              <a:rPr lang="en-US" smtClean="0"/>
              <a:t>‹#›</a:t>
            </a:fld>
            <a:endParaRPr lang="en-US"/>
          </a:p>
        </p:txBody>
      </p:sp>
    </p:spTree>
    <p:extLst>
      <p:ext uri="{BB962C8B-B14F-4D97-AF65-F5344CB8AC3E}">
        <p14:creationId xmlns:p14="http://schemas.microsoft.com/office/powerpoint/2010/main" val="2441919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A55A1-F264-45D3-9A9D-5603D28926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AEFD94-6C9A-4CA1-98E1-351591005D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76CD07-6423-44C3-BA63-3B2D35D5EDD2}"/>
              </a:ext>
            </a:extLst>
          </p:cNvPr>
          <p:cNvSpPr>
            <a:spLocks noGrp="1"/>
          </p:cNvSpPr>
          <p:nvPr>
            <p:ph type="dt" sz="half" idx="10"/>
          </p:nvPr>
        </p:nvSpPr>
        <p:spPr/>
        <p:txBody>
          <a:bodyPr/>
          <a:lstStyle/>
          <a:p>
            <a:fld id="{2136BF07-EC59-40FF-A8D4-0F84E1BFF46E}" type="datetimeFigureOut">
              <a:rPr lang="en-US" smtClean="0"/>
              <a:t>2/9/2021</a:t>
            </a:fld>
            <a:endParaRPr lang="en-US"/>
          </a:p>
        </p:txBody>
      </p:sp>
      <p:sp>
        <p:nvSpPr>
          <p:cNvPr id="5" name="Footer Placeholder 4">
            <a:extLst>
              <a:ext uri="{FF2B5EF4-FFF2-40B4-BE49-F238E27FC236}">
                <a16:creationId xmlns:a16="http://schemas.microsoft.com/office/drawing/2014/main" id="{8D5C5C9A-AE7A-4801-871A-D7BBF3DC99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65E309-4BD0-4C3B-BD27-05BFBE42B4D6}"/>
              </a:ext>
            </a:extLst>
          </p:cNvPr>
          <p:cNvSpPr>
            <a:spLocks noGrp="1"/>
          </p:cNvSpPr>
          <p:nvPr>
            <p:ph type="sldNum" sz="quarter" idx="12"/>
          </p:nvPr>
        </p:nvSpPr>
        <p:spPr/>
        <p:txBody>
          <a:bodyPr/>
          <a:lstStyle/>
          <a:p>
            <a:fld id="{09C52154-C3BA-43B3-8A9E-C7D888091555}" type="slidenum">
              <a:rPr lang="en-US" smtClean="0"/>
              <a:t>‹#›</a:t>
            </a:fld>
            <a:endParaRPr lang="en-US"/>
          </a:p>
        </p:txBody>
      </p:sp>
    </p:spTree>
    <p:extLst>
      <p:ext uri="{BB962C8B-B14F-4D97-AF65-F5344CB8AC3E}">
        <p14:creationId xmlns:p14="http://schemas.microsoft.com/office/powerpoint/2010/main" val="2373667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15792C-B0ED-41A9-A42C-A4A087B6B8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2370D7-2B68-439B-951C-153E506302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2F741B-A80C-4635-A5D0-FB4E1A62AD12}"/>
              </a:ext>
            </a:extLst>
          </p:cNvPr>
          <p:cNvSpPr>
            <a:spLocks noGrp="1"/>
          </p:cNvSpPr>
          <p:nvPr>
            <p:ph type="dt" sz="half" idx="10"/>
          </p:nvPr>
        </p:nvSpPr>
        <p:spPr/>
        <p:txBody>
          <a:bodyPr/>
          <a:lstStyle/>
          <a:p>
            <a:fld id="{2136BF07-EC59-40FF-A8D4-0F84E1BFF46E}" type="datetimeFigureOut">
              <a:rPr lang="en-US" smtClean="0"/>
              <a:t>2/9/2021</a:t>
            </a:fld>
            <a:endParaRPr lang="en-US"/>
          </a:p>
        </p:txBody>
      </p:sp>
      <p:sp>
        <p:nvSpPr>
          <p:cNvPr id="5" name="Footer Placeholder 4">
            <a:extLst>
              <a:ext uri="{FF2B5EF4-FFF2-40B4-BE49-F238E27FC236}">
                <a16:creationId xmlns:a16="http://schemas.microsoft.com/office/drawing/2014/main" id="{50DFCF6D-363E-40CE-9432-5AD4AC0CBC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DD7A93-3FA9-4162-B98C-F175A4EC8DD6}"/>
              </a:ext>
            </a:extLst>
          </p:cNvPr>
          <p:cNvSpPr>
            <a:spLocks noGrp="1"/>
          </p:cNvSpPr>
          <p:nvPr>
            <p:ph type="sldNum" sz="quarter" idx="12"/>
          </p:nvPr>
        </p:nvSpPr>
        <p:spPr/>
        <p:txBody>
          <a:bodyPr/>
          <a:lstStyle/>
          <a:p>
            <a:fld id="{09C52154-C3BA-43B3-8A9E-C7D888091555}" type="slidenum">
              <a:rPr lang="en-US" smtClean="0"/>
              <a:t>‹#›</a:t>
            </a:fld>
            <a:endParaRPr lang="en-US"/>
          </a:p>
        </p:txBody>
      </p:sp>
    </p:spTree>
    <p:extLst>
      <p:ext uri="{BB962C8B-B14F-4D97-AF65-F5344CB8AC3E}">
        <p14:creationId xmlns:p14="http://schemas.microsoft.com/office/powerpoint/2010/main" val="2748643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335D4C-2A33-4511-ADCB-030AECEEDF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2278C8-1A41-4E0B-9417-4F9B50520A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2C488-2E48-4783-A230-E442D2D921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36BF07-EC59-40FF-A8D4-0F84E1BFF46E}" type="datetimeFigureOut">
              <a:rPr lang="en-US" smtClean="0"/>
              <a:t>2/9/2021</a:t>
            </a:fld>
            <a:endParaRPr lang="en-US"/>
          </a:p>
        </p:txBody>
      </p:sp>
      <p:sp>
        <p:nvSpPr>
          <p:cNvPr id="5" name="Footer Placeholder 4">
            <a:extLst>
              <a:ext uri="{FF2B5EF4-FFF2-40B4-BE49-F238E27FC236}">
                <a16:creationId xmlns:a16="http://schemas.microsoft.com/office/drawing/2014/main" id="{94A327DA-9EF7-4C4D-894A-35A0A992FB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F58F8B-413E-44FA-BE48-BA2487D784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C52154-C3BA-43B3-8A9E-C7D888091555}" type="slidenum">
              <a:rPr lang="en-US" smtClean="0"/>
              <a:t>‹#›</a:t>
            </a:fld>
            <a:endParaRPr lang="en-US"/>
          </a:p>
        </p:txBody>
      </p:sp>
    </p:spTree>
    <p:extLst>
      <p:ext uri="{BB962C8B-B14F-4D97-AF65-F5344CB8AC3E}">
        <p14:creationId xmlns:p14="http://schemas.microsoft.com/office/powerpoint/2010/main" val="3534878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714A2F0-DF78-409E-8FB8-7D62C629DEE9}"/>
              </a:ext>
            </a:extLst>
          </p:cNvPr>
          <p:cNvSpPr>
            <a:spLocks noGrp="1"/>
          </p:cNvSpPr>
          <p:nvPr>
            <p:ph type="subTitle" idx="1"/>
          </p:nvPr>
        </p:nvSpPr>
        <p:spPr/>
        <p:txBody>
          <a:bodyPr/>
          <a:lstStyle/>
          <a:p>
            <a:r>
              <a:rPr lang="en-US" b="1" dirty="0">
                <a:latin typeface="Times New Roman" panose="02020603050405020304" pitchFamily="18" charset="0"/>
                <a:cs typeface="Times New Roman" panose="02020603050405020304" pitchFamily="18" charset="0"/>
              </a:rPr>
              <a:t>SPEAKING TO PERSUADE (PERSUASION)</a:t>
            </a:r>
          </a:p>
          <a:p>
            <a:endParaRPr lang="en-US"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09083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9811A4-6E20-49FD-88B2-72F8D09B1803}"/>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LEARNING OUTCOMES</a:t>
            </a:r>
          </a:p>
          <a:p>
            <a:pPr marL="0" indent="0">
              <a:buNone/>
            </a:pPr>
            <a:r>
              <a:rPr lang="en-US" i="1" dirty="0">
                <a:latin typeface="Times New Roman" panose="02020603050405020304" pitchFamily="18" charset="0"/>
                <a:cs typeface="Times New Roman" panose="02020603050405020304" pitchFamily="18" charset="0"/>
              </a:rPr>
              <a:t>By the end of this unit, students should be able to:</a:t>
            </a:r>
          </a:p>
          <a:p>
            <a:pPr>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 Define the term persuasion.</a:t>
            </a:r>
          </a:p>
          <a:p>
            <a:pPr>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 Use various persuasive strategies in order to achieve their goals.</a:t>
            </a:r>
          </a:p>
          <a:p>
            <a:pPr>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 Distinguish between persuasion and coercion. </a:t>
            </a:r>
          </a:p>
          <a:p>
            <a:pPr>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 Apply the Rank’s Model in order to achieve persuasion</a:t>
            </a:r>
          </a:p>
          <a:p>
            <a:endParaRPr lang="en-US" dirty="0"/>
          </a:p>
        </p:txBody>
      </p:sp>
    </p:spTree>
    <p:extLst>
      <p:ext uri="{BB962C8B-B14F-4D97-AF65-F5344CB8AC3E}">
        <p14:creationId xmlns:p14="http://schemas.microsoft.com/office/powerpoint/2010/main" val="1900245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2AA778-A348-408C-830A-BD78AB8E3F27}"/>
              </a:ext>
            </a:extLst>
          </p:cNvPr>
          <p:cNvSpPr>
            <a:spLocks noGrp="1"/>
          </p:cNvSpPr>
          <p:nvPr>
            <p:ph idx="1"/>
          </p:nvPr>
        </p:nvSpPr>
        <p:spPr>
          <a:xfrm>
            <a:off x="0" y="0"/>
            <a:ext cx="12192000" cy="6858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INTRODUCTION</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Persuasive speaking is the kind of speaking where you want the audience to agree with your ideas. In persuasion, your goal is to convince the listeners to accept what you are presenting as being true. The study  of persuasion is called rhetoric – a term that is synonymous with persuasion. </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Some individuals seem to be especially able to influence others merely through the force of personality and the use of language. </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Persuasive speeches aim at influencing the beliefs, attitudes, values, and behavior of others. Unlike an informative speech, where the speaker attempts to make some information known to an audience, in a persuasive speech the speaker is bent on influencing people to think or behave in a particular way.</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focus of this unit is to explore technics which a speaker may use in order to achieve his/her persuasive goal. </a:t>
            </a:r>
          </a:p>
        </p:txBody>
      </p:sp>
    </p:spTree>
    <p:extLst>
      <p:ext uri="{BB962C8B-B14F-4D97-AF65-F5344CB8AC3E}">
        <p14:creationId xmlns:p14="http://schemas.microsoft.com/office/powerpoint/2010/main" val="2071823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FB0306-B786-42AF-AD9C-85FA31AAA249}"/>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Nature of Persuasion</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Persuasion always occurs in a situation where two or more points of view exist.</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It implies observable change which can even be mental e.g. change of attitude, beliefs or values. </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It also implies choice. If a person forces another to do his/bidding, that is not persuasion but coercion. </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According to Tony Schwartz, persuasion occurs when a persuader strikes a chord that always sets up a cooperative response in the receiver.</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goal of persuasion therefore is to alter the ways people experience themselves and their world, or the goal of persuasion is to establish a responsive chord.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8716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E1E55D-BEF3-40DC-92A1-DC7839E5EB5A}"/>
              </a:ext>
            </a:extLst>
          </p:cNvPr>
          <p:cNvSpPr>
            <a:spLocks noGrp="1"/>
          </p:cNvSpPr>
          <p:nvPr>
            <p:ph idx="1"/>
          </p:nvPr>
        </p:nvSpPr>
        <p:spPr>
          <a:xfrm>
            <a:off x="0" y="0"/>
            <a:ext cx="12192000" cy="6858000"/>
          </a:xfrm>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The Rank’s model of Persuasion</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Rank (1970) developed a model of persuasion that suggests how persuaders can produce a responsive chord. He concludes that persuaders have two choices in their persuasive goals:</a:t>
            </a:r>
          </a:p>
          <a:p>
            <a:pPr marL="0" indent="0">
              <a:buNone/>
            </a:pPr>
            <a:r>
              <a:rPr lang="en-US" b="1" dirty="0">
                <a:latin typeface="Times New Roman" panose="02020603050405020304" pitchFamily="18" charset="0"/>
                <a:cs typeface="Times New Roman" panose="02020603050405020304" pitchFamily="18" charset="0"/>
              </a:rPr>
              <a:t>1. </a:t>
            </a:r>
            <a:r>
              <a:rPr lang="en-US" b="1" i="1" dirty="0">
                <a:latin typeface="Times New Roman" panose="02020603050405020304" pitchFamily="18" charset="0"/>
                <a:cs typeface="Times New Roman" panose="02020603050405020304" pitchFamily="18" charset="0"/>
              </a:rPr>
              <a:t>Intensifying an idea</a:t>
            </a:r>
          </a:p>
          <a:p>
            <a:pPr marL="0" indent="0">
              <a:buNone/>
            </a:pPr>
            <a:r>
              <a:rPr lang="en-US" b="1" i="1" dirty="0">
                <a:latin typeface="Times New Roman" panose="02020603050405020304" pitchFamily="18" charset="0"/>
                <a:cs typeface="Times New Roman" panose="02020603050405020304" pitchFamily="18" charset="0"/>
              </a:rPr>
              <a:t>2. Downplaying an idea</a:t>
            </a:r>
          </a:p>
          <a:p>
            <a:pPr marL="0" indent="0">
              <a:buNone/>
            </a:pPr>
            <a:endParaRPr lang="en-US" b="1"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They can intensify their own positive points and their opponent’s negative points. </a:t>
            </a:r>
          </a:p>
          <a:p>
            <a:pPr marL="0" indent="0">
              <a:buNone/>
            </a:pP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Paramo is more powerful than any other drug; it is also safer because it does not upset 	your stomach like some of the drugs on the market.</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They can also downplay their own negative points and downplay the other side’s 	positive points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when trading your car for a new one, you may neglect to mention that your used car’s 	engine needs to be overhauled while you find fault with the new car’s grinding 	sound.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Rank further discusses three strategies to downplay something and three strategies to 	intensify.</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3113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B720EA-ED12-4D52-BA3A-6D06B06FDAB6}"/>
              </a:ext>
            </a:extLst>
          </p:cNvPr>
          <p:cNvSpPr>
            <a:spLocks noGrp="1"/>
          </p:cNvSpPr>
          <p:nvPr>
            <p:ph idx="1"/>
          </p:nvPr>
        </p:nvSpPr>
        <p:spPr>
          <a:xfrm>
            <a:off x="0" y="0"/>
            <a:ext cx="12192000" cy="6858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Strategies to Intensify</a:t>
            </a:r>
          </a:p>
          <a:p>
            <a:pPr marL="0" indent="0">
              <a:buNone/>
            </a:pPr>
            <a:r>
              <a:rPr lang="en-US" dirty="0">
                <a:latin typeface="Times New Roman" panose="02020603050405020304" pitchFamily="18" charset="0"/>
                <a:cs typeface="Times New Roman" panose="02020603050405020304" pitchFamily="18" charset="0"/>
              </a:rPr>
              <a:t>He argues intensifying occurs through repetition, association, and composition</a:t>
            </a:r>
          </a:p>
          <a:p>
            <a:pPr marL="0" indent="0">
              <a:buNone/>
            </a:pPr>
            <a:r>
              <a:rPr lang="en-US" b="1" i="1" dirty="0">
                <a:latin typeface="Times New Roman" panose="02020603050405020304" pitchFamily="18" charset="0"/>
                <a:cs typeface="Times New Roman" panose="02020603050405020304" pitchFamily="18" charset="0"/>
              </a:rPr>
              <a:t>1. Repetition</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You can intensify the good or bad points of an argument, an idea or a person merely by repetition</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For instance in a TV ad, the name of the advertised product is repeated 	several times. Advertisers know the value of repetition</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You can also keep repeating something you are not satisfied with to intensify 	an argument. </a:t>
            </a:r>
          </a:p>
          <a:p>
            <a:pPr marL="0" indent="0">
              <a:buNone/>
            </a:pPr>
            <a:r>
              <a:rPr lang="en-US" b="1" i="1" dirty="0">
                <a:latin typeface="Times New Roman" panose="02020603050405020304" pitchFamily="18" charset="0"/>
                <a:cs typeface="Times New Roman" panose="02020603050405020304" pitchFamily="18" charset="0"/>
              </a:rPr>
              <a:t>2. Association</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You can also intensify something by developing an association in the receiver’s 	mind between the product and something or someone that the receiver 	already likes or knows </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Miss Mzuzu University uses Nivea perfume</a:t>
            </a:r>
          </a:p>
          <a:p>
            <a:pPr marL="0" indent="0">
              <a:buNone/>
            </a:pPr>
            <a:r>
              <a:rPr lang="en-US" i="1" dirty="0">
                <a:latin typeface="Times New Roman" panose="02020603050405020304" pitchFamily="18" charset="0"/>
                <a:cs typeface="Times New Roman" panose="02020603050405020304" pitchFamily="18" charset="0"/>
              </a:rPr>
              <a:t>	     The school football star, Eric, reads five hours a day</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438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755DB-574B-4F66-AB34-744211435720}"/>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3. Composition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Here you compare and contrast the composition of something to something else not only with language but also with design features in the immediate environment of the language</a:t>
            </a:r>
          </a:p>
          <a:p>
            <a:pPr marL="0" indent="0" algn="just">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For instance, when President Bush was campaigning for the Republican 	nomination in 1980, his advisers were concerned that he had less chances in 	the polls. A series of tv spots were designed to intensify his popularity</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Arriving at an airport rally</a:t>
            </a:r>
          </a:p>
          <a:p>
            <a:pPr marL="0" indent="0" algn="just">
              <a:buNone/>
            </a:pPr>
            <a:r>
              <a:rPr lang="en-US" i="1" dirty="0">
                <a:latin typeface="Times New Roman" panose="02020603050405020304" pitchFamily="18" charset="0"/>
                <a:cs typeface="Times New Roman" panose="02020603050405020304" pitchFamily="18" charset="0"/>
              </a:rPr>
              <a:t>	Voice off camera: the plane taxies up the camera. It’s raining hard; </a:t>
            </a:r>
            <a:r>
              <a:rPr lang="en-US" i="1" dirty="0" err="1">
                <a:latin typeface="Times New Roman" panose="02020603050405020304" pitchFamily="18" charset="0"/>
                <a:cs typeface="Times New Roman" panose="02020603050405020304" pitchFamily="18" charset="0"/>
              </a:rPr>
              <a:t>Mr</a:t>
            </a:r>
            <a:r>
              <a:rPr lang="en-US" i="1" dirty="0">
                <a:latin typeface="Times New Roman" panose="02020603050405020304" pitchFamily="18" charset="0"/>
                <a:cs typeface="Times New Roman" panose="02020603050405020304" pitchFamily="18" charset="0"/>
              </a:rPr>
              <a:t> Bush  	walks through the rain toward an adoring crowd. Here is </a:t>
            </a:r>
            <a:r>
              <a:rPr lang="en-US" i="1" dirty="0" err="1">
                <a:latin typeface="Times New Roman" panose="02020603050405020304" pitchFamily="18" charset="0"/>
                <a:cs typeface="Times New Roman" panose="02020603050405020304" pitchFamily="18" charset="0"/>
              </a:rPr>
              <a:t>Mr</a:t>
            </a:r>
            <a:r>
              <a:rPr lang="en-US" i="1" dirty="0">
                <a:latin typeface="Times New Roman" panose="02020603050405020304" pitchFamily="18" charset="0"/>
                <a:cs typeface="Times New Roman" panose="02020603050405020304" pitchFamily="18" charset="0"/>
              </a:rPr>
              <a:t> Bush shaking 	hands, smiling, pressing the flesh, receiving accolades of the cheering cloud.</a:t>
            </a:r>
          </a:p>
          <a:p>
            <a:pPr marL="0" indent="0" algn="just">
              <a:buNone/>
            </a:pPr>
            <a:r>
              <a:rPr lang="en-US" i="1" dirty="0">
                <a:latin typeface="Times New Roman" panose="02020603050405020304" pitchFamily="18" charset="0"/>
                <a:cs typeface="Times New Roman" panose="02020603050405020304" pitchFamily="18" charset="0"/>
              </a:rPr>
              <a:t>	As he shakes hands with supporters in the rain</a:t>
            </a:r>
          </a:p>
          <a:p>
            <a:pPr marL="0" indent="0" algn="just">
              <a:buNone/>
            </a:pPr>
            <a:r>
              <a:rPr lang="en-US" i="1" dirty="0">
                <a:latin typeface="Times New Roman" panose="02020603050405020304" pitchFamily="18" charset="0"/>
                <a:cs typeface="Times New Roman" panose="02020603050405020304" pitchFamily="18" charset="0"/>
              </a:rPr>
              <a:t>	George Bush has emerged from the field of presidential candidates because of 	what he is, a man who has proven that he can do the rough jobs and lead his 	country.</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5019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BE31AD-B86E-4FEB-B6E8-018722FDA36B}"/>
              </a:ext>
            </a:extLst>
          </p:cNvPr>
          <p:cNvSpPr>
            <a:spLocks noGrp="1"/>
          </p:cNvSpPr>
          <p:nvPr>
            <p:ph idx="1"/>
          </p:nvPr>
        </p:nvSpPr>
        <p:spPr>
          <a:xfrm>
            <a:off x="0" y="0"/>
            <a:ext cx="12192000" cy="6858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Downplaying</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There are times when common sense tells us that we should not call attention to something.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For example, if we have a shortcoming, it is unlikely that we intensify it to others. That will defeat your persuasive purpose. Instead, you are likely to downplay it.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Strategies for Downplaying</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Rank’s model suggests three strategies for downplaying: omission, diversion and confusion.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1. Omission</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Means leaving something out. You can either leave out more of your own shortcomings or more of your opponent’s strengths </a:t>
            </a:r>
          </a:p>
          <a:p>
            <a:pPr>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risk with omitting your shortcomings is that the strategy can backfire (cases: Interviews/computer literacy; Senator Hart of Colorado, 1988)</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0496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23F1AC-9D57-47DF-8E46-E20F9551569D}"/>
              </a:ext>
            </a:extLst>
          </p:cNvPr>
          <p:cNvSpPr>
            <a:spLocks noGrp="1"/>
          </p:cNvSpPr>
          <p:nvPr>
            <p:ph idx="1"/>
          </p:nvPr>
        </p:nvSpPr>
        <p:spPr>
          <a:xfrm>
            <a:off x="0" y="0"/>
            <a:ext cx="12192000" cy="6858000"/>
          </a:xfrm>
        </p:spPr>
        <p:txBody>
          <a:bodyPr/>
          <a:lstStyle/>
          <a:p>
            <a:pPr marL="0" indent="0">
              <a:buNone/>
            </a:pPr>
            <a:r>
              <a:rPr lang="en-US" b="1" i="1" dirty="0">
                <a:latin typeface="Times New Roman" panose="02020603050405020304" pitchFamily="18" charset="0"/>
                <a:cs typeface="Times New Roman" panose="02020603050405020304" pitchFamily="18" charset="0"/>
              </a:rPr>
              <a:t>2. Diversion</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Here you shift the focus of attention away from a shortcoming or from an opponent (cases: Ronald Reagan’s record budget vs.  his second term bid; a drunk and his wife – late coming vs. bad cook).</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3. Confusion</a:t>
            </a:r>
          </a:p>
          <a:p>
            <a:pPr marL="0" indent="0">
              <a:buNone/>
            </a:pPr>
            <a:r>
              <a:rPr lang="en-US" dirty="0">
                <a:latin typeface="Times New Roman" panose="02020603050405020304" pitchFamily="18" charset="0"/>
                <a:cs typeface="Times New Roman" panose="02020603050405020304" pitchFamily="18" charset="0"/>
              </a:rPr>
              <a:t>Here a speaker introduces jargons, contradictory information or causes information overload.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8528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FEB0B3-6AFC-41AF-87A2-45B6435018DA}"/>
              </a:ext>
            </a:extLst>
          </p:cNvPr>
          <p:cNvSpPr>
            <a:spLocks noGrp="1"/>
          </p:cNvSpPr>
          <p:nvPr>
            <p:ph idx="1"/>
          </p:nvPr>
        </p:nvSpPr>
        <p:spPr>
          <a:xfrm>
            <a:off x="0" y="0"/>
            <a:ext cx="12192000" cy="6858000"/>
          </a:xfrm>
        </p:spPr>
        <p:txBody>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marL="0" indent="0" algn="ctr">
              <a:buNone/>
            </a:pPr>
            <a:r>
              <a:rPr lang="en-US" b="1" dirty="0">
                <a:latin typeface="Times New Roman" panose="02020603050405020304" pitchFamily="18" charset="0"/>
                <a:cs typeface="Times New Roman" panose="02020603050405020304" pitchFamily="18" charset="0"/>
              </a:rPr>
              <a:t>The End</a:t>
            </a:r>
          </a:p>
        </p:txBody>
      </p:sp>
    </p:spTree>
    <p:extLst>
      <p:ext uri="{BB962C8B-B14F-4D97-AF65-F5344CB8AC3E}">
        <p14:creationId xmlns:p14="http://schemas.microsoft.com/office/powerpoint/2010/main" val="4266991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990</TotalTime>
  <Words>986</Words>
  <Application>Microsoft Office PowerPoint</Application>
  <PresentationFormat>Widescreen</PresentationFormat>
  <Paragraphs>77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10</cp:revision>
  <dcterms:created xsi:type="dcterms:W3CDTF">2021-02-09T13:56:10Z</dcterms:created>
  <dcterms:modified xsi:type="dcterms:W3CDTF">2021-02-10T06:27:05Z</dcterms:modified>
</cp:coreProperties>
</file>