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f9799ec8ee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gf9799ec8ee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Ad Populum</a:t>
            </a:r>
            <a:endParaRPr/>
          </a:p>
        </p:txBody>
      </p:sp>
      <p:sp>
        <p:nvSpPr>
          <p:cNvPr id="135" name="Google Shape;135;gf9799ec8ee_0_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f9799ec8ee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gf9799ec8ee_0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Circular Reasoning</a:t>
            </a:r>
            <a:endParaRPr/>
          </a:p>
        </p:txBody>
      </p:sp>
      <p:sp>
        <p:nvSpPr>
          <p:cNvPr id="143" name="Google Shape;143;gf9799ec8ee_0_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f9799ec8ee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gf9799ec8ee_0_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f9799ec8ee_0_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feff3e7d8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feff3e7d8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0008797421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0008797421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feff3e7d8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feff3e7d8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feff3e7d8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feff3e7d8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68e2dbf84726884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68e2dbf84726884c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f9799ec8ee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f9799ec8ee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7f88dba959d4783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7f88dba959d4783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7f88dba959d47834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7f88dba959d47834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men are dogs. All women are gold diggers.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7f88dba959d4783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7f88dba959d4783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7f88dba959d47834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7f88dba959d47834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7f88dba959d47834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7f88dba959d47834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7f88dba959d47834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7f88dba959d47834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7f88dba959d47834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7f88dba959d47834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7f88dba959d47834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7f88dba959d47834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Circular Reasoning - a proposition is supported by the premises, which is supported by the proposition. Creating a circle in reasoning where no useful information is being shared.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7f88dba959d47834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7f88dba959d47834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f9799ec8ee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f9799ec8ee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7f88dba959d47834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7f88dba959d47834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7f88dba959d47834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7f88dba959d47834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7f88dba959d47834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7f88dba959d47834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7f88dba959d47834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7f88dba959d47834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7f88dba959d47834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7f88dba959d47834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7f88dba959d47834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7f88dba959d47834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7f88dba959d47834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7f88dba959d47834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7f88dba959d47834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7f88dba959d47834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fa42082388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fa42082388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fa42082388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fa42082388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046836dd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046836dd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
    <p:bg>
      <p:bgPr>
        <a:solidFill>
          <a:srgbClr val="FFFFFF"/>
        </a:solidFill>
      </p:bgPr>
    </p:bg>
    <p:spTree>
      <p:nvGrpSpPr>
        <p:cNvPr id="50" name="Shape 50"/>
        <p:cNvGrpSpPr/>
        <p:nvPr/>
      </p:nvGrpSpPr>
      <p:grpSpPr>
        <a:xfrm>
          <a:off x="0" y="0"/>
          <a:ext cx="0" cy="0"/>
          <a:chOff x="0" y="0"/>
          <a:chExt cx="0" cy="0"/>
        </a:xfrm>
      </p:grpSpPr>
      <p:sp>
        <p:nvSpPr>
          <p:cNvPr id="51" name="Google Shape;51;p13"/>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p:nvPr/>
        </p:nvSpPr>
        <p:spPr>
          <a:xfrm>
            <a:off x="308782" y="1640000"/>
            <a:ext cx="8526000" cy="332100"/>
          </a:xfrm>
          <a:prstGeom prst="rect">
            <a:avLst/>
          </a:prstGeom>
          <a:solidFill>
            <a:srgbClr val="FFB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3"/>
          <p:cNvSpPr/>
          <p:nvPr/>
        </p:nvSpPr>
        <p:spPr>
          <a:xfrm>
            <a:off x="2440287" y="1640000"/>
            <a:ext cx="2131500" cy="332100"/>
          </a:xfrm>
          <a:prstGeom prst="rect">
            <a:avLst/>
          </a:prstGeom>
          <a:solidFill>
            <a:srgbClr val="FFFFFF">
              <a:alpha val="31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3"/>
          <p:cNvSpPr/>
          <p:nvPr/>
        </p:nvSpPr>
        <p:spPr>
          <a:xfrm>
            <a:off x="4571811" y="1640000"/>
            <a:ext cx="2131500" cy="332100"/>
          </a:xfrm>
          <a:prstGeom prst="rect">
            <a:avLst/>
          </a:prstGeom>
          <a:solidFill>
            <a:srgbClr val="FFFFFF">
              <a:alpha val="188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p:nvPr/>
        </p:nvSpPr>
        <p:spPr>
          <a:xfrm>
            <a:off x="308750" y="1640000"/>
            <a:ext cx="2131500" cy="332100"/>
          </a:xfrm>
          <a:prstGeom prst="rect">
            <a:avLst/>
          </a:prstGeom>
          <a:solidFill>
            <a:srgbClr val="FFFFFF">
              <a:alpha val="43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ph type="title"/>
          </p:nvPr>
        </p:nvSpPr>
        <p:spPr>
          <a:xfrm>
            <a:off x="232550" y="609450"/>
            <a:ext cx="6355200" cy="877800"/>
          </a:xfrm>
          <a:prstGeom prst="rect">
            <a:avLst/>
          </a:prstGeom>
          <a:noFill/>
        </p:spPr>
        <p:txBody>
          <a:bodyPr anchorCtr="0" anchor="b" bIns="91425" lIns="91425" spcFirstLastPara="1" rIns="91425" wrap="square" tIns="91425">
            <a:normAutofit/>
          </a:bodyPr>
          <a:lstStyle>
            <a:lvl1pPr lvl="0" algn="l">
              <a:lnSpc>
                <a:spcPct val="100000"/>
              </a:lnSpc>
              <a:spcBef>
                <a:spcPts val="0"/>
              </a:spcBef>
              <a:spcAft>
                <a:spcPts val="0"/>
              </a:spcAft>
              <a:buClr>
                <a:srgbClr val="434343"/>
              </a:buClr>
              <a:buSzPts val="2800"/>
              <a:buNone/>
              <a:defRPr b="1" sz="2800">
                <a:solidFill>
                  <a:srgbClr val="434343"/>
                </a:solidFill>
              </a:defRPr>
            </a:lvl1pPr>
            <a:lvl2pPr lvl="1" algn="l">
              <a:lnSpc>
                <a:spcPct val="100000"/>
              </a:lnSpc>
              <a:spcBef>
                <a:spcPts val="0"/>
              </a:spcBef>
              <a:spcAft>
                <a:spcPts val="0"/>
              </a:spcAft>
              <a:buClr>
                <a:srgbClr val="434343"/>
              </a:buClr>
              <a:buSzPts val="2800"/>
              <a:buNone/>
              <a:defRPr b="1" sz="2800">
                <a:solidFill>
                  <a:srgbClr val="434343"/>
                </a:solidFill>
              </a:defRPr>
            </a:lvl2pPr>
            <a:lvl3pPr lvl="2" algn="l">
              <a:lnSpc>
                <a:spcPct val="100000"/>
              </a:lnSpc>
              <a:spcBef>
                <a:spcPts val="0"/>
              </a:spcBef>
              <a:spcAft>
                <a:spcPts val="0"/>
              </a:spcAft>
              <a:buClr>
                <a:srgbClr val="434343"/>
              </a:buClr>
              <a:buSzPts val="2800"/>
              <a:buNone/>
              <a:defRPr b="1" sz="2800">
                <a:solidFill>
                  <a:srgbClr val="434343"/>
                </a:solidFill>
              </a:defRPr>
            </a:lvl3pPr>
            <a:lvl4pPr lvl="3" algn="l">
              <a:lnSpc>
                <a:spcPct val="100000"/>
              </a:lnSpc>
              <a:spcBef>
                <a:spcPts val="0"/>
              </a:spcBef>
              <a:spcAft>
                <a:spcPts val="0"/>
              </a:spcAft>
              <a:buClr>
                <a:srgbClr val="434343"/>
              </a:buClr>
              <a:buSzPts val="2800"/>
              <a:buNone/>
              <a:defRPr b="1" sz="2800">
                <a:solidFill>
                  <a:srgbClr val="434343"/>
                </a:solidFill>
              </a:defRPr>
            </a:lvl4pPr>
            <a:lvl5pPr lvl="4" algn="l">
              <a:lnSpc>
                <a:spcPct val="100000"/>
              </a:lnSpc>
              <a:spcBef>
                <a:spcPts val="0"/>
              </a:spcBef>
              <a:spcAft>
                <a:spcPts val="0"/>
              </a:spcAft>
              <a:buClr>
                <a:srgbClr val="434343"/>
              </a:buClr>
              <a:buSzPts val="2800"/>
              <a:buNone/>
              <a:defRPr b="1" sz="2800">
                <a:solidFill>
                  <a:srgbClr val="434343"/>
                </a:solidFill>
              </a:defRPr>
            </a:lvl5pPr>
            <a:lvl6pPr lvl="5" algn="l">
              <a:lnSpc>
                <a:spcPct val="100000"/>
              </a:lnSpc>
              <a:spcBef>
                <a:spcPts val="0"/>
              </a:spcBef>
              <a:spcAft>
                <a:spcPts val="0"/>
              </a:spcAft>
              <a:buClr>
                <a:srgbClr val="434343"/>
              </a:buClr>
              <a:buSzPts val="2800"/>
              <a:buNone/>
              <a:defRPr b="1" sz="2800">
                <a:solidFill>
                  <a:srgbClr val="434343"/>
                </a:solidFill>
              </a:defRPr>
            </a:lvl6pPr>
            <a:lvl7pPr lvl="6" algn="l">
              <a:lnSpc>
                <a:spcPct val="100000"/>
              </a:lnSpc>
              <a:spcBef>
                <a:spcPts val="0"/>
              </a:spcBef>
              <a:spcAft>
                <a:spcPts val="0"/>
              </a:spcAft>
              <a:buClr>
                <a:srgbClr val="434343"/>
              </a:buClr>
              <a:buSzPts val="2800"/>
              <a:buNone/>
              <a:defRPr b="1" sz="2800">
                <a:solidFill>
                  <a:srgbClr val="434343"/>
                </a:solidFill>
              </a:defRPr>
            </a:lvl7pPr>
            <a:lvl8pPr lvl="7" algn="l">
              <a:lnSpc>
                <a:spcPct val="100000"/>
              </a:lnSpc>
              <a:spcBef>
                <a:spcPts val="0"/>
              </a:spcBef>
              <a:spcAft>
                <a:spcPts val="0"/>
              </a:spcAft>
              <a:buClr>
                <a:srgbClr val="434343"/>
              </a:buClr>
              <a:buSzPts val="2800"/>
              <a:buNone/>
              <a:defRPr b="1" sz="2800">
                <a:solidFill>
                  <a:srgbClr val="434343"/>
                </a:solidFill>
              </a:defRPr>
            </a:lvl8pPr>
            <a:lvl9pPr lvl="8" algn="l">
              <a:lnSpc>
                <a:spcPct val="100000"/>
              </a:lnSpc>
              <a:spcBef>
                <a:spcPts val="0"/>
              </a:spcBef>
              <a:spcAft>
                <a:spcPts val="0"/>
              </a:spcAft>
              <a:buClr>
                <a:srgbClr val="434343"/>
              </a:buClr>
              <a:buSzPts val="2800"/>
              <a:buNone/>
              <a:defRPr b="1" sz="2800">
                <a:solidFill>
                  <a:srgbClr val="434343"/>
                </a:solidFill>
              </a:defRPr>
            </a:lvl9pPr>
          </a:lstStyle>
          <a:p/>
        </p:txBody>
      </p:sp>
      <p:sp>
        <p:nvSpPr>
          <p:cNvPr id="57" name="Google Shape;57;p13"/>
          <p:cNvSpPr txBox="1"/>
          <p:nvPr>
            <p:ph idx="1" type="body"/>
          </p:nvPr>
        </p:nvSpPr>
        <p:spPr>
          <a:xfrm>
            <a:off x="308775" y="2286000"/>
            <a:ext cx="2690400" cy="2248200"/>
          </a:xfrm>
          <a:prstGeom prst="rect">
            <a:avLst/>
          </a:prstGeom>
          <a:noFill/>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rgbClr val="666666"/>
              </a:buClr>
              <a:buSzPts val="1400"/>
              <a:buChar char="●"/>
              <a:defRPr sz="1400">
                <a:solidFill>
                  <a:srgbClr val="666666"/>
                </a:solidFill>
              </a:defRPr>
            </a:lvl1pPr>
            <a:lvl2pPr indent="-304800" lvl="1" marL="914400" algn="l">
              <a:lnSpc>
                <a:spcPct val="115000"/>
              </a:lnSpc>
              <a:spcBef>
                <a:spcPts val="0"/>
              </a:spcBef>
              <a:spcAft>
                <a:spcPts val="0"/>
              </a:spcAft>
              <a:buClr>
                <a:srgbClr val="666666"/>
              </a:buClr>
              <a:buSzPts val="1200"/>
              <a:buChar char="○"/>
              <a:defRPr sz="1200">
                <a:solidFill>
                  <a:srgbClr val="666666"/>
                </a:solidFill>
              </a:defRPr>
            </a:lvl2pPr>
            <a:lvl3pPr indent="-304800" lvl="2" marL="1371600" algn="l">
              <a:lnSpc>
                <a:spcPct val="115000"/>
              </a:lnSpc>
              <a:spcBef>
                <a:spcPts val="0"/>
              </a:spcBef>
              <a:spcAft>
                <a:spcPts val="0"/>
              </a:spcAft>
              <a:buClr>
                <a:srgbClr val="666666"/>
              </a:buClr>
              <a:buSzPts val="1200"/>
              <a:buChar char="■"/>
              <a:defRPr sz="1200">
                <a:solidFill>
                  <a:srgbClr val="666666"/>
                </a:solidFill>
              </a:defRPr>
            </a:lvl3pPr>
            <a:lvl4pPr indent="-304800" lvl="3" marL="1828800" algn="l">
              <a:lnSpc>
                <a:spcPct val="115000"/>
              </a:lnSpc>
              <a:spcBef>
                <a:spcPts val="0"/>
              </a:spcBef>
              <a:spcAft>
                <a:spcPts val="0"/>
              </a:spcAft>
              <a:buClr>
                <a:srgbClr val="666666"/>
              </a:buClr>
              <a:buSzPts val="1200"/>
              <a:buChar char="●"/>
              <a:defRPr sz="1200">
                <a:solidFill>
                  <a:srgbClr val="666666"/>
                </a:solidFill>
              </a:defRPr>
            </a:lvl4pPr>
            <a:lvl5pPr indent="-304800" lvl="4" marL="2286000" algn="l">
              <a:lnSpc>
                <a:spcPct val="115000"/>
              </a:lnSpc>
              <a:spcBef>
                <a:spcPts val="0"/>
              </a:spcBef>
              <a:spcAft>
                <a:spcPts val="0"/>
              </a:spcAft>
              <a:buClr>
                <a:srgbClr val="666666"/>
              </a:buClr>
              <a:buSzPts val="1200"/>
              <a:buChar char="○"/>
              <a:defRPr sz="1200">
                <a:solidFill>
                  <a:srgbClr val="666666"/>
                </a:solidFill>
              </a:defRPr>
            </a:lvl5pPr>
            <a:lvl6pPr indent="-304800" lvl="5" marL="2743200" algn="l">
              <a:lnSpc>
                <a:spcPct val="115000"/>
              </a:lnSpc>
              <a:spcBef>
                <a:spcPts val="0"/>
              </a:spcBef>
              <a:spcAft>
                <a:spcPts val="0"/>
              </a:spcAft>
              <a:buClr>
                <a:srgbClr val="666666"/>
              </a:buClr>
              <a:buSzPts val="1200"/>
              <a:buChar char="■"/>
              <a:defRPr sz="1200">
                <a:solidFill>
                  <a:srgbClr val="666666"/>
                </a:solidFill>
              </a:defRPr>
            </a:lvl6pPr>
            <a:lvl7pPr indent="-304800" lvl="6" marL="3200400" algn="l">
              <a:lnSpc>
                <a:spcPct val="115000"/>
              </a:lnSpc>
              <a:spcBef>
                <a:spcPts val="0"/>
              </a:spcBef>
              <a:spcAft>
                <a:spcPts val="0"/>
              </a:spcAft>
              <a:buClr>
                <a:srgbClr val="666666"/>
              </a:buClr>
              <a:buSzPts val="1200"/>
              <a:buChar char="●"/>
              <a:defRPr sz="1200">
                <a:solidFill>
                  <a:srgbClr val="666666"/>
                </a:solidFill>
              </a:defRPr>
            </a:lvl7pPr>
            <a:lvl8pPr indent="-304800" lvl="7" marL="3657600" algn="l">
              <a:lnSpc>
                <a:spcPct val="115000"/>
              </a:lnSpc>
              <a:spcBef>
                <a:spcPts val="0"/>
              </a:spcBef>
              <a:spcAft>
                <a:spcPts val="0"/>
              </a:spcAft>
              <a:buClr>
                <a:srgbClr val="666666"/>
              </a:buClr>
              <a:buSzPts val="1200"/>
              <a:buChar char="○"/>
              <a:defRPr sz="1200">
                <a:solidFill>
                  <a:srgbClr val="666666"/>
                </a:solidFill>
              </a:defRPr>
            </a:lvl8pPr>
            <a:lvl9pPr indent="-304800" lvl="8" marL="4114800" algn="l">
              <a:lnSpc>
                <a:spcPct val="115000"/>
              </a:lnSpc>
              <a:spcBef>
                <a:spcPts val="0"/>
              </a:spcBef>
              <a:spcAft>
                <a:spcPts val="0"/>
              </a:spcAft>
              <a:buClr>
                <a:srgbClr val="666666"/>
              </a:buClr>
              <a:buSzPts val="1200"/>
              <a:buChar char="■"/>
              <a:defRPr sz="1200">
                <a:solidFill>
                  <a:srgbClr val="666666"/>
                </a:solidFill>
              </a:defRPr>
            </a:lvl9pPr>
          </a:lstStyle>
          <a:p/>
        </p:txBody>
      </p:sp>
      <p:sp>
        <p:nvSpPr>
          <p:cNvPr id="58" name="Google Shape;58;p13"/>
          <p:cNvSpPr txBox="1"/>
          <p:nvPr>
            <p:ph idx="2" type="body"/>
          </p:nvPr>
        </p:nvSpPr>
        <p:spPr>
          <a:xfrm>
            <a:off x="3226538" y="2286000"/>
            <a:ext cx="2690400" cy="2248200"/>
          </a:xfrm>
          <a:prstGeom prst="rect">
            <a:avLst/>
          </a:prstGeom>
          <a:noFill/>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rgbClr val="666666"/>
              </a:buClr>
              <a:buSzPts val="1400"/>
              <a:buChar char="●"/>
              <a:defRPr sz="1400">
                <a:solidFill>
                  <a:srgbClr val="666666"/>
                </a:solidFill>
              </a:defRPr>
            </a:lvl1pPr>
            <a:lvl2pPr indent="-304800" lvl="1" marL="914400" algn="l">
              <a:lnSpc>
                <a:spcPct val="115000"/>
              </a:lnSpc>
              <a:spcBef>
                <a:spcPts val="0"/>
              </a:spcBef>
              <a:spcAft>
                <a:spcPts val="0"/>
              </a:spcAft>
              <a:buClr>
                <a:srgbClr val="666666"/>
              </a:buClr>
              <a:buSzPts val="1200"/>
              <a:buChar char="○"/>
              <a:defRPr sz="1200">
                <a:solidFill>
                  <a:srgbClr val="666666"/>
                </a:solidFill>
              </a:defRPr>
            </a:lvl2pPr>
            <a:lvl3pPr indent="-304800" lvl="2" marL="1371600" algn="l">
              <a:lnSpc>
                <a:spcPct val="115000"/>
              </a:lnSpc>
              <a:spcBef>
                <a:spcPts val="0"/>
              </a:spcBef>
              <a:spcAft>
                <a:spcPts val="0"/>
              </a:spcAft>
              <a:buClr>
                <a:srgbClr val="666666"/>
              </a:buClr>
              <a:buSzPts val="1200"/>
              <a:buChar char="■"/>
              <a:defRPr sz="1200">
                <a:solidFill>
                  <a:srgbClr val="666666"/>
                </a:solidFill>
              </a:defRPr>
            </a:lvl3pPr>
            <a:lvl4pPr indent="-304800" lvl="3" marL="1828800" algn="l">
              <a:lnSpc>
                <a:spcPct val="115000"/>
              </a:lnSpc>
              <a:spcBef>
                <a:spcPts val="0"/>
              </a:spcBef>
              <a:spcAft>
                <a:spcPts val="0"/>
              </a:spcAft>
              <a:buClr>
                <a:srgbClr val="666666"/>
              </a:buClr>
              <a:buSzPts val="1200"/>
              <a:buChar char="●"/>
              <a:defRPr sz="1200">
                <a:solidFill>
                  <a:srgbClr val="666666"/>
                </a:solidFill>
              </a:defRPr>
            </a:lvl4pPr>
            <a:lvl5pPr indent="-304800" lvl="4" marL="2286000" algn="l">
              <a:lnSpc>
                <a:spcPct val="115000"/>
              </a:lnSpc>
              <a:spcBef>
                <a:spcPts val="0"/>
              </a:spcBef>
              <a:spcAft>
                <a:spcPts val="0"/>
              </a:spcAft>
              <a:buClr>
                <a:srgbClr val="666666"/>
              </a:buClr>
              <a:buSzPts val="1200"/>
              <a:buChar char="○"/>
              <a:defRPr sz="1200">
                <a:solidFill>
                  <a:srgbClr val="666666"/>
                </a:solidFill>
              </a:defRPr>
            </a:lvl5pPr>
            <a:lvl6pPr indent="-304800" lvl="5" marL="2743200" algn="l">
              <a:lnSpc>
                <a:spcPct val="115000"/>
              </a:lnSpc>
              <a:spcBef>
                <a:spcPts val="0"/>
              </a:spcBef>
              <a:spcAft>
                <a:spcPts val="0"/>
              </a:spcAft>
              <a:buClr>
                <a:srgbClr val="666666"/>
              </a:buClr>
              <a:buSzPts val="1200"/>
              <a:buChar char="■"/>
              <a:defRPr sz="1200">
                <a:solidFill>
                  <a:srgbClr val="666666"/>
                </a:solidFill>
              </a:defRPr>
            </a:lvl6pPr>
            <a:lvl7pPr indent="-304800" lvl="6" marL="3200400" algn="l">
              <a:lnSpc>
                <a:spcPct val="115000"/>
              </a:lnSpc>
              <a:spcBef>
                <a:spcPts val="0"/>
              </a:spcBef>
              <a:spcAft>
                <a:spcPts val="0"/>
              </a:spcAft>
              <a:buClr>
                <a:srgbClr val="666666"/>
              </a:buClr>
              <a:buSzPts val="1200"/>
              <a:buChar char="●"/>
              <a:defRPr sz="1200">
                <a:solidFill>
                  <a:srgbClr val="666666"/>
                </a:solidFill>
              </a:defRPr>
            </a:lvl7pPr>
            <a:lvl8pPr indent="-304800" lvl="7" marL="3657600" algn="l">
              <a:lnSpc>
                <a:spcPct val="115000"/>
              </a:lnSpc>
              <a:spcBef>
                <a:spcPts val="0"/>
              </a:spcBef>
              <a:spcAft>
                <a:spcPts val="0"/>
              </a:spcAft>
              <a:buClr>
                <a:srgbClr val="666666"/>
              </a:buClr>
              <a:buSzPts val="1200"/>
              <a:buChar char="○"/>
              <a:defRPr sz="1200">
                <a:solidFill>
                  <a:srgbClr val="666666"/>
                </a:solidFill>
              </a:defRPr>
            </a:lvl8pPr>
            <a:lvl9pPr indent="-304800" lvl="8" marL="4114800" algn="l">
              <a:lnSpc>
                <a:spcPct val="115000"/>
              </a:lnSpc>
              <a:spcBef>
                <a:spcPts val="0"/>
              </a:spcBef>
              <a:spcAft>
                <a:spcPts val="0"/>
              </a:spcAft>
              <a:buClr>
                <a:srgbClr val="666666"/>
              </a:buClr>
              <a:buSzPts val="1200"/>
              <a:buChar char="■"/>
              <a:defRPr sz="1200">
                <a:solidFill>
                  <a:srgbClr val="666666"/>
                </a:solidFill>
              </a:defRPr>
            </a:lvl9pPr>
          </a:lstStyle>
          <a:p/>
        </p:txBody>
      </p:sp>
      <p:sp>
        <p:nvSpPr>
          <p:cNvPr id="59" name="Google Shape;59;p13"/>
          <p:cNvSpPr txBox="1"/>
          <p:nvPr>
            <p:ph idx="3" type="body"/>
          </p:nvPr>
        </p:nvSpPr>
        <p:spPr>
          <a:xfrm>
            <a:off x="6140563" y="2286000"/>
            <a:ext cx="2690400" cy="2248200"/>
          </a:xfrm>
          <a:prstGeom prst="rect">
            <a:avLst/>
          </a:prstGeom>
          <a:noFill/>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rgbClr val="666666"/>
              </a:buClr>
              <a:buSzPts val="1400"/>
              <a:buChar char="●"/>
              <a:defRPr sz="1400">
                <a:solidFill>
                  <a:srgbClr val="666666"/>
                </a:solidFill>
              </a:defRPr>
            </a:lvl1pPr>
            <a:lvl2pPr indent="-304800" lvl="1" marL="914400" algn="l">
              <a:lnSpc>
                <a:spcPct val="115000"/>
              </a:lnSpc>
              <a:spcBef>
                <a:spcPts val="0"/>
              </a:spcBef>
              <a:spcAft>
                <a:spcPts val="0"/>
              </a:spcAft>
              <a:buClr>
                <a:srgbClr val="666666"/>
              </a:buClr>
              <a:buSzPts val="1200"/>
              <a:buChar char="○"/>
              <a:defRPr sz="1200">
                <a:solidFill>
                  <a:srgbClr val="666666"/>
                </a:solidFill>
              </a:defRPr>
            </a:lvl2pPr>
            <a:lvl3pPr indent="-304800" lvl="2" marL="1371600" algn="l">
              <a:lnSpc>
                <a:spcPct val="115000"/>
              </a:lnSpc>
              <a:spcBef>
                <a:spcPts val="0"/>
              </a:spcBef>
              <a:spcAft>
                <a:spcPts val="0"/>
              </a:spcAft>
              <a:buClr>
                <a:srgbClr val="666666"/>
              </a:buClr>
              <a:buSzPts val="1200"/>
              <a:buChar char="■"/>
              <a:defRPr sz="1200">
                <a:solidFill>
                  <a:srgbClr val="666666"/>
                </a:solidFill>
              </a:defRPr>
            </a:lvl3pPr>
            <a:lvl4pPr indent="-304800" lvl="3" marL="1828800" algn="l">
              <a:lnSpc>
                <a:spcPct val="115000"/>
              </a:lnSpc>
              <a:spcBef>
                <a:spcPts val="0"/>
              </a:spcBef>
              <a:spcAft>
                <a:spcPts val="0"/>
              </a:spcAft>
              <a:buClr>
                <a:srgbClr val="666666"/>
              </a:buClr>
              <a:buSzPts val="1200"/>
              <a:buChar char="●"/>
              <a:defRPr sz="1200">
                <a:solidFill>
                  <a:srgbClr val="666666"/>
                </a:solidFill>
              </a:defRPr>
            </a:lvl4pPr>
            <a:lvl5pPr indent="-304800" lvl="4" marL="2286000" algn="l">
              <a:lnSpc>
                <a:spcPct val="115000"/>
              </a:lnSpc>
              <a:spcBef>
                <a:spcPts val="0"/>
              </a:spcBef>
              <a:spcAft>
                <a:spcPts val="0"/>
              </a:spcAft>
              <a:buClr>
                <a:srgbClr val="666666"/>
              </a:buClr>
              <a:buSzPts val="1200"/>
              <a:buChar char="○"/>
              <a:defRPr sz="1200">
                <a:solidFill>
                  <a:srgbClr val="666666"/>
                </a:solidFill>
              </a:defRPr>
            </a:lvl5pPr>
            <a:lvl6pPr indent="-304800" lvl="5" marL="2743200" algn="l">
              <a:lnSpc>
                <a:spcPct val="115000"/>
              </a:lnSpc>
              <a:spcBef>
                <a:spcPts val="0"/>
              </a:spcBef>
              <a:spcAft>
                <a:spcPts val="0"/>
              </a:spcAft>
              <a:buClr>
                <a:srgbClr val="666666"/>
              </a:buClr>
              <a:buSzPts val="1200"/>
              <a:buChar char="■"/>
              <a:defRPr sz="1200">
                <a:solidFill>
                  <a:srgbClr val="666666"/>
                </a:solidFill>
              </a:defRPr>
            </a:lvl6pPr>
            <a:lvl7pPr indent="-304800" lvl="6" marL="3200400" algn="l">
              <a:lnSpc>
                <a:spcPct val="115000"/>
              </a:lnSpc>
              <a:spcBef>
                <a:spcPts val="0"/>
              </a:spcBef>
              <a:spcAft>
                <a:spcPts val="0"/>
              </a:spcAft>
              <a:buClr>
                <a:srgbClr val="666666"/>
              </a:buClr>
              <a:buSzPts val="1200"/>
              <a:buChar char="●"/>
              <a:defRPr sz="1200">
                <a:solidFill>
                  <a:srgbClr val="666666"/>
                </a:solidFill>
              </a:defRPr>
            </a:lvl7pPr>
            <a:lvl8pPr indent="-304800" lvl="7" marL="3657600" algn="l">
              <a:lnSpc>
                <a:spcPct val="115000"/>
              </a:lnSpc>
              <a:spcBef>
                <a:spcPts val="0"/>
              </a:spcBef>
              <a:spcAft>
                <a:spcPts val="0"/>
              </a:spcAft>
              <a:buClr>
                <a:srgbClr val="666666"/>
              </a:buClr>
              <a:buSzPts val="1200"/>
              <a:buChar char="○"/>
              <a:defRPr sz="1200">
                <a:solidFill>
                  <a:srgbClr val="666666"/>
                </a:solidFill>
              </a:defRPr>
            </a:lvl8pPr>
            <a:lvl9pPr indent="-304800" lvl="8" marL="4114800" algn="l">
              <a:lnSpc>
                <a:spcPct val="115000"/>
              </a:lnSpc>
              <a:spcBef>
                <a:spcPts val="0"/>
              </a:spcBef>
              <a:spcAft>
                <a:spcPts val="0"/>
              </a:spcAft>
              <a:buClr>
                <a:srgbClr val="666666"/>
              </a:buClr>
              <a:buSzPts val="1200"/>
              <a:buChar char="■"/>
              <a:defRPr sz="1200">
                <a:solidFill>
                  <a:srgbClr val="666666"/>
                </a:solidFill>
              </a:defRPr>
            </a:lvl9pPr>
          </a:lstStyle>
          <a:p/>
        </p:txBody>
      </p:sp>
      <p:sp>
        <p:nvSpPr>
          <p:cNvPr id="60" name="Google Shape;60;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rgbClr val="666666"/>
                </a:solidFill>
              </a:defRPr>
            </a:lvl1pPr>
            <a:lvl2pPr lvl="1" algn="r">
              <a:lnSpc>
                <a:spcPct val="100000"/>
              </a:lnSpc>
              <a:spcAft>
                <a:spcPts val="0"/>
              </a:spcAft>
              <a:buNone/>
              <a:defRPr sz="1000">
                <a:solidFill>
                  <a:srgbClr val="666666"/>
                </a:solidFill>
              </a:defRPr>
            </a:lvl2pPr>
            <a:lvl3pPr lvl="2" algn="r">
              <a:lnSpc>
                <a:spcPct val="100000"/>
              </a:lnSpc>
              <a:spcAft>
                <a:spcPts val="0"/>
              </a:spcAft>
              <a:buNone/>
              <a:defRPr sz="1000">
                <a:solidFill>
                  <a:srgbClr val="666666"/>
                </a:solidFill>
              </a:defRPr>
            </a:lvl3pPr>
            <a:lvl4pPr lvl="3" algn="r">
              <a:lnSpc>
                <a:spcPct val="100000"/>
              </a:lnSpc>
              <a:spcAft>
                <a:spcPts val="0"/>
              </a:spcAft>
              <a:buNone/>
              <a:defRPr sz="1000">
                <a:solidFill>
                  <a:srgbClr val="666666"/>
                </a:solidFill>
              </a:defRPr>
            </a:lvl4pPr>
            <a:lvl5pPr lvl="4" algn="r">
              <a:lnSpc>
                <a:spcPct val="100000"/>
              </a:lnSpc>
              <a:spcAft>
                <a:spcPts val="0"/>
              </a:spcAft>
              <a:buNone/>
              <a:defRPr sz="1000">
                <a:solidFill>
                  <a:srgbClr val="666666"/>
                </a:solidFill>
              </a:defRPr>
            </a:lvl5pPr>
            <a:lvl6pPr lvl="5" algn="r">
              <a:lnSpc>
                <a:spcPct val="100000"/>
              </a:lnSpc>
              <a:spcAft>
                <a:spcPts val="0"/>
              </a:spcAft>
              <a:buNone/>
              <a:defRPr sz="1000">
                <a:solidFill>
                  <a:srgbClr val="666666"/>
                </a:solidFill>
              </a:defRPr>
            </a:lvl6pPr>
            <a:lvl7pPr lvl="6" algn="r">
              <a:lnSpc>
                <a:spcPct val="100000"/>
              </a:lnSpc>
              <a:spcAft>
                <a:spcPts val="0"/>
              </a:spcAft>
              <a:buNone/>
              <a:defRPr sz="1000">
                <a:solidFill>
                  <a:srgbClr val="666666"/>
                </a:solidFill>
              </a:defRPr>
            </a:lvl7pPr>
            <a:lvl8pPr lvl="7" algn="r">
              <a:lnSpc>
                <a:spcPct val="100000"/>
              </a:lnSpc>
              <a:spcAft>
                <a:spcPts val="0"/>
              </a:spcAft>
              <a:buNone/>
              <a:defRPr sz="1000">
                <a:solidFill>
                  <a:srgbClr val="666666"/>
                </a:solidFill>
              </a:defRPr>
            </a:lvl8pPr>
            <a:lvl9pPr lvl="8" algn="r">
              <a:lnSpc>
                <a:spcPct val="100000"/>
              </a:lnSpc>
              <a:spcAft>
                <a:spcPts val="0"/>
              </a:spcAft>
              <a:buNone/>
              <a:defRPr sz="1000">
                <a:solidFill>
                  <a:srgbClr val="666666"/>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AUTOLAYOUT_1">
    <p:bg>
      <p:bgPr>
        <a:solidFill>
          <a:srgbClr val="FFFFFF"/>
        </a:solidFill>
      </p:bgPr>
    </p:bg>
    <p:spTree>
      <p:nvGrpSpPr>
        <p:cNvPr id="61" name="Shape 61"/>
        <p:cNvGrpSpPr/>
        <p:nvPr/>
      </p:nvGrpSpPr>
      <p:grpSpPr>
        <a:xfrm>
          <a:off x="0" y="0"/>
          <a:ext cx="0" cy="0"/>
          <a:chOff x="0" y="0"/>
          <a:chExt cx="0" cy="0"/>
        </a:xfrm>
      </p:grpSpPr>
      <p:sp>
        <p:nvSpPr>
          <p:cNvPr id="62" name="Google Shape;62;p14"/>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188400" y="188400"/>
            <a:ext cx="8767200" cy="476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282600" y="282600"/>
            <a:ext cx="8578800" cy="4578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 name="Google Shape;65;p14"/>
          <p:cNvCxnSpPr/>
          <p:nvPr/>
        </p:nvCxnSpPr>
        <p:spPr>
          <a:xfrm>
            <a:off x="282600" y="4607275"/>
            <a:ext cx="423000" cy="0"/>
          </a:xfrm>
          <a:prstGeom prst="straightConnector1">
            <a:avLst/>
          </a:prstGeom>
          <a:noFill/>
          <a:ln cap="flat" cmpd="sng" w="19050">
            <a:solidFill>
              <a:schemeClr val="dk1"/>
            </a:solidFill>
            <a:prstDash val="solid"/>
            <a:round/>
            <a:headEnd len="sm" w="sm" type="none"/>
            <a:tailEnd len="sm" w="sm" type="none"/>
          </a:ln>
        </p:spPr>
      </p:cxnSp>
      <p:cxnSp>
        <p:nvCxnSpPr>
          <p:cNvPr id="66" name="Google Shape;66;p14"/>
          <p:cNvCxnSpPr/>
          <p:nvPr/>
        </p:nvCxnSpPr>
        <p:spPr>
          <a:xfrm>
            <a:off x="8438400" y="536225"/>
            <a:ext cx="423000" cy="0"/>
          </a:xfrm>
          <a:prstGeom prst="straightConnector1">
            <a:avLst/>
          </a:prstGeom>
          <a:noFill/>
          <a:ln cap="flat" cmpd="sng" w="19050">
            <a:solidFill>
              <a:schemeClr val="dk1"/>
            </a:solidFill>
            <a:prstDash val="solid"/>
            <a:round/>
            <a:headEnd len="sm" w="sm" type="none"/>
            <a:tailEnd len="sm" w="sm" type="none"/>
          </a:ln>
        </p:spPr>
      </p:cxnSp>
      <p:sp>
        <p:nvSpPr>
          <p:cNvPr id="67" name="Google Shape;67;p14"/>
          <p:cNvSpPr txBox="1"/>
          <p:nvPr>
            <p:ph type="title"/>
          </p:nvPr>
        </p:nvSpPr>
        <p:spPr>
          <a:xfrm>
            <a:off x="705600" y="1415400"/>
            <a:ext cx="3394200" cy="2249700"/>
          </a:xfrm>
          <a:prstGeom prst="rect">
            <a:avLst/>
          </a:prstGeom>
          <a:noFill/>
        </p:spPr>
        <p:txBody>
          <a:bodyPr anchorCtr="0" anchor="ctr" bIns="91425" lIns="91425" spcFirstLastPara="1" rIns="91425" wrap="square" tIns="91425">
            <a:normAutofit/>
          </a:bodyPr>
          <a:lstStyle>
            <a:lvl1pPr lvl="0" algn="r">
              <a:lnSpc>
                <a:spcPct val="100000"/>
              </a:lnSpc>
              <a:spcBef>
                <a:spcPts val="0"/>
              </a:spcBef>
              <a:spcAft>
                <a:spcPts val="0"/>
              </a:spcAft>
              <a:buNone/>
              <a:defRPr b="1" sz="2400">
                <a:solidFill>
                  <a:schemeClr val="dk1"/>
                </a:solidFill>
              </a:defRPr>
            </a:lvl1pPr>
            <a:lvl2pPr lvl="1" algn="r">
              <a:lnSpc>
                <a:spcPct val="100000"/>
              </a:lnSpc>
              <a:spcBef>
                <a:spcPts val="0"/>
              </a:spcBef>
              <a:spcAft>
                <a:spcPts val="0"/>
              </a:spcAft>
              <a:buNone/>
              <a:defRPr b="1" sz="2400">
                <a:solidFill>
                  <a:schemeClr val="dk1"/>
                </a:solidFill>
              </a:defRPr>
            </a:lvl2pPr>
            <a:lvl3pPr lvl="2" algn="r">
              <a:lnSpc>
                <a:spcPct val="100000"/>
              </a:lnSpc>
              <a:spcBef>
                <a:spcPts val="0"/>
              </a:spcBef>
              <a:spcAft>
                <a:spcPts val="0"/>
              </a:spcAft>
              <a:buNone/>
              <a:defRPr b="1" sz="2400">
                <a:solidFill>
                  <a:schemeClr val="dk1"/>
                </a:solidFill>
              </a:defRPr>
            </a:lvl3pPr>
            <a:lvl4pPr lvl="3" algn="r">
              <a:lnSpc>
                <a:spcPct val="100000"/>
              </a:lnSpc>
              <a:spcBef>
                <a:spcPts val="0"/>
              </a:spcBef>
              <a:spcAft>
                <a:spcPts val="0"/>
              </a:spcAft>
              <a:buNone/>
              <a:defRPr b="1" sz="2400">
                <a:solidFill>
                  <a:schemeClr val="dk1"/>
                </a:solidFill>
              </a:defRPr>
            </a:lvl4pPr>
            <a:lvl5pPr lvl="4" algn="r">
              <a:lnSpc>
                <a:spcPct val="100000"/>
              </a:lnSpc>
              <a:spcBef>
                <a:spcPts val="0"/>
              </a:spcBef>
              <a:spcAft>
                <a:spcPts val="0"/>
              </a:spcAft>
              <a:buNone/>
              <a:defRPr b="1" sz="2400">
                <a:solidFill>
                  <a:schemeClr val="dk1"/>
                </a:solidFill>
              </a:defRPr>
            </a:lvl5pPr>
            <a:lvl6pPr lvl="5" algn="r">
              <a:lnSpc>
                <a:spcPct val="100000"/>
              </a:lnSpc>
              <a:spcBef>
                <a:spcPts val="0"/>
              </a:spcBef>
              <a:spcAft>
                <a:spcPts val="0"/>
              </a:spcAft>
              <a:buNone/>
              <a:defRPr b="1" sz="2400">
                <a:solidFill>
                  <a:schemeClr val="dk1"/>
                </a:solidFill>
              </a:defRPr>
            </a:lvl6pPr>
            <a:lvl7pPr lvl="6" algn="r">
              <a:lnSpc>
                <a:spcPct val="100000"/>
              </a:lnSpc>
              <a:spcBef>
                <a:spcPts val="0"/>
              </a:spcBef>
              <a:spcAft>
                <a:spcPts val="0"/>
              </a:spcAft>
              <a:buNone/>
              <a:defRPr b="1" sz="2400">
                <a:solidFill>
                  <a:schemeClr val="dk1"/>
                </a:solidFill>
              </a:defRPr>
            </a:lvl7pPr>
            <a:lvl8pPr lvl="7" algn="r">
              <a:lnSpc>
                <a:spcPct val="100000"/>
              </a:lnSpc>
              <a:spcBef>
                <a:spcPts val="0"/>
              </a:spcBef>
              <a:spcAft>
                <a:spcPts val="0"/>
              </a:spcAft>
              <a:buNone/>
              <a:defRPr b="1" sz="2400">
                <a:solidFill>
                  <a:schemeClr val="dk1"/>
                </a:solidFill>
              </a:defRPr>
            </a:lvl8pPr>
            <a:lvl9pPr lvl="8" algn="r">
              <a:lnSpc>
                <a:spcPct val="100000"/>
              </a:lnSpc>
              <a:spcBef>
                <a:spcPts val="0"/>
              </a:spcBef>
              <a:spcAft>
                <a:spcPts val="0"/>
              </a:spcAft>
              <a:buNone/>
              <a:defRPr b="1" sz="2400">
                <a:solidFill>
                  <a:schemeClr val="dk1"/>
                </a:solidFill>
              </a:defRPr>
            </a:lvl9pPr>
          </a:lstStyle>
          <a:p/>
        </p:txBody>
      </p:sp>
      <p:sp>
        <p:nvSpPr>
          <p:cNvPr id="68" name="Google Shape;68;p14"/>
          <p:cNvSpPr txBox="1"/>
          <p:nvPr>
            <p:ph idx="1" type="body"/>
          </p:nvPr>
        </p:nvSpPr>
        <p:spPr>
          <a:xfrm>
            <a:off x="4252525" y="836250"/>
            <a:ext cx="4185900" cy="3408000"/>
          </a:xfrm>
          <a:prstGeom prst="rect">
            <a:avLst/>
          </a:prstGeom>
          <a:noFill/>
        </p:spPr>
        <p:txBody>
          <a:bodyPr anchorCtr="0" anchor="ctr" bIns="91425" lIns="91425" spcFirstLastPara="1" rIns="91425" wrap="square" tIns="91425">
            <a:normAutofit/>
          </a:bodyPr>
          <a:lstStyle>
            <a:lvl1pPr indent="-317500" lvl="0" marL="457200" algn="l">
              <a:lnSpc>
                <a:spcPct val="115000"/>
              </a:lnSpc>
              <a:spcBef>
                <a:spcPts val="0"/>
              </a:spcBef>
              <a:spcAft>
                <a:spcPts val="0"/>
              </a:spcAft>
              <a:buClr>
                <a:schemeClr val="dk2"/>
              </a:buClr>
              <a:buSzPts val="1400"/>
              <a:buChar char="●"/>
              <a:defRPr sz="1400">
                <a:solidFill>
                  <a:schemeClr val="dk2"/>
                </a:solidFill>
              </a:defRPr>
            </a:lvl1pPr>
            <a:lvl2pPr indent="-304800" lvl="1" marL="914400" algn="l">
              <a:lnSpc>
                <a:spcPct val="115000"/>
              </a:lnSpc>
              <a:spcBef>
                <a:spcPts val="0"/>
              </a:spcBef>
              <a:spcAft>
                <a:spcPts val="0"/>
              </a:spcAft>
              <a:buClr>
                <a:schemeClr val="dk2"/>
              </a:buClr>
              <a:buSzPts val="1200"/>
              <a:buChar char="○"/>
              <a:defRPr sz="1200">
                <a:solidFill>
                  <a:schemeClr val="dk2"/>
                </a:solidFill>
              </a:defRPr>
            </a:lvl2pPr>
            <a:lvl3pPr indent="-304800" lvl="2" marL="1371600" algn="l">
              <a:lnSpc>
                <a:spcPct val="115000"/>
              </a:lnSpc>
              <a:spcBef>
                <a:spcPts val="0"/>
              </a:spcBef>
              <a:spcAft>
                <a:spcPts val="0"/>
              </a:spcAft>
              <a:buClr>
                <a:schemeClr val="dk2"/>
              </a:buClr>
              <a:buSzPts val="1200"/>
              <a:buChar char="■"/>
              <a:defRPr sz="1200">
                <a:solidFill>
                  <a:schemeClr val="dk2"/>
                </a:solidFill>
              </a:defRPr>
            </a:lvl3pPr>
            <a:lvl4pPr indent="-304800" lvl="3" marL="1828800" algn="l">
              <a:lnSpc>
                <a:spcPct val="115000"/>
              </a:lnSpc>
              <a:spcBef>
                <a:spcPts val="0"/>
              </a:spcBef>
              <a:spcAft>
                <a:spcPts val="0"/>
              </a:spcAft>
              <a:buClr>
                <a:schemeClr val="dk2"/>
              </a:buClr>
              <a:buSzPts val="1200"/>
              <a:buChar char="●"/>
              <a:defRPr sz="1200">
                <a:solidFill>
                  <a:schemeClr val="dk2"/>
                </a:solidFill>
              </a:defRPr>
            </a:lvl4pPr>
            <a:lvl5pPr indent="-304800" lvl="4" marL="2286000" algn="l">
              <a:lnSpc>
                <a:spcPct val="115000"/>
              </a:lnSpc>
              <a:spcBef>
                <a:spcPts val="0"/>
              </a:spcBef>
              <a:spcAft>
                <a:spcPts val="0"/>
              </a:spcAft>
              <a:buClr>
                <a:schemeClr val="dk2"/>
              </a:buClr>
              <a:buSzPts val="1200"/>
              <a:buChar char="○"/>
              <a:defRPr sz="1200">
                <a:solidFill>
                  <a:schemeClr val="dk2"/>
                </a:solidFill>
              </a:defRPr>
            </a:lvl5pPr>
            <a:lvl6pPr indent="-304800" lvl="5" marL="2743200" algn="l">
              <a:lnSpc>
                <a:spcPct val="115000"/>
              </a:lnSpc>
              <a:spcBef>
                <a:spcPts val="0"/>
              </a:spcBef>
              <a:spcAft>
                <a:spcPts val="0"/>
              </a:spcAft>
              <a:buClr>
                <a:schemeClr val="dk2"/>
              </a:buClr>
              <a:buSzPts val="1200"/>
              <a:buChar char="■"/>
              <a:defRPr sz="1200">
                <a:solidFill>
                  <a:schemeClr val="dk2"/>
                </a:solidFill>
              </a:defRPr>
            </a:lvl6pPr>
            <a:lvl7pPr indent="-304800" lvl="6" marL="3200400" algn="l">
              <a:lnSpc>
                <a:spcPct val="115000"/>
              </a:lnSpc>
              <a:spcBef>
                <a:spcPts val="0"/>
              </a:spcBef>
              <a:spcAft>
                <a:spcPts val="0"/>
              </a:spcAft>
              <a:buClr>
                <a:schemeClr val="dk2"/>
              </a:buClr>
              <a:buSzPts val="1200"/>
              <a:buChar char="●"/>
              <a:defRPr sz="1200">
                <a:solidFill>
                  <a:schemeClr val="dk2"/>
                </a:solidFill>
              </a:defRPr>
            </a:lvl7pPr>
            <a:lvl8pPr indent="-304800" lvl="7" marL="3657600" algn="l">
              <a:lnSpc>
                <a:spcPct val="115000"/>
              </a:lnSpc>
              <a:spcBef>
                <a:spcPts val="0"/>
              </a:spcBef>
              <a:spcAft>
                <a:spcPts val="0"/>
              </a:spcAft>
              <a:buClr>
                <a:schemeClr val="dk2"/>
              </a:buClr>
              <a:buSzPts val="1200"/>
              <a:buChar char="○"/>
              <a:defRPr sz="1200">
                <a:solidFill>
                  <a:schemeClr val="dk2"/>
                </a:solidFill>
              </a:defRPr>
            </a:lvl8pPr>
            <a:lvl9pPr indent="-304800" lvl="8" marL="4114800" algn="l">
              <a:lnSpc>
                <a:spcPct val="115000"/>
              </a:lnSpc>
              <a:spcBef>
                <a:spcPts val="0"/>
              </a:spcBef>
              <a:spcAft>
                <a:spcPts val="0"/>
              </a:spcAft>
              <a:buClr>
                <a:schemeClr val="dk2"/>
              </a:buClr>
              <a:buSzPts val="1200"/>
              <a:buChar char="■"/>
              <a:defRPr sz="1200">
                <a:solidFill>
                  <a:schemeClr val="dk2"/>
                </a:solidFill>
              </a:defRPr>
            </a:lvl9pPr>
          </a:lstStyle>
          <a:p/>
        </p:txBody>
      </p:sp>
      <p:sp>
        <p:nvSpPr>
          <p:cNvPr id="69" name="Google Shape;69;p14"/>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AUTOLAYOUT_2">
    <p:bg>
      <p:bgPr>
        <a:solidFill>
          <a:srgbClr val="FFFFFF"/>
        </a:solidFill>
      </p:bgPr>
    </p:bg>
    <p:spTree>
      <p:nvGrpSpPr>
        <p:cNvPr id="70" name="Shape 70"/>
        <p:cNvGrpSpPr/>
        <p:nvPr/>
      </p:nvGrpSpPr>
      <p:grpSpPr>
        <a:xfrm>
          <a:off x="0" y="0"/>
          <a:ext cx="0" cy="0"/>
          <a:chOff x="0" y="0"/>
          <a:chExt cx="0" cy="0"/>
        </a:xfrm>
      </p:grpSpPr>
      <p:sp>
        <p:nvSpPr>
          <p:cNvPr id="71" name="Google Shape;71;p15"/>
          <p:cNvSpPr/>
          <p:nvPr/>
        </p:nvSpPr>
        <p:spPr>
          <a:xfrm>
            <a:off x="0" y="0"/>
            <a:ext cx="9144000" cy="51435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a:off x="181125" y="181125"/>
            <a:ext cx="8795400" cy="4781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txBox="1"/>
          <p:nvPr>
            <p:ph type="title"/>
          </p:nvPr>
        </p:nvSpPr>
        <p:spPr>
          <a:xfrm>
            <a:off x="811650" y="799739"/>
            <a:ext cx="6458400" cy="1479900"/>
          </a:xfrm>
          <a:prstGeom prst="rect">
            <a:avLst/>
          </a:prstGeom>
          <a:noFill/>
        </p:spPr>
        <p:txBody>
          <a:bodyPr anchorCtr="0" anchor="b" bIns="91425" lIns="91425" spcFirstLastPara="1" rIns="91425" wrap="square" tIns="91425">
            <a:normAutofit/>
          </a:bodyPr>
          <a:lstStyle>
            <a:lvl1pPr lvl="0" algn="l">
              <a:lnSpc>
                <a:spcPct val="100000"/>
              </a:lnSpc>
              <a:spcBef>
                <a:spcPts val="0"/>
              </a:spcBef>
              <a:spcAft>
                <a:spcPts val="0"/>
              </a:spcAft>
              <a:buClr>
                <a:schemeClr val="dk1"/>
              </a:buClr>
              <a:buSzPts val="3600"/>
              <a:buNone/>
              <a:defRPr b="1" sz="3600">
                <a:solidFill>
                  <a:schemeClr val="dk1"/>
                </a:solidFill>
              </a:defRPr>
            </a:lvl1pPr>
            <a:lvl2pPr lvl="1" algn="l">
              <a:lnSpc>
                <a:spcPct val="100000"/>
              </a:lnSpc>
              <a:spcBef>
                <a:spcPts val="0"/>
              </a:spcBef>
              <a:spcAft>
                <a:spcPts val="0"/>
              </a:spcAft>
              <a:buClr>
                <a:schemeClr val="dk1"/>
              </a:buClr>
              <a:buSzPts val="3600"/>
              <a:buNone/>
              <a:defRPr b="1" sz="3600">
                <a:solidFill>
                  <a:schemeClr val="dk1"/>
                </a:solidFill>
              </a:defRPr>
            </a:lvl2pPr>
            <a:lvl3pPr lvl="2" algn="l">
              <a:lnSpc>
                <a:spcPct val="100000"/>
              </a:lnSpc>
              <a:spcBef>
                <a:spcPts val="0"/>
              </a:spcBef>
              <a:spcAft>
                <a:spcPts val="0"/>
              </a:spcAft>
              <a:buClr>
                <a:schemeClr val="dk1"/>
              </a:buClr>
              <a:buSzPts val="3600"/>
              <a:buNone/>
              <a:defRPr b="1" sz="3600">
                <a:solidFill>
                  <a:schemeClr val="dk1"/>
                </a:solidFill>
              </a:defRPr>
            </a:lvl3pPr>
            <a:lvl4pPr lvl="3" algn="l">
              <a:lnSpc>
                <a:spcPct val="100000"/>
              </a:lnSpc>
              <a:spcBef>
                <a:spcPts val="0"/>
              </a:spcBef>
              <a:spcAft>
                <a:spcPts val="0"/>
              </a:spcAft>
              <a:buClr>
                <a:schemeClr val="dk1"/>
              </a:buClr>
              <a:buSzPts val="3600"/>
              <a:buNone/>
              <a:defRPr b="1" sz="3600">
                <a:solidFill>
                  <a:schemeClr val="dk1"/>
                </a:solidFill>
              </a:defRPr>
            </a:lvl4pPr>
            <a:lvl5pPr lvl="4" algn="l">
              <a:lnSpc>
                <a:spcPct val="100000"/>
              </a:lnSpc>
              <a:spcBef>
                <a:spcPts val="0"/>
              </a:spcBef>
              <a:spcAft>
                <a:spcPts val="0"/>
              </a:spcAft>
              <a:buClr>
                <a:schemeClr val="dk1"/>
              </a:buClr>
              <a:buSzPts val="3600"/>
              <a:buNone/>
              <a:defRPr b="1" sz="3600">
                <a:solidFill>
                  <a:schemeClr val="dk1"/>
                </a:solidFill>
              </a:defRPr>
            </a:lvl5pPr>
            <a:lvl6pPr lvl="5" algn="l">
              <a:lnSpc>
                <a:spcPct val="100000"/>
              </a:lnSpc>
              <a:spcBef>
                <a:spcPts val="0"/>
              </a:spcBef>
              <a:spcAft>
                <a:spcPts val="0"/>
              </a:spcAft>
              <a:buClr>
                <a:schemeClr val="dk1"/>
              </a:buClr>
              <a:buSzPts val="3600"/>
              <a:buNone/>
              <a:defRPr b="1" sz="3600">
                <a:solidFill>
                  <a:schemeClr val="dk1"/>
                </a:solidFill>
              </a:defRPr>
            </a:lvl6pPr>
            <a:lvl7pPr lvl="6" algn="l">
              <a:lnSpc>
                <a:spcPct val="100000"/>
              </a:lnSpc>
              <a:spcBef>
                <a:spcPts val="0"/>
              </a:spcBef>
              <a:spcAft>
                <a:spcPts val="0"/>
              </a:spcAft>
              <a:buClr>
                <a:schemeClr val="dk1"/>
              </a:buClr>
              <a:buSzPts val="3600"/>
              <a:buNone/>
              <a:defRPr b="1" sz="3600">
                <a:solidFill>
                  <a:schemeClr val="dk1"/>
                </a:solidFill>
              </a:defRPr>
            </a:lvl7pPr>
            <a:lvl8pPr lvl="7" algn="l">
              <a:lnSpc>
                <a:spcPct val="100000"/>
              </a:lnSpc>
              <a:spcBef>
                <a:spcPts val="0"/>
              </a:spcBef>
              <a:spcAft>
                <a:spcPts val="0"/>
              </a:spcAft>
              <a:buClr>
                <a:schemeClr val="dk1"/>
              </a:buClr>
              <a:buSzPts val="3600"/>
              <a:buNone/>
              <a:defRPr b="1" sz="3600">
                <a:solidFill>
                  <a:schemeClr val="dk1"/>
                </a:solidFill>
              </a:defRPr>
            </a:lvl8pPr>
            <a:lvl9pPr lvl="8" algn="l">
              <a:lnSpc>
                <a:spcPct val="100000"/>
              </a:lnSpc>
              <a:spcBef>
                <a:spcPts val="0"/>
              </a:spcBef>
              <a:spcAft>
                <a:spcPts val="0"/>
              </a:spcAft>
              <a:buClr>
                <a:schemeClr val="dk1"/>
              </a:buClr>
              <a:buSzPts val="3600"/>
              <a:buNone/>
              <a:defRPr b="1" sz="3600">
                <a:solidFill>
                  <a:schemeClr val="dk1"/>
                </a:solidFill>
              </a:defRPr>
            </a:lvl9pPr>
          </a:lstStyle>
          <a:p/>
        </p:txBody>
      </p:sp>
      <p:sp>
        <p:nvSpPr>
          <p:cNvPr id="74" name="Google Shape;74;p15"/>
          <p:cNvSpPr txBox="1"/>
          <p:nvPr>
            <p:ph idx="1" type="body"/>
          </p:nvPr>
        </p:nvSpPr>
        <p:spPr>
          <a:xfrm>
            <a:off x="811650" y="2432039"/>
            <a:ext cx="6458400" cy="2037600"/>
          </a:xfrm>
          <a:prstGeom prst="rect">
            <a:avLst/>
          </a:prstGeom>
          <a:noFill/>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dk2"/>
              </a:buClr>
              <a:buSzPts val="1600"/>
              <a:buChar char="●"/>
              <a:defRPr sz="1600">
                <a:solidFill>
                  <a:schemeClr val="dk2"/>
                </a:solidFill>
              </a:defRPr>
            </a:lvl1pPr>
            <a:lvl2pPr indent="-317500" lvl="1" marL="914400" algn="l">
              <a:lnSpc>
                <a:spcPct val="115000"/>
              </a:lnSpc>
              <a:spcBef>
                <a:spcPts val="0"/>
              </a:spcBef>
              <a:spcAft>
                <a:spcPts val="0"/>
              </a:spcAft>
              <a:buClr>
                <a:schemeClr val="dk2"/>
              </a:buClr>
              <a:buSzPts val="1400"/>
              <a:buChar char="○"/>
              <a:defRPr sz="1400">
                <a:solidFill>
                  <a:schemeClr val="dk2"/>
                </a:solidFill>
              </a:defRPr>
            </a:lvl2pPr>
            <a:lvl3pPr indent="-317500" lvl="2" marL="1371600" algn="l">
              <a:lnSpc>
                <a:spcPct val="115000"/>
              </a:lnSpc>
              <a:spcBef>
                <a:spcPts val="0"/>
              </a:spcBef>
              <a:spcAft>
                <a:spcPts val="0"/>
              </a:spcAft>
              <a:buClr>
                <a:schemeClr val="dk2"/>
              </a:buClr>
              <a:buSzPts val="1400"/>
              <a:buChar char="■"/>
              <a:defRPr sz="1400">
                <a:solidFill>
                  <a:schemeClr val="dk2"/>
                </a:solidFill>
              </a:defRPr>
            </a:lvl3pPr>
            <a:lvl4pPr indent="-317500" lvl="3" marL="1828800" algn="l">
              <a:lnSpc>
                <a:spcPct val="115000"/>
              </a:lnSpc>
              <a:spcBef>
                <a:spcPts val="0"/>
              </a:spcBef>
              <a:spcAft>
                <a:spcPts val="0"/>
              </a:spcAft>
              <a:buClr>
                <a:schemeClr val="dk2"/>
              </a:buClr>
              <a:buSzPts val="1400"/>
              <a:buChar char="●"/>
              <a:defRPr sz="1400">
                <a:solidFill>
                  <a:schemeClr val="dk2"/>
                </a:solidFill>
              </a:defRPr>
            </a:lvl4pPr>
            <a:lvl5pPr indent="-317500" lvl="4" marL="2286000" algn="l">
              <a:lnSpc>
                <a:spcPct val="115000"/>
              </a:lnSpc>
              <a:spcBef>
                <a:spcPts val="0"/>
              </a:spcBef>
              <a:spcAft>
                <a:spcPts val="0"/>
              </a:spcAft>
              <a:buClr>
                <a:schemeClr val="dk2"/>
              </a:buClr>
              <a:buSzPts val="1400"/>
              <a:buChar char="○"/>
              <a:defRPr sz="1400">
                <a:solidFill>
                  <a:schemeClr val="dk2"/>
                </a:solidFill>
              </a:defRPr>
            </a:lvl5pPr>
            <a:lvl6pPr indent="-317500" lvl="5" marL="2743200" algn="l">
              <a:lnSpc>
                <a:spcPct val="115000"/>
              </a:lnSpc>
              <a:spcBef>
                <a:spcPts val="0"/>
              </a:spcBef>
              <a:spcAft>
                <a:spcPts val="0"/>
              </a:spcAft>
              <a:buClr>
                <a:schemeClr val="dk2"/>
              </a:buClr>
              <a:buSzPts val="1400"/>
              <a:buChar char="■"/>
              <a:defRPr sz="1400">
                <a:solidFill>
                  <a:schemeClr val="dk2"/>
                </a:solidFill>
              </a:defRPr>
            </a:lvl6pPr>
            <a:lvl7pPr indent="-317500" lvl="6" marL="3200400" algn="l">
              <a:lnSpc>
                <a:spcPct val="115000"/>
              </a:lnSpc>
              <a:spcBef>
                <a:spcPts val="0"/>
              </a:spcBef>
              <a:spcAft>
                <a:spcPts val="0"/>
              </a:spcAft>
              <a:buClr>
                <a:schemeClr val="dk2"/>
              </a:buClr>
              <a:buSzPts val="1400"/>
              <a:buChar char="●"/>
              <a:defRPr sz="1400">
                <a:solidFill>
                  <a:schemeClr val="dk2"/>
                </a:solidFill>
              </a:defRPr>
            </a:lvl7pPr>
            <a:lvl8pPr indent="-317500" lvl="7" marL="3657600" algn="l">
              <a:lnSpc>
                <a:spcPct val="115000"/>
              </a:lnSpc>
              <a:spcBef>
                <a:spcPts val="0"/>
              </a:spcBef>
              <a:spcAft>
                <a:spcPts val="0"/>
              </a:spcAft>
              <a:buClr>
                <a:schemeClr val="dk2"/>
              </a:buClr>
              <a:buSzPts val="1400"/>
              <a:buChar char="○"/>
              <a:defRPr sz="1400">
                <a:solidFill>
                  <a:schemeClr val="dk2"/>
                </a:solidFill>
              </a:defRPr>
            </a:lvl8pPr>
            <a:lvl9pPr indent="-317500" lvl="8" marL="4114800" algn="l">
              <a:lnSpc>
                <a:spcPct val="115000"/>
              </a:lnSpc>
              <a:spcBef>
                <a:spcPts val="0"/>
              </a:spcBef>
              <a:spcAft>
                <a:spcPts val="0"/>
              </a:spcAft>
              <a:buClr>
                <a:schemeClr val="dk2"/>
              </a:buClr>
              <a:buSzPts val="1400"/>
              <a:buChar char="■"/>
              <a:defRPr sz="1400">
                <a:solidFill>
                  <a:schemeClr val="dk2"/>
                </a:solidFill>
              </a:defRPr>
            </a:lvl9pPr>
          </a:lstStyle>
          <a:p/>
        </p:txBody>
      </p:sp>
      <p:sp>
        <p:nvSpPr>
          <p:cNvPr id="75" name="Google Shape;75;p15"/>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AUTOLAYOUT_3">
    <p:spTree>
      <p:nvGrpSpPr>
        <p:cNvPr id="76" name="Shape 76"/>
        <p:cNvGrpSpPr/>
        <p:nvPr/>
      </p:nvGrpSpPr>
      <p:grpSpPr>
        <a:xfrm>
          <a:off x="0" y="0"/>
          <a:ext cx="0" cy="0"/>
          <a:chOff x="0" y="0"/>
          <a:chExt cx="0" cy="0"/>
        </a:xfrm>
      </p:grpSpPr>
      <p:sp>
        <p:nvSpPr>
          <p:cNvPr id="77" name="Google Shape;77;p16"/>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p:nvPr/>
        </p:nvSpPr>
        <p:spPr>
          <a:xfrm>
            <a:off x="3341300" y="314875"/>
            <a:ext cx="5486400" cy="4513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0" y="0"/>
            <a:ext cx="3048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3341300" y="314875"/>
            <a:ext cx="5486400" cy="113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txBox="1"/>
          <p:nvPr>
            <p:ph type="title"/>
          </p:nvPr>
        </p:nvSpPr>
        <p:spPr>
          <a:xfrm>
            <a:off x="348300" y="428200"/>
            <a:ext cx="2351400" cy="4399800"/>
          </a:xfrm>
          <a:prstGeom prst="rect">
            <a:avLst/>
          </a:prstGeom>
          <a:noFill/>
        </p:spPr>
        <p:txBody>
          <a:bodyPr anchorCtr="0" anchor="t" bIns="91425" lIns="91425" spcFirstLastPara="1" rIns="91425" wrap="square" tIns="91425">
            <a:normAutofit/>
          </a:bodyPr>
          <a:lstStyle>
            <a:lvl1pPr lvl="0" algn="l">
              <a:lnSpc>
                <a:spcPct val="100000"/>
              </a:lnSpc>
              <a:spcBef>
                <a:spcPts val="0"/>
              </a:spcBef>
              <a:spcAft>
                <a:spcPts val="0"/>
              </a:spcAft>
              <a:buClr>
                <a:srgbClr val="FFFFFF"/>
              </a:buClr>
              <a:buSzPts val="2800"/>
              <a:buNone/>
              <a:defRPr b="1" sz="2800">
                <a:solidFill>
                  <a:srgbClr val="FFFFFF"/>
                </a:solidFill>
              </a:defRPr>
            </a:lvl1pPr>
            <a:lvl2pPr lvl="1" algn="l">
              <a:lnSpc>
                <a:spcPct val="100000"/>
              </a:lnSpc>
              <a:spcBef>
                <a:spcPts val="0"/>
              </a:spcBef>
              <a:spcAft>
                <a:spcPts val="0"/>
              </a:spcAft>
              <a:buClr>
                <a:srgbClr val="FFFFFF"/>
              </a:buClr>
              <a:buSzPts val="2800"/>
              <a:buNone/>
              <a:defRPr b="1" sz="2800">
                <a:solidFill>
                  <a:srgbClr val="FFFFFF"/>
                </a:solidFill>
              </a:defRPr>
            </a:lvl2pPr>
            <a:lvl3pPr lvl="2" algn="l">
              <a:lnSpc>
                <a:spcPct val="100000"/>
              </a:lnSpc>
              <a:spcBef>
                <a:spcPts val="0"/>
              </a:spcBef>
              <a:spcAft>
                <a:spcPts val="0"/>
              </a:spcAft>
              <a:buClr>
                <a:srgbClr val="FFFFFF"/>
              </a:buClr>
              <a:buSzPts val="2800"/>
              <a:buNone/>
              <a:defRPr b="1" sz="2800">
                <a:solidFill>
                  <a:srgbClr val="FFFFFF"/>
                </a:solidFill>
              </a:defRPr>
            </a:lvl3pPr>
            <a:lvl4pPr lvl="3" algn="l">
              <a:lnSpc>
                <a:spcPct val="100000"/>
              </a:lnSpc>
              <a:spcBef>
                <a:spcPts val="0"/>
              </a:spcBef>
              <a:spcAft>
                <a:spcPts val="0"/>
              </a:spcAft>
              <a:buClr>
                <a:srgbClr val="FFFFFF"/>
              </a:buClr>
              <a:buSzPts val="2800"/>
              <a:buNone/>
              <a:defRPr b="1" sz="2800">
                <a:solidFill>
                  <a:srgbClr val="FFFFFF"/>
                </a:solidFill>
              </a:defRPr>
            </a:lvl4pPr>
            <a:lvl5pPr lvl="4" algn="l">
              <a:lnSpc>
                <a:spcPct val="100000"/>
              </a:lnSpc>
              <a:spcBef>
                <a:spcPts val="0"/>
              </a:spcBef>
              <a:spcAft>
                <a:spcPts val="0"/>
              </a:spcAft>
              <a:buClr>
                <a:srgbClr val="FFFFFF"/>
              </a:buClr>
              <a:buSzPts val="2800"/>
              <a:buNone/>
              <a:defRPr b="1" sz="2800">
                <a:solidFill>
                  <a:srgbClr val="FFFFFF"/>
                </a:solidFill>
              </a:defRPr>
            </a:lvl5pPr>
            <a:lvl6pPr lvl="5" algn="l">
              <a:lnSpc>
                <a:spcPct val="100000"/>
              </a:lnSpc>
              <a:spcBef>
                <a:spcPts val="0"/>
              </a:spcBef>
              <a:spcAft>
                <a:spcPts val="0"/>
              </a:spcAft>
              <a:buClr>
                <a:srgbClr val="FFFFFF"/>
              </a:buClr>
              <a:buSzPts val="2800"/>
              <a:buNone/>
              <a:defRPr b="1" sz="2800">
                <a:solidFill>
                  <a:srgbClr val="FFFFFF"/>
                </a:solidFill>
              </a:defRPr>
            </a:lvl6pPr>
            <a:lvl7pPr lvl="6" algn="l">
              <a:lnSpc>
                <a:spcPct val="100000"/>
              </a:lnSpc>
              <a:spcBef>
                <a:spcPts val="0"/>
              </a:spcBef>
              <a:spcAft>
                <a:spcPts val="0"/>
              </a:spcAft>
              <a:buClr>
                <a:srgbClr val="FFFFFF"/>
              </a:buClr>
              <a:buSzPts val="2800"/>
              <a:buNone/>
              <a:defRPr b="1" sz="2800">
                <a:solidFill>
                  <a:srgbClr val="FFFFFF"/>
                </a:solidFill>
              </a:defRPr>
            </a:lvl7pPr>
            <a:lvl8pPr lvl="7" algn="l">
              <a:lnSpc>
                <a:spcPct val="100000"/>
              </a:lnSpc>
              <a:spcBef>
                <a:spcPts val="0"/>
              </a:spcBef>
              <a:spcAft>
                <a:spcPts val="0"/>
              </a:spcAft>
              <a:buClr>
                <a:srgbClr val="FFFFFF"/>
              </a:buClr>
              <a:buSzPts val="2800"/>
              <a:buNone/>
              <a:defRPr b="1" sz="2800">
                <a:solidFill>
                  <a:srgbClr val="FFFFFF"/>
                </a:solidFill>
              </a:defRPr>
            </a:lvl8pPr>
            <a:lvl9pPr lvl="8" algn="l">
              <a:lnSpc>
                <a:spcPct val="100000"/>
              </a:lnSpc>
              <a:spcBef>
                <a:spcPts val="0"/>
              </a:spcBef>
              <a:spcAft>
                <a:spcPts val="0"/>
              </a:spcAft>
              <a:buClr>
                <a:srgbClr val="FFFFFF"/>
              </a:buClr>
              <a:buSzPts val="2800"/>
              <a:buNone/>
              <a:defRPr b="1" sz="2800">
                <a:solidFill>
                  <a:srgbClr val="FFFFFF"/>
                </a:solidFill>
              </a:defRPr>
            </a:lvl9pPr>
          </a:lstStyle>
          <a:p/>
        </p:txBody>
      </p:sp>
      <p:sp>
        <p:nvSpPr>
          <p:cNvPr id="82" name="Google Shape;82;p16"/>
          <p:cNvSpPr txBox="1"/>
          <p:nvPr>
            <p:ph idx="1" type="body"/>
          </p:nvPr>
        </p:nvSpPr>
        <p:spPr>
          <a:xfrm>
            <a:off x="3539325" y="593900"/>
            <a:ext cx="5090400" cy="4011600"/>
          </a:xfrm>
          <a:prstGeom prst="rect">
            <a:avLst/>
          </a:prstGeom>
          <a:noFill/>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rgbClr val="666666"/>
              </a:buClr>
              <a:buSzPts val="1400"/>
              <a:buChar char="●"/>
              <a:defRPr sz="1400">
                <a:solidFill>
                  <a:srgbClr val="666666"/>
                </a:solidFill>
              </a:defRPr>
            </a:lvl1pPr>
            <a:lvl2pPr indent="-304800" lvl="1" marL="914400" algn="l">
              <a:lnSpc>
                <a:spcPct val="115000"/>
              </a:lnSpc>
              <a:spcBef>
                <a:spcPts val="0"/>
              </a:spcBef>
              <a:spcAft>
                <a:spcPts val="0"/>
              </a:spcAft>
              <a:buClr>
                <a:srgbClr val="666666"/>
              </a:buClr>
              <a:buSzPts val="1200"/>
              <a:buChar char="○"/>
              <a:defRPr sz="1200">
                <a:solidFill>
                  <a:srgbClr val="666666"/>
                </a:solidFill>
              </a:defRPr>
            </a:lvl2pPr>
            <a:lvl3pPr indent="-304800" lvl="2" marL="1371600" algn="l">
              <a:lnSpc>
                <a:spcPct val="115000"/>
              </a:lnSpc>
              <a:spcBef>
                <a:spcPts val="0"/>
              </a:spcBef>
              <a:spcAft>
                <a:spcPts val="0"/>
              </a:spcAft>
              <a:buClr>
                <a:srgbClr val="666666"/>
              </a:buClr>
              <a:buSzPts val="1200"/>
              <a:buChar char="■"/>
              <a:defRPr sz="1200">
                <a:solidFill>
                  <a:srgbClr val="666666"/>
                </a:solidFill>
              </a:defRPr>
            </a:lvl3pPr>
            <a:lvl4pPr indent="-304800" lvl="3" marL="1828800" algn="l">
              <a:lnSpc>
                <a:spcPct val="115000"/>
              </a:lnSpc>
              <a:spcBef>
                <a:spcPts val="0"/>
              </a:spcBef>
              <a:spcAft>
                <a:spcPts val="0"/>
              </a:spcAft>
              <a:buClr>
                <a:srgbClr val="666666"/>
              </a:buClr>
              <a:buSzPts val="1200"/>
              <a:buChar char="●"/>
              <a:defRPr sz="1200">
                <a:solidFill>
                  <a:srgbClr val="666666"/>
                </a:solidFill>
              </a:defRPr>
            </a:lvl4pPr>
            <a:lvl5pPr indent="-304800" lvl="4" marL="2286000" algn="l">
              <a:lnSpc>
                <a:spcPct val="115000"/>
              </a:lnSpc>
              <a:spcBef>
                <a:spcPts val="0"/>
              </a:spcBef>
              <a:spcAft>
                <a:spcPts val="0"/>
              </a:spcAft>
              <a:buClr>
                <a:srgbClr val="666666"/>
              </a:buClr>
              <a:buSzPts val="1200"/>
              <a:buChar char="○"/>
              <a:defRPr sz="1200">
                <a:solidFill>
                  <a:srgbClr val="666666"/>
                </a:solidFill>
              </a:defRPr>
            </a:lvl5pPr>
            <a:lvl6pPr indent="-304800" lvl="5" marL="2743200" algn="l">
              <a:lnSpc>
                <a:spcPct val="115000"/>
              </a:lnSpc>
              <a:spcBef>
                <a:spcPts val="0"/>
              </a:spcBef>
              <a:spcAft>
                <a:spcPts val="0"/>
              </a:spcAft>
              <a:buClr>
                <a:srgbClr val="666666"/>
              </a:buClr>
              <a:buSzPts val="1200"/>
              <a:buChar char="■"/>
              <a:defRPr sz="1200">
                <a:solidFill>
                  <a:srgbClr val="666666"/>
                </a:solidFill>
              </a:defRPr>
            </a:lvl6pPr>
            <a:lvl7pPr indent="-304800" lvl="6" marL="3200400" algn="l">
              <a:lnSpc>
                <a:spcPct val="115000"/>
              </a:lnSpc>
              <a:spcBef>
                <a:spcPts val="0"/>
              </a:spcBef>
              <a:spcAft>
                <a:spcPts val="0"/>
              </a:spcAft>
              <a:buClr>
                <a:srgbClr val="666666"/>
              </a:buClr>
              <a:buSzPts val="1200"/>
              <a:buChar char="●"/>
              <a:defRPr sz="1200">
                <a:solidFill>
                  <a:srgbClr val="666666"/>
                </a:solidFill>
              </a:defRPr>
            </a:lvl7pPr>
            <a:lvl8pPr indent="-304800" lvl="7" marL="3657600" algn="l">
              <a:lnSpc>
                <a:spcPct val="115000"/>
              </a:lnSpc>
              <a:spcBef>
                <a:spcPts val="0"/>
              </a:spcBef>
              <a:spcAft>
                <a:spcPts val="0"/>
              </a:spcAft>
              <a:buClr>
                <a:srgbClr val="666666"/>
              </a:buClr>
              <a:buSzPts val="1200"/>
              <a:buChar char="○"/>
              <a:defRPr sz="1200">
                <a:solidFill>
                  <a:srgbClr val="666666"/>
                </a:solidFill>
              </a:defRPr>
            </a:lvl8pPr>
            <a:lvl9pPr indent="-304800" lvl="8" marL="4114800" algn="l">
              <a:lnSpc>
                <a:spcPct val="115000"/>
              </a:lnSpc>
              <a:spcBef>
                <a:spcPts val="0"/>
              </a:spcBef>
              <a:spcAft>
                <a:spcPts val="0"/>
              </a:spcAft>
              <a:buClr>
                <a:srgbClr val="666666"/>
              </a:buClr>
              <a:buSzPts val="1200"/>
              <a:buChar char="■"/>
              <a:defRPr sz="1200">
                <a:solidFill>
                  <a:srgbClr val="666666"/>
                </a:solidFill>
              </a:defRPr>
            </a:lvl9pPr>
          </a:lstStyle>
          <a:p/>
        </p:txBody>
      </p:sp>
      <p:sp>
        <p:nvSpPr>
          <p:cNvPr id="83" name="Google Shape;83;p16"/>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rgbClr val="666666"/>
                </a:solidFill>
              </a:defRPr>
            </a:lvl1pPr>
            <a:lvl2pPr lvl="1" algn="r">
              <a:lnSpc>
                <a:spcPct val="100000"/>
              </a:lnSpc>
              <a:spcAft>
                <a:spcPts val="0"/>
              </a:spcAft>
              <a:buNone/>
              <a:defRPr sz="1000">
                <a:solidFill>
                  <a:srgbClr val="666666"/>
                </a:solidFill>
              </a:defRPr>
            </a:lvl2pPr>
            <a:lvl3pPr lvl="2" algn="r">
              <a:lnSpc>
                <a:spcPct val="100000"/>
              </a:lnSpc>
              <a:spcAft>
                <a:spcPts val="0"/>
              </a:spcAft>
              <a:buNone/>
              <a:defRPr sz="1000">
                <a:solidFill>
                  <a:srgbClr val="666666"/>
                </a:solidFill>
              </a:defRPr>
            </a:lvl3pPr>
            <a:lvl4pPr lvl="3" algn="r">
              <a:lnSpc>
                <a:spcPct val="100000"/>
              </a:lnSpc>
              <a:spcAft>
                <a:spcPts val="0"/>
              </a:spcAft>
              <a:buNone/>
              <a:defRPr sz="1000">
                <a:solidFill>
                  <a:srgbClr val="666666"/>
                </a:solidFill>
              </a:defRPr>
            </a:lvl4pPr>
            <a:lvl5pPr lvl="4" algn="r">
              <a:lnSpc>
                <a:spcPct val="100000"/>
              </a:lnSpc>
              <a:spcAft>
                <a:spcPts val="0"/>
              </a:spcAft>
              <a:buNone/>
              <a:defRPr sz="1000">
                <a:solidFill>
                  <a:srgbClr val="666666"/>
                </a:solidFill>
              </a:defRPr>
            </a:lvl5pPr>
            <a:lvl6pPr lvl="5" algn="r">
              <a:lnSpc>
                <a:spcPct val="100000"/>
              </a:lnSpc>
              <a:spcAft>
                <a:spcPts val="0"/>
              </a:spcAft>
              <a:buNone/>
              <a:defRPr sz="1000">
                <a:solidFill>
                  <a:srgbClr val="666666"/>
                </a:solidFill>
              </a:defRPr>
            </a:lvl6pPr>
            <a:lvl7pPr lvl="6" algn="r">
              <a:lnSpc>
                <a:spcPct val="100000"/>
              </a:lnSpc>
              <a:spcAft>
                <a:spcPts val="0"/>
              </a:spcAft>
              <a:buNone/>
              <a:defRPr sz="1000">
                <a:solidFill>
                  <a:srgbClr val="666666"/>
                </a:solidFill>
              </a:defRPr>
            </a:lvl7pPr>
            <a:lvl8pPr lvl="7" algn="r">
              <a:lnSpc>
                <a:spcPct val="100000"/>
              </a:lnSpc>
              <a:spcAft>
                <a:spcPts val="0"/>
              </a:spcAft>
              <a:buNone/>
              <a:defRPr sz="1000">
                <a:solidFill>
                  <a:srgbClr val="666666"/>
                </a:solidFill>
              </a:defRPr>
            </a:lvl8pPr>
            <a:lvl9pPr lvl="8" algn="r">
              <a:lnSpc>
                <a:spcPct val="100000"/>
              </a:lnSpc>
              <a:spcAft>
                <a:spcPts val="0"/>
              </a:spcAft>
              <a:buNone/>
              <a:defRPr sz="1000">
                <a:solidFill>
                  <a:srgbClr val="666666"/>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4">
  <p:cSld name="AUTOLAYOUT_4">
    <p:bg>
      <p:bgPr>
        <a:solidFill>
          <a:srgbClr val="FFFFFF"/>
        </a:solidFill>
      </p:bgPr>
    </p:bg>
    <p:spTree>
      <p:nvGrpSpPr>
        <p:cNvPr id="84" name="Shape 84"/>
        <p:cNvGrpSpPr/>
        <p:nvPr/>
      </p:nvGrpSpPr>
      <p:grpSpPr>
        <a:xfrm>
          <a:off x="0" y="0"/>
          <a:ext cx="0" cy="0"/>
          <a:chOff x="0" y="0"/>
          <a:chExt cx="0" cy="0"/>
        </a:xfrm>
      </p:grpSpPr>
      <p:sp>
        <p:nvSpPr>
          <p:cNvPr id="85" name="Google Shape;85;p17"/>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7"/>
          <p:cNvSpPr/>
          <p:nvPr/>
        </p:nvSpPr>
        <p:spPr>
          <a:xfrm>
            <a:off x="-25" y="0"/>
            <a:ext cx="9144000" cy="174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7"/>
          <p:cNvSpPr/>
          <p:nvPr/>
        </p:nvSpPr>
        <p:spPr>
          <a:xfrm>
            <a:off x="6551675" y="0"/>
            <a:ext cx="2592300" cy="1741500"/>
          </a:xfrm>
          <a:prstGeom prst="rect">
            <a:avLst/>
          </a:prstGeom>
          <a:solidFill>
            <a:srgbClr val="FFFFFF">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7"/>
          <p:cNvSpPr/>
          <p:nvPr/>
        </p:nvSpPr>
        <p:spPr>
          <a:xfrm rot="10800000">
            <a:off x="3991228" y="0"/>
            <a:ext cx="1727100" cy="1741500"/>
          </a:xfrm>
          <a:prstGeom prst="flowChartDelay">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7"/>
          <p:cNvSpPr/>
          <p:nvPr/>
        </p:nvSpPr>
        <p:spPr>
          <a:xfrm rot="10800000">
            <a:off x="3991228" y="0"/>
            <a:ext cx="1727100" cy="1741500"/>
          </a:xfrm>
          <a:prstGeom prst="flowChartDelay">
            <a:avLst/>
          </a:prstGeom>
          <a:solidFill>
            <a:srgbClr val="FFFFFF">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7"/>
          <p:cNvSpPr/>
          <p:nvPr/>
        </p:nvSpPr>
        <p:spPr>
          <a:xfrm rot="10800000">
            <a:off x="4431837" y="0"/>
            <a:ext cx="1727100" cy="1741500"/>
          </a:xfrm>
          <a:prstGeom prst="flowChartDelay">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p:nvPr/>
        </p:nvSpPr>
        <p:spPr>
          <a:xfrm rot="10800000">
            <a:off x="4431837" y="0"/>
            <a:ext cx="1727100" cy="1741500"/>
          </a:xfrm>
          <a:prstGeom prst="flowChartDelay">
            <a:avLst/>
          </a:prstGeom>
          <a:solidFill>
            <a:srgbClr val="FFFFFF">
              <a:alpha val="188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7"/>
          <p:cNvSpPr/>
          <p:nvPr/>
        </p:nvSpPr>
        <p:spPr>
          <a:xfrm rot="10800000">
            <a:off x="4856511" y="0"/>
            <a:ext cx="1727100" cy="1741500"/>
          </a:xfrm>
          <a:prstGeom prst="flowChartDelay">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7"/>
          <p:cNvSpPr/>
          <p:nvPr/>
        </p:nvSpPr>
        <p:spPr>
          <a:xfrm rot="10800000">
            <a:off x="4856511" y="0"/>
            <a:ext cx="1727100" cy="1741500"/>
          </a:xfrm>
          <a:prstGeom prst="flowChartDelay">
            <a:avLst/>
          </a:prstGeom>
          <a:solidFill>
            <a:srgbClr val="FFFFFF">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7"/>
          <p:cNvSpPr txBox="1"/>
          <p:nvPr>
            <p:ph type="title"/>
          </p:nvPr>
        </p:nvSpPr>
        <p:spPr>
          <a:xfrm>
            <a:off x="324475" y="148225"/>
            <a:ext cx="3559500" cy="1373700"/>
          </a:xfrm>
          <a:prstGeom prst="rect">
            <a:avLst/>
          </a:prstGeom>
          <a:noFill/>
        </p:spPr>
        <p:txBody>
          <a:bodyPr anchorCtr="0" anchor="b" bIns="91425" lIns="91425" spcFirstLastPara="1" rIns="91425" wrap="square" tIns="91425">
            <a:normAutofit/>
          </a:bodyPr>
          <a:lstStyle>
            <a:lvl1pPr lvl="0" algn="l">
              <a:lnSpc>
                <a:spcPct val="100000"/>
              </a:lnSpc>
              <a:spcBef>
                <a:spcPts val="0"/>
              </a:spcBef>
              <a:spcAft>
                <a:spcPts val="0"/>
              </a:spcAft>
              <a:buNone/>
              <a:defRPr b="1" sz="2800">
                <a:solidFill>
                  <a:schemeClr val="lt1"/>
                </a:solidFill>
              </a:defRPr>
            </a:lvl1pPr>
            <a:lvl2pPr lvl="1" algn="l">
              <a:lnSpc>
                <a:spcPct val="100000"/>
              </a:lnSpc>
              <a:spcBef>
                <a:spcPts val="0"/>
              </a:spcBef>
              <a:spcAft>
                <a:spcPts val="0"/>
              </a:spcAft>
              <a:buNone/>
              <a:defRPr b="1" sz="2800">
                <a:solidFill>
                  <a:schemeClr val="lt1"/>
                </a:solidFill>
              </a:defRPr>
            </a:lvl2pPr>
            <a:lvl3pPr lvl="2" algn="l">
              <a:lnSpc>
                <a:spcPct val="100000"/>
              </a:lnSpc>
              <a:spcBef>
                <a:spcPts val="0"/>
              </a:spcBef>
              <a:spcAft>
                <a:spcPts val="0"/>
              </a:spcAft>
              <a:buNone/>
              <a:defRPr b="1" sz="2800">
                <a:solidFill>
                  <a:schemeClr val="lt1"/>
                </a:solidFill>
              </a:defRPr>
            </a:lvl3pPr>
            <a:lvl4pPr lvl="3" algn="l">
              <a:lnSpc>
                <a:spcPct val="100000"/>
              </a:lnSpc>
              <a:spcBef>
                <a:spcPts val="0"/>
              </a:spcBef>
              <a:spcAft>
                <a:spcPts val="0"/>
              </a:spcAft>
              <a:buNone/>
              <a:defRPr b="1" sz="2800">
                <a:solidFill>
                  <a:schemeClr val="lt1"/>
                </a:solidFill>
              </a:defRPr>
            </a:lvl4pPr>
            <a:lvl5pPr lvl="4" algn="l">
              <a:lnSpc>
                <a:spcPct val="100000"/>
              </a:lnSpc>
              <a:spcBef>
                <a:spcPts val="0"/>
              </a:spcBef>
              <a:spcAft>
                <a:spcPts val="0"/>
              </a:spcAft>
              <a:buNone/>
              <a:defRPr b="1" sz="2800">
                <a:solidFill>
                  <a:schemeClr val="lt1"/>
                </a:solidFill>
              </a:defRPr>
            </a:lvl5pPr>
            <a:lvl6pPr lvl="5" algn="l">
              <a:lnSpc>
                <a:spcPct val="100000"/>
              </a:lnSpc>
              <a:spcBef>
                <a:spcPts val="0"/>
              </a:spcBef>
              <a:spcAft>
                <a:spcPts val="0"/>
              </a:spcAft>
              <a:buNone/>
              <a:defRPr b="1" sz="2800">
                <a:solidFill>
                  <a:schemeClr val="lt1"/>
                </a:solidFill>
              </a:defRPr>
            </a:lvl6pPr>
            <a:lvl7pPr lvl="6" algn="l">
              <a:lnSpc>
                <a:spcPct val="100000"/>
              </a:lnSpc>
              <a:spcBef>
                <a:spcPts val="0"/>
              </a:spcBef>
              <a:spcAft>
                <a:spcPts val="0"/>
              </a:spcAft>
              <a:buNone/>
              <a:defRPr b="1" sz="2800">
                <a:solidFill>
                  <a:schemeClr val="lt1"/>
                </a:solidFill>
              </a:defRPr>
            </a:lvl7pPr>
            <a:lvl8pPr lvl="7" algn="l">
              <a:lnSpc>
                <a:spcPct val="100000"/>
              </a:lnSpc>
              <a:spcBef>
                <a:spcPts val="0"/>
              </a:spcBef>
              <a:spcAft>
                <a:spcPts val="0"/>
              </a:spcAft>
              <a:buNone/>
              <a:defRPr b="1" sz="2800">
                <a:solidFill>
                  <a:schemeClr val="lt1"/>
                </a:solidFill>
              </a:defRPr>
            </a:lvl8pPr>
            <a:lvl9pPr lvl="8" algn="l">
              <a:lnSpc>
                <a:spcPct val="100000"/>
              </a:lnSpc>
              <a:spcBef>
                <a:spcPts val="0"/>
              </a:spcBef>
              <a:spcAft>
                <a:spcPts val="0"/>
              </a:spcAft>
              <a:buNone/>
              <a:defRPr b="1" sz="2800">
                <a:solidFill>
                  <a:schemeClr val="lt1"/>
                </a:solidFill>
              </a:defRPr>
            </a:lvl9pPr>
          </a:lstStyle>
          <a:p/>
        </p:txBody>
      </p:sp>
      <p:sp>
        <p:nvSpPr>
          <p:cNvPr id="95" name="Google Shape;95;p17"/>
          <p:cNvSpPr txBox="1"/>
          <p:nvPr>
            <p:ph idx="1" type="body"/>
          </p:nvPr>
        </p:nvSpPr>
        <p:spPr>
          <a:xfrm>
            <a:off x="324475" y="1920450"/>
            <a:ext cx="8494800" cy="2704200"/>
          </a:xfrm>
          <a:prstGeom prst="rect">
            <a:avLst/>
          </a:prstGeom>
          <a:noFill/>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2"/>
              </a:buClr>
              <a:buSzPts val="1800"/>
              <a:buChar char="●"/>
              <a:defRPr sz="1800">
                <a:solidFill>
                  <a:schemeClr val="dk2"/>
                </a:solidFill>
              </a:defRPr>
            </a:lvl1pPr>
            <a:lvl2pPr indent="-317500" lvl="1" marL="914400" algn="l">
              <a:lnSpc>
                <a:spcPct val="115000"/>
              </a:lnSpc>
              <a:spcBef>
                <a:spcPts val="0"/>
              </a:spcBef>
              <a:spcAft>
                <a:spcPts val="0"/>
              </a:spcAft>
              <a:buClr>
                <a:schemeClr val="dk2"/>
              </a:buClr>
              <a:buSzPts val="1400"/>
              <a:buChar char="○"/>
              <a:defRPr sz="1400">
                <a:solidFill>
                  <a:schemeClr val="dk2"/>
                </a:solidFill>
              </a:defRPr>
            </a:lvl2pPr>
            <a:lvl3pPr indent="-317500" lvl="2" marL="1371600" algn="l">
              <a:lnSpc>
                <a:spcPct val="115000"/>
              </a:lnSpc>
              <a:spcBef>
                <a:spcPts val="0"/>
              </a:spcBef>
              <a:spcAft>
                <a:spcPts val="0"/>
              </a:spcAft>
              <a:buClr>
                <a:schemeClr val="dk2"/>
              </a:buClr>
              <a:buSzPts val="1400"/>
              <a:buChar char="■"/>
              <a:defRPr sz="1400">
                <a:solidFill>
                  <a:schemeClr val="dk2"/>
                </a:solidFill>
              </a:defRPr>
            </a:lvl3pPr>
            <a:lvl4pPr indent="-317500" lvl="3" marL="1828800" algn="l">
              <a:lnSpc>
                <a:spcPct val="115000"/>
              </a:lnSpc>
              <a:spcBef>
                <a:spcPts val="0"/>
              </a:spcBef>
              <a:spcAft>
                <a:spcPts val="0"/>
              </a:spcAft>
              <a:buClr>
                <a:schemeClr val="dk2"/>
              </a:buClr>
              <a:buSzPts val="1400"/>
              <a:buChar char="●"/>
              <a:defRPr sz="1400">
                <a:solidFill>
                  <a:schemeClr val="dk2"/>
                </a:solidFill>
              </a:defRPr>
            </a:lvl4pPr>
            <a:lvl5pPr indent="-317500" lvl="4" marL="2286000" algn="l">
              <a:lnSpc>
                <a:spcPct val="115000"/>
              </a:lnSpc>
              <a:spcBef>
                <a:spcPts val="0"/>
              </a:spcBef>
              <a:spcAft>
                <a:spcPts val="0"/>
              </a:spcAft>
              <a:buClr>
                <a:schemeClr val="dk2"/>
              </a:buClr>
              <a:buSzPts val="1400"/>
              <a:buChar char="○"/>
              <a:defRPr sz="1400">
                <a:solidFill>
                  <a:schemeClr val="dk2"/>
                </a:solidFill>
              </a:defRPr>
            </a:lvl5pPr>
            <a:lvl6pPr indent="-317500" lvl="5" marL="2743200" algn="l">
              <a:lnSpc>
                <a:spcPct val="115000"/>
              </a:lnSpc>
              <a:spcBef>
                <a:spcPts val="0"/>
              </a:spcBef>
              <a:spcAft>
                <a:spcPts val="0"/>
              </a:spcAft>
              <a:buClr>
                <a:schemeClr val="dk2"/>
              </a:buClr>
              <a:buSzPts val="1400"/>
              <a:buChar char="■"/>
              <a:defRPr sz="1400">
                <a:solidFill>
                  <a:schemeClr val="dk2"/>
                </a:solidFill>
              </a:defRPr>
            </a:lvl6pPr>
            <a:lvl7pPr indent="-317500" lvl="6" marL="3200400" algn="l">
              <a:lnSpc>
                <a:spcPct val="115000"/>
              </a:lnSpc>
              <a:spcBef>
                <a:spcPts val="0"/>
              </a:spcBef>
              <a:spcAft>
                <a:spcPts val="0"/>
              </a:spcAft>
              <a:buClr>
                <a:schemeClr val="dk2"/>
              </a:buClr>
              <a:buSzPts val="1400"/>
              <a:buChar char="●"/>
              <a:defRPr sz="1400">
                <a:solidFill>
                  <a:schemeClr val="dk2"/>
                </a:solidFill>
              </a:defRPr>
            </a:lvl7pPr>
            <a:lvl8pPr indent="-317500" lvl="7" marL="3657600" algn="l">
              <a:lnSpc>
                <a:spcPct val="115000"/>
              </a:lnSpc>
              <a:spcBef>
                <a:spcPts val="0"/>
              </a:spcBef>
              <a:spcAft>
                <a:spcPts val="0"/>
              </a:spcAft>
              <a:buClr>
                <a:schemeClr val="dk2"/>
              </a:buClr>
              <a:buSzPts val="1400"/>
              <a:buChar char="○"/>
              <a:defRPr sz="1400">
                <a:solidFill>
                  <a:schemeClr val="dk2"/>
                </a:solidFill>
              </a:defRPr>
            </a:lvl8pPr>
            <a:lvl9pPr indent="-317500" lvl="8" marL="4114800" algn="l">
              <a:lnSpc>
                <a:spcPct val="115000"/>
              </a:lnSpc>
              <a:spcBef>
                <a:spcPts val="0"/>
              </a:spcBef>
              <a:spcAft>
                <a:spcPts val="0"/>
              </a:spcAft>
              <a:buClr>
                <a:schemeClr val="dk2"/>
              </a:buClr>
              <a:buSzPts val="1400"/>
              <a:buChar char="■"/>
              <a:defRPr sz="1400">
                <a:solidFill>
                  <a:schemeClr val="dk2"/>
                </a:solidFill>
              </a:defRPr>
            </a:lvl9pPr>
          </a:lstStyle>
          <a:p/>
        </p:txBody>
      </p:sp>
      <p:sp>
        <p:nvSpPr>
          <p:cNvPr id="96" name="Google Shape;96;p17"/>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5">
  <p:cSld name="AUTOLAYOUT_5">
    <p:bg>
      <p:bgPr>
        <a:solidFill>
          <a:srgbClr val="FFFFFF"/>
        </a:solidFill>
      </p:bgPr>
    </p:bg>
    <p:spTree>
      <p:nvGrpSpPr>
        <p:cNvPr id="97" name="Shape 97"/>
        <p:cNvGrpSpPr/>
        <p:nvPr/>
      </p:nvGrpSpPr>
      <p:grpSpPr>
        <a:xfrm>
          <a:off x="0" y="0"/>
          <a:ext cx="0" cy="0"/>
          <a:chOff x="0" y="0"/>
          <a:chExt cx="0" cy="0"/>
        </a:xfrm>
      </p:grpSpPr>
      <p:sp>
        <p:nvSpPr>
          <p:cNvPr id="98" name="Google Shape;98;p18"/>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8"/>
          <p:cNvSpPr/>
          <p:nvPr/>
        </p:nvSpPr>
        <p:spPr>
          <a:xfrm>
            <a:off x="-29" y="0"/>
            <a:ext cx="9144000" cy="174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8"/>
          <p:cNvSpPr/>
          <p:nvPr/>
        </p:nvSpPr>
        <p:spPr>
          <a:xfrm rot="10800000">
            <a:off x="7697100" y="-25"/>
            <a:ext cx="962400" cy="1741500"/>
          </a:xfrm>
          <a:prstGeom prst="rect">
            <a:avLst/>
          </a:prstGeom>
          <a:solidFill>
            <a:srgbClr val="FFFFFF">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8"/>
          <p:cNvSpPr/>
          <p:nvPr/>
        </p:nvSpPr>
        <p:spPr>
          <a:xfrm rot="10800000">
            <a:off x="5750475" y="-25"/>
            <a:ext cx="1946700" cy="1741500"/>
          </a:xfrm>
          <a:prstGeom prst="rect">
            <a:avLst/>
          </a:prstGeom>
          <a:solidFill>
            <a:srgbClr val="FFFFFF">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8"/>
          <p:cNvSpPr/>
          <p:nvPr/>
        </p:nvSpPr>
        <p:spPr>
          <a:xfrm flipH="1" rot="10800000">
            <a:off x="8659500" y="-25"/>
            <a:ext cx="484500" cy="1741500"/>
          </a:xfrm>
          <a:prstGeom prst="rect">
            <a:avLst/>
          </a:prstGeom>
          <a:solidFill>
            <a:srgbClr val="FFFFFF">
              <a:alpha val="376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8"/>
          <p:cNvSpPr txBox="1"/>
          <p:nvPr>
            <p:ph type="title"/>
          </p:nvPr>
        </p:nvSpPr>
        <p:spPr>
          <a:xfrm>
            <a:off x="324475" y="148225"/>
            <a:ext cx="5244900" cy="1373700"/>
          </a:xfrm>
          <a:prstGeom prst="rect">
            <a:avLst/>
          </a:prstGeom>
          <a:noFill/>
        </p:spPr>
        <p:txBody>
          <a:bodyPr anchorCtr="0" anchor="b" bIns="91425" lIns="91425" spcFirstLastPara="1" rIns="91425" wrap="square" tIns="91425">
            <a:normAutofit/>
          </a:bodyPr>
          <a:lstStyle>
            <a:lvl1pPr lvl="0" algn="l">
              <a:lnSpc>
                <a:spcPct val="100000"/>
              </a:lnSpc>
              <a:spcBef>
                <a:spcPts val="0"/>
              </a:spcBef>
              <a:spcAft>
                <a:spcPts val="0"/>
              </a:spcAft>
              <a:buNone/>
              <a:defRPr b="1" sz="2800">
                <a:solidFill>
                  <a:srgbClr val="FFFFFF"/>
                </a:solidFill>
              </a:defRPr>
            </a:lvl1pPr>
            <a:lvl2pPr lvl="1" algn="l">
              <a:lnSpc>
                <a:spcPct val="100000"/>
              </a:lnSpc>
              <a:spcBef>
                <a:spcPts val="0"/>
              </a:spcBef>
              <a:spcAft>
                <a:spcPts val="0"/>
              </a:spcAft>
              <a:buNone/>
              <a:defRPr b="1" sz="2800">
                <a:solidFill>
                  <a:srgbClr val="FFFFFF"/>
                </a:solidFill>
              </a:defRPr>
            </a:lvl2pPr>
            <a:lvl3pPr lvl="2" algn="l">
              <a:lnSpc>
                <a:spcPct val="100000"/>
              </a:lnSpc>
              <a:spcBef>
                <a:spcPts val="0"/>
              </a:spcBef>
              <a:spcAft>
                <a:spcPts val="0"/>
              </a:spcAft>
              <a:buNone/>
              <a:defRPr b="1" sz="2800">
                <a:solidFill>
                  <a:srgbClr val="FFFFFF"/>
                </a:solidFill>
              </a:defRPr>
            </a:lvl3pPr>
            <a:lvl4pPr lvl="3" algn="l">
              <a:lnSpc>
                <a:spcPct val="100000"/>
              </a:lnSpc>
              <a:spcBef>
                <a:spcPts val="0"/>
              </a:spcBef>
              <a:spcAft>
                <a:spcPts val="0"/>
              </a:spcAft>
              <a:buNone/>
              <a:defRPr b="1" sz="2800">
                <a:solidFill>
                  <a:srgbClr val="FFFFFF"/>
                </a:solidFill>
              </a:defRPr>
            </a:lvl4pPr>
            <a:lvl5pPr lvl="4" algn="l">
              <a:lnSpc>
                <a:spcPct val="100000"/>
              </a:lnSpc>
              <a:spcBef>
                <a:spcPts val="0"/>
              </a:spcBef>
              <a:spcAft>
                <a:spcPts val="0"/>
              </a:spcAft>
              <a:buNone/>
              <a:defRPr b="1" sz="2800">
                <a:solidFill>
                  <a:srgbClr val="FFFFFF"/>
                </a:solidFill>
              </a:defRPr>
            </a:lvl5pPr>
            <a:lvl6pPr lvl="5" algn="l">
              <a:lnSpc>
                <a:spcPct val="100000"/>
              </a:lnSpc>
              <a:spcBef>
                <a:spcPts val="0"/>
              </a:spcBef>
              <a:spcAft>
                <a:spcPts val="0"/>
              </a:spcAft>
              <a:buNone/>
              <a:defRPr b="1" sz="2800">
                <a:solidFill>
                  <a:srgbClr val="FFFFFF"/>
                </a:solidFill>
              </a:defRPr>
            </a:lvl6pPr>
            <a:lvl7pPr lvl="6" algn="l">
              <a:lnSpc>
                <a:spcPct val="100000"/>
              </a:lnSpc>
              <a:spcBef>
                <a:spcPts val="0"/>
              </a:spcBef>
              <a:spcAft>
                <a:spcPts val="0"/>
              </a:spcAft>
              <a:buNone/>
              <a:defRPr b="1" sz="2800">
                <a:solidFill>
                  <a:srgbClr val="FFFFFF"/>
                </a:solidFill>
              </a:defRPr>
            </a:lvl7pPr>
            <a:lvl8pPr lvl="7" algn="l">
              <a:lnSpc>
                <a:spcPct val="100000"/>
              </a:lnSpc>
              <a:spcBef>
                <a:spcPts val="0"/>
              </a:spcBef>
              <a:spcAft>
                <a:spcPts val="0"/>
              </a:spcAft>
              <a:buNone/>
              <a:defRPr b="1" sz="2800">
                <a:solidFill>
                  <a:srgbClr val="FFFFFF"/>
                </a:solidFill>
              </a:defRPr>
            </a:lvl8pPr>
            <a:lvl9pPr lvl="8" algn="l">
              <a:lnSpc>
                <a:spcPct val="100000"/>
              </a:lnSpc>
              <a:spcBef>
                <a:spcPts val="0"/>
              </a:spcBef>
              <a:spcAft>
                <a:spcPts val="0"/>
              </a:spcAft>
              <a:buNone/>
              <a:defRPr b="1" sz="2800">
                <a:solidFill>
                  <a:srgbClr val="FFFFFF"/>
                </a:solidFill>
              </a:defRPr>
            </a:lvl9pPr>
          </a:lstStyle>
          <a:p/>
        </p:txBody>
      </p:sp>
      <p:sp>
        <p:nvSpPr>
          <p:cNvPr id="104" name="Google Shape;104;p18"/>
          <p:cNvSpPr txBox="1"/>
          <p:nvPr>
            <p:ph idx="1" type="body"/>
          </p:nvPr>
        </p:nvSpPr>
        <p:spPr>
          <a:xfrm>
            <a:off x="324475" y="1920450"/>
            <a:ext cx="8494800" cy="2704200"/>
          </a:xfrm>
          <a:prstGeom prst="rect">
            <a:avLst/>
          </a:prstGeom>
          <a:noFill/>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rgbClr val="616161"/>
              </a:buClr>
              <a:buSzPts val="1800"/>
              <a:buChar char="●"/>
              <a:defRPr sz="1800">
                <a:solidFill>
                  <a:srgbClr val="616161"/>
                </a:solidFill>
              </a:defRPr>
            </a:lvl1pPr>
            <a:lvl2pPr indent="-317500" lvl="1" marL="914400" algn="l">
              <a:lnSpc>
                <a:spcPct val="115000"/>
              </a:lnSpc>
              <a:spcBef>
                <a:spcPts val="0"/>
              </a:spcBef>
              <a:spcAft>
                <a:spcPts val="0"/>
              </a:spcAft>
              <a:buClr>
                <a:srgbClr val="616161"/>
              </a:buClr>
              <a:buSzPts val="1400"/>
              <a:buChar char="○"/>
              <a:defRPr sz="1400">
                <a:solidFill>
                  <a:srgbClr val="616161"/>
                </a:solidFill>
              </a:defRPr>
            </a:lvl2pPr>
            <a:lvl3pPr indent="-317500" lvl="2" marL="1371600" algn="l">
              <a:lnSpc>
                <a:spcPct val="115000"/>
              </a:lnSpc>
              <a:spcBef>
                <a:spcPts val="0"/>
              </a:spcBef>
              <a:spcAft>
                <a:spcPts val="0"/>
              </a:spcAft>
              <a:buClr>
                <a:srgbClr val="616161"/>
              </a:buClr>
              <a:buSzPts val="1400"/>
              <a:buChar char="■"/>
              <a:defRPr sz="1400">
                <a:solidFill>
                  <a:srgbClr val="616161"/>
                </a:solidFill>
              </a:defRPr>
            </a:lvl3pPr>
            <a:lvl4pPr indent="-317500" lvl="3" marL="1828800" algn="l">
              <a:lnSpc>
                <a:spcPct val="115000"/>
              </a:lnSpc>
              <a:spcBef>
                <a:spcPts val="0"/>
              </a:spcBef>
              <a:spcAft>
                <a:spcPts val="0"/>
              </a:spcAft>
              <a:buClr>
                <a:srgbClr val="616161"/>
              </a:buClr>
              <a:buSzPts val="1400"/>
              <a:buChar char="●"/>
              <a:defRPr sz="1400">
                <a:solidFill>
                  <a:srgbClr val="616161"/>
                </a:solidFill>
              </a:defRPr>
            </a:lvl4pPr>
            <a:lvl5pPr indent="-317500" lvl="4" marL="2286000" algn="l">
              <a:lnSpc>
                <a:spcPct val="115000"/>
              </a:lnSpc>
              <a:spcBef>
                <a:spcPts val="0"/>
              </a:spcBef>
              <a:spcAft>
                <a:spcPts val="0"/>
              </a:spcAft>
              <a:buClr>
                <a:srgbClr val="616161"/>
              </a:buClr>
              <a:buSzPts val="1400"/>
              <a:buChar char="○"/>
              <a:defRPr sz="1400">
                <a:solidFill>
                  <a:srgbClr val="616161"/>
                </a:solidFill>
              </a:defRPr>
            </a:lvl5pPr>
            <a:lvl6pPr indent="-317500" lvl="5" marL="2743200" algn="l">
              <a:lnSpc>
                <a:spcPct val="115000"/>
              </a:lnSpc>
              <a:spcBef>
                <a:spcPts val="0"/>
              </a:spcBef>
              <a:spcAft>
                <a:spcPts val="0"/>
              </a:spcAft>
              <a:buClr>
                <a:srgbClr val="616161"/>
              </a:buClr>
              <a:buSzPts val="1400"/>
              <a:buChar char="■"/>
              <a:defRPr sz="1400">
                <a:solidFill>
                  <a:srgbClr val="616161"/>
                </a:solidFill>
              </a:defRPr>
            </a:lvl6pPr>
            <a:lvl7pPr indent="-317500" lvl="6" marL="3200400" algn="l">
              <a:lnSpc>
                <a:spcPct val="115000"/>
              </a:lnSpc>
              <a:spcBef>
                <a:spcPts val="0"/>
              </a:spcBef>
              <a:spcAft>
                <a:spcPts val="0"/>
              </a:spcAft>
              <a:buClr>
                <a:srgbClr val="616161"/>
              </a:buClr>
              <a:buSzPts val="1400"/>
              <a:buChar char="●"/>
              <a:defRPr sz="1400">
                <a:solidFill>
                  <a:srgbClr val="616161"/>
                </a:solidFill>
              </a:defRPr>
            </a:lvl7pPr>
            <a:lvl8pPr indent="-317500" lvl="7" marL="3657600" algn="l">
              <a:lnSpc>
                <a:spcPct val="115000"/>
              </a:lnSpc>
              <a:spcBef>
                <a:spcPts val="0"/>
              </a:spcBef>
              <a:spcAft>
                <a:spcPts val="0"/>
              </a:spcAft>
              <a:buClr>
                <a:srgbClr val="616161"/>
              </a:buClr>
              <a:buSzPts val="1400"/>
              <a:buChar char="○"/>
              <a:defRPr sz="1400">
                <a:solidFill>
                  <a:srgbClr val="616161"/>
                </a:solidFill>
              </a:defRPr>
            </a:lvl8pPr>
            <a:lvl9pPr indent="-317500" lvl="8" marL="4114800" algn="l">
              <a:lnSpc>
                <a:spcPct val="115000"/>
              </a:lnSpc>
              <a:spcBef>
                <a:spcPts val="0"/>
              </a:spcBef>
              <a:spcAft>
                <a:spcPts val="0"/>
              </a:spcAft>
              <a:buClr>
                <a:srgbClr val="616161"/>
              </a:buClr>
              <a:buSzPts val="1400"/>
              <a:buChar char="■"/>
              <a:defRPr sz="1400">
                <a:solidFill>
                  <a:srgbClr val="616161"/>
                </a:solidFill>
              </a:defRPr>
            </a:lvl9pPr>
          </a:lstStyle>
          <a:p/>
        </p:txBody>
      </p:sp>
      <p:sp>
        <p:nvSpPr>
          <p:cNvPr id="105" name="Google Shape;105;p18"/>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rgbClr val="616161"/>
                </a:solidFill>
              </a:defRPr>
            </a:lvl1pPr>
            <a:lvl2pPr lvl="1" algn="r">
              <a:lnSpc>
                <a:spcPct val="100000"/>
              </a:lnSpc>
              <a:spcAft>
                <a:spcPts val="0"/>
              </a:spcAft>
              <a:buNone/>
              <a:defRPr sz="1000">
                <a:solidFill>
                  <a:srgbClr val="616161"/>
                </a:solidFill>
              </a:defRPr>
            </a:lvl2pPr>
            <a:lvl3pPr lvl="2" algn="r">
              <a:lnSpc>
                <a:spcPct val="100000"/>
              </a:lnSpc>
              <a:spcAft>
                <a:spcPts val="0"/>
              </a:spcAft>
              <a:buNone/>
              <a:defRPr sz="1000">
                <a:solidFill>
                  <a:srgbClr val="616161"/>
                </a:solidFill>
              </a:defRPr>
            </a:lvl3pPr>
            <a:lvl4pPr lvl="3" algn="r">
              <a:lnSpc>
                <a:spcPct val="100000"/>
              </a:lnSpc>
              <a:spcAft>
                <a:spcPts val="0"/>
              </a:spcAft>
              <a:buNone/>
              <a:defRPr sz="1000">
                <a:solidFill>
                  <a:srgbClr val="616161"/>
                </a:solidFill>
              </a:defRPr>
            </a:lvl4pPr>
            <a:lvl5pPr lvl="4" algn="r">
              <a:lnSpc>
                <a:spcPct val="100000"/>
              </a:lnSpc>
              <a:spcAft>
                <a:spcPts val="0"/>
              </a:spcAft>
              <a:buNone/>
              <a:defRPr sz="1000">
                <a:solidFill>
                  <a:srgbClr val="616161"/>
                </a:solidFill>
              </a:defRPr>
            </a:lvl5pPr>
            <a:lvl6pPr lvl="5" algn="r">
              <a:lnSpc>
                <a:spcPct val="100000"/>
              </a:lnSpc>
              <a:spcAft>
                <a:spcPts val="0"/>
              </a:spcAft>
              <a:buNone/>
              <a:defRPr sz="1000">
                <a:solidFill>
                  <a:srgbClr val="616161"/>
                </a:solidFill>
              </a:defRPr>
            </a:lvl6pPr>
            <a:lvl7pPr lvl="6" algn="r">
              <a:lnSpc>
                <a:spcPct val="100000"/>
              </a:lnSpc>
              <a:spcAft>
                <a:spcPts val="0"/>
              </a:spcAft>
              <a:buNone/>
              <a:defRPr sz="1000">
                <a:solidFill>
                  <a:srgbClr val="616161"/>
                </a:solidFill>
              </a:defRPr>
            </a:lvl7pPr>
            <a:lvl8pPr lvl="7" algn="r">
              <a:lnSpc>
                <a:spcPct val="100000"/>
              </a:lnSpc>
              <a:spcAft>
                <a:spcPts val="0"/>
              </a:spcAft>
              <a:buNone/>
              <a:defRPr sz="1000">
                <a:solidFill>
                  <a:srgbClr val="616161"/>
                </a:solidFill>
              </a:defRPr>
            </a:lvl8pPr>
            <a:lvl9pPr lvl="8" algn="r">
              <a:lnSpc>
                <a:spcPct val="100000"/>
              </a:lnSpc>
              <a:spcAft>
                <a:spcPts val="0"/>
              </a:spcAft>
              <a:buNone/>
              <a:defRPr sz="1000">
                <a:solidFill>
                  <a:srgbClr val="61616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AUTOLAYOUT_6">
    <p:bg>
      <p:bgPr>
        <a:solidFill>
          <a:srgbClr val="FFFFFF"/>
        </a:solidFill>
      </p:bgPr>
    </p:bg>
    <p:spTree>
      <p:nvGrpSpPr>
        <p:cNvPr id="106" name="Shape 106"/>
        <p:cNvGrpSpPr/>
        <p:nvPr/>
      </p:nvGrpSpPr>
      <p:grpSpPr>
        <a:xfrm>
          <a:off x="0" y="0"/>
          <a:ext cx="0" cy="0"/>
          <a:chOff x="0" y="0"/>
          <a:chExt cx="0" cy="0"/>
        </a:xfrm>
      </p:grpSpPr>
      <p:sp>
        <p:nvSpPr>
          <p:cNvPr id="107" name="Google Shape;107;p19"/>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9"/>
          <p:cNvSpPr/>
          <p:nvPr/>
        </p:nvSpPr>
        <p:spPr>
          <a:xfrm>
            <a:off x="-25" y="0"/>
            <a:ext cx="9144000" cy="174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9"/>
          <p:cNvSpPr/>
          <p:nvPr/>
        </p:nvSpPr>
        <p:spPr>
          <a:xfrm>
            <a:off x="6551675" y="0"/>
            <a:ext cx="2592300" cy="1741500"/>
          </a:xfrm>
          <a:prstGeom prst="rect">
            <a:avLst/>
          </a:prstGeom>
          <a:solidFill>
            <a:srgbClr val="FFFFFF">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p:nvPr/>
        </p:nvSpPr>
        <p:spPr>
          <a:xfrm rot="10800000">
            <a:off x="3991228" y="0"/>
            <a:ext cx="1727100" cy="1741500"/>
          </a:xfrm>
          <a:prstGeom prst="flowChartDelay">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9"/>
          <p:cNvSpPr/>
          <p:nvPr/>
        </p:nvSpPr>
        <p:spPr>
          <a:xfrm rot="10800000">
            <a:off x="3991228" y="0"/>
            <a:ext cx="1727100" cy="1741500"/>
          </a:xfrm>
          <a:prstGeom prst="flowChartDelay">
            <a:avLst/>
          </a:prstGeom>
          <a:solidFill>
            <a:srgbClr val="FFFFFF">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p:nvPr/>
        </p:nvSpPr>
        <p:spPr>
          <a:xfrm rot="10800000">
            <a:off x="4431837" y="0"/>
            <a:ext cx="1727100" cy="1741500"/>
          </a:xfrm>
          <a:prstGeom prst="flowChartDelay">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9"/>
          <p:cNvSpPr/>
          <p:nvPr/>
        </p:nvSpPr>
        <p:spPr>
          <a:xfrm rot="10800000">
            <a:off x="4431837" y="0"/>
            <a:ext cx="1727100" cy="1741500"/>
          </a:xfrm>
          <a:prstGeom prst="flowChartDelay">
            <a:avLst/>
          </a:prstGeom>
          <a:solidFill>
            <a:srgbClr val="FFFFFF">
              <a:alpha val="188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9"/>
          <p:cNvSpPr/>
          <p:nvPr/>
        </p:nvSpPr>
        <p:spPr>
          <a:xfrm rot="10800000">
            <a:off x="4856511" y="0"/>
            <a:ext cx="1727100" cy="1741500"/>
          </a:xfrm>
          <a:prstGeom prst="flowChartDelay">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9"/>
          <p:cNvSpPr/>
          <p:nvPr/>
        </p:nvSpPr>
        <p:spPr>
          <a:xfrm rot="10800000">
            <a:off x="4856511" y="0"/>
            <a:ext cx="1727100" cy="1741500"/>
          </a:xfrm>
          <a:prstGeom prst="flowChartDelay">
            <a:avLst/>
          </a:prstGeom>
          <a:solidFill>
            <a:srgbClr val="FFFFFF">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9"/>
          <p:cNvSpPr txBox="1"/>
          <p:nvPr>
            <p:ph type="title"/>
          </p:nvPr>
        </p:nvSpPr>
        <p:spPr>
          <a:xfrm>
            <a:off x="324475" y="148225"/>
            <a:ext cx="3559500" cy="1373700"/>
          </a:xfrm>
          <a:prstGeom prst="rect">
            <a:avLst/>
          </a:prstGeom>
          <a:noFill/>
        </p:spPr>
        <p:txBody>
          <a:bodyPr anchorCtr="0" anchor="b" bIns="91425" lIns="91425" spcFirstLastPara="1" rIns="91425" wrap="square" tIns="91425">
            <a:normAutofit/>
          </a:bodyPr>
          <a:lstStyle>
            <a:lvl1pPr lvl="0" algn="l">
              <a:lnSpc>
                <a:spcPct val="100000"/>
              </a:lnSpc>
              <a:spcBef>
                <a:spcPts val="0"/>
              </a:spcBef>
              <a:spcAft>
                <a:spcPts val="0"/>
              </a:spcAft>
              <a:buNone/>
              <a:defRPr b="1" sz="2800">
                <a:solidFill>
                  <a:schemeClr val="lt1"/>
                </a:solidFill>
              </a:defRPr>
            </a:lvl1pPr>
            <a:lvl2pPr lvl="1" algn="l">
              <a:lnSpc>
                <a:spcPct val="100000"/>
              </a:lnSpc>
              <a:spcBef>
                <a:spcPts val="0"/>
              </a:spcBef>
              <a:spcAft>
                <a:spcPts val="0"/>
              </a:spcAft>
              <a:buNone/>
              <a:defRPr b="1" sz="2800">
                <a:solidFill>
                  <a:schemeClr val="lt1"/>
                </a:solidFill>
              </a:defRPr>
            </a:lvl2pPr>
            <a:lvl3pPr lvl="2" algn="l">
              <a:lnSpc>
                <a:spcPct val="100000"/>
              </a:lnSpc>
              <a:spcBef>
                <a:spcPts val="0"/>
              </a:spcBef>
              <a:spcAft>
                <a:spcPts val="0"/>
              </a:spcAft>
              <a:buNone/>
              <a:defRPr b="1" sz="2800">
                <a:solidFill>
                  <a:schemeClr val="lt1"/>
                </a:solidFill>
              </a:defRPr>
            </a:lvl3pPr>
            <a:lvl4pPr lvl="3" algn="l">
              <a:lnSpc>
                <a:spcPct val="100000"/>
              </a:lnSpc>
              <a:spcBef>
                <a:spcPts val="0"/>
              </a:spcBef>
              <a:spcAft>
                <a:spcPts val="0"/>
              </a:spcAft>
              <a:buNone/>
              <a:defRPr b="1" sz="2800">
                <a:solidFill>
                  <a:schemeClr val="lt1"/>
                </a:solidFill>
              </a:defRPr>
            </a:lvl4pPr>
            <a:lvl5pPr lvl="4" algn="l">
              <a:lnSpc>
                <a:spcPct val="100000"/>
              </a:lnSpc>
              <a:spcBef>
                <a:spcPts val="0"/>
              </a:spcBef>
              <a:spcAft>
                <a:spcPts val="0"/>
              </a:spcAft>
              <a:buNone/>
              <a:defRPr b="1" sz="2800">
                <a:solidFill>
                  <a:schemeClr val="lt1"/>
                </a:solidFill>
              </a:defRPr>
            </a:lvl5pPr>
            <a:lvl6pPr lvl="5" algn="l">
              <a:lnSpc>
                <a:spcPct val="100000"/>
              </a:lnSpc>
              <a:spcBef>
                <a:spcPts val="0"/>
              </a:spcBef>
              <a:spcAft>
                <a:spcPts val="0"/>
              </a:spcAft>
              <a:buNone/>
              <a:defRPr b="1" sz="2800">
                <a:solidFill>
                  <a:schemeClr val="lt1"/>
                </a:solidFill>
              </a:defRPr>
            </a:lvl6pPr>
            <a:lvl7pPr lvl="6" algn="l">
              <a:lnSpc>
                <a:spcPct val="100000"/>
              </a:lnSpc>
              <a:spcBef>
                <a:spcPts val="0"/>
              </a:spcBef>
              <a:spcAft>
                <a:spcPts val="0"/>
              </a:spcAft>
              <a:buNone/>
              <a:defRPr b="1" sz="2800">
                <a:solidFill>
                  <a:schemeClr val="lt1"/>
                </a:solidFill>
              </a:defRPr>
            </a:lvl7pPr>
            <a:lvl8pPr lvl="7" algn="l">
              <a:lnSpc>
                <a:spcPct val="100000"/>
              </a:lnSpc>
              <a:spcBef>
                <a:spcPts val="0"/>
              </a:spcBef>
              <a:spcAft>
                <a:spcPts val="0"/>
              </a:spcAft>
              <a:buNone/>
              <a:defRPr b="1" sz="2800">
                <a:solidFill>
                  <a:schemeClr val="lt1"/>
                </a:solidFill>
              </a:defRPr>
            </a:lvl8pPr>
            <a:lvl9pPr lvl="8" algn="l">
              <a:lnSpc>
                <a:spcPct val="100000"/>
              </a:lnSpc>
              <a:spcBef>
                <a:spcPts val="0"/>
              </a:spcBef>
              <a:spcAft>
                <a:spcPts val="0"/>
              </a:spcAft>
              <a:buNone/>
              <a:defRPr b="1" sz="2800">
                <a:solidFill>
                  <a:schemeClr val="lt1"/>
                </a:solidFill>
              </a:defRPr>
            </a:lvl9pPr>
          </a:lstStyle>
          <a:p/>
        </p:txBody>
      </p:sp>
      <p:sp>
        <p:nvSpPr>
          <p:cNvPr id="117" name="Google Shape;117;p19"/>
          <p:cNvSpPr txBox="1"/>
          <p:nvPr>
            <p:ph idx="1" type="body"/>
          </p:nvPr>
        </p:nvSpPr>
        <p:spPr>
          <a:xfrm>
            <a:off x="324475" y="1920450"/>
            <a:ext cx="8494800" cy="2704200"/>
          </a:xfrm>
          <a:prstGeom prst="rect">
            <a:avLst/>
          </a:prstGeom>
          <a:noFill/>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2"/>
              </a:buClr>
              <a:buSzPts val="1800"/>
              <a:buChar char="●"/>
              <a:defRPr sz="1800">
                <a:solidFill>
                  <a:schemeClr val="dk2"/>
                </a:solidFill>
              </a:defRPr>
            </a:lvl1pPr>
            <a:lvl2pPr indent="-317500" lvl="1" marL="914400" algn="l">
              <a:lnSpc>
                <a:spcPct val="115000"/>
              </a:lnSpc>
              <a:spcBef>
                <a:spcPts val="0"/>
              </a:spcBef>
              <a:spcAft>
                <a:spcPts val="0"/>
              </a:spcAft>
              <a:buClr>
                <a:schemeClr val="dk2"/>
              </a:buClr>
              <a:buSzPts val="1400"/>
              <a:buChar char="○"/>
              <a:defRPr sz="1400">
                <a:solidFill>
                  <a:schemeClr val="dk2"/>
                </a:solidFill>
              </a:defRPr>
            </a:lvl2pPr>
            <a:lvl3pPr indent="-317500" lvl="2" marL="1371600" algn="l">
              <a:lnSpc>
                <a:spcPct val="115000"/>
              </a:lnSpc>
              <a:spcBef>
                <a:spcPts val="0"/>
              </a:spcBef>
              <a:spcAft>
                <a:spcPts val="0"/>
              </a:spcAft>
              <a:buClr>
                <a:schemeClr val="dk2"/>
              </a:buClr>
              <a:buSzPts val="1400"/>
              <a:buChar char="■"/>
              <a:defRPr sz="1400">
                <a:solidFill>
                  <a:schemeClr val="dk2"/>
                </a:solidFill>
              </a:defRPr>
            </a:lvl3pPr>
            <a:lvl4pPr indent="-317500" lvl="3" marL="1828800" algn="l">
              <a:lnSpc>
                <a:spcPct val="115000"/>
              </a:lnSpc>
              <a:spcBef>
                <a:spcPts val="0"/>
              </a:spcBef>
              <a:spcAft>
                <a:spcPts val="0"/>
              </a:spcAft>
              <a:buClr>
                <a:schemeClr val="dk2"/>
              </a:buClr>
              <a:buSzPts val="1400"/>
              <a:buChar char="●"/>
              <a:defRPr sz="1400">
                <a:solidFill>
                  <a:schemeClr val="dk2"/>
                </a:solidFill>
              </a:defRPr>
            </a:lvl4pPr>
            <a:lvl5pPr indent="-317500" lvl="4" marL="2286000" algn="l">
              <a:lnSpc>
                <a:spcPct val="115000"/>
              </a:lnSpc>
              <a:spcBef>
                <a:spcPts val="0"/>
              </a:spcBef>
              <a:spcAft>
                <a:spcPts val="0"/>
              </a:spcAft>
              <a:buClr>
                <a:schemeClr val="dk2"/>
              </a:buClr>
              <a:buSzPts val="1400"/>
              <a:buChar char="○"/>
              <a:defRPr sz="1400">
                <a:solidFill>
                  <a:schemeClr val="dk2"/>
                </a:solidFill>
              </a:defRPr>
            </a:lvl5pPr>
            <a:lvl6pPr indent="-317500" lvl="5" marL="2743200" algn="l">
              <a:lnSpc>
                <a:spcPct val="115000"/>
              </a:lnSpc>
              <a:spcBef>
                <a:spcPts val="0"/>
              </a:spcBef>
              <a:spcAft>
                <a:spcPts val="0"/>
              </a:spcAft>
              <a:buClr>
                <a:schemeClr val="dk2"/>
              </a:buClr>
              <a:buSzPts val="1400"/>
              <a:buChar char="■"/>
              <a:defRPr sz="1400">
                <a:solidFill>
                  <a:schemeClr val="dk2"/>
                </a:solidFill>
              </a:defRPr>
            </a:lvl6pPr>
            <a:lvl7pPr indent="-317500" lvl="6" marL="3200400" algn="l">
              <a:lnSpc>
                <a:spcPct val="115000"/>
              </a:lnSpc>
              <a:spcBef>
                <a:spcPts val="0"/>
              </a:spcBef>
              <a:spcAft>
                <a:spcPts val="0"/>
              </a:spcAft>
              <a:buClr>
                <a:schemeClr val="dk2"/>
              </a:buClr>
              <a:buSzPts val="1400"/>
              <a:buChar char="●"/>
              <a:defRPr sz="1400">
                <a:solidFill>
                  <a:schemeClr val="dk2"/>
                </a:solidFill>
              </a:defRPr>
            </a:lvl7pPr>
            <a:lvl8pPr indent="-317500" lvl="7" marL="3657600" algn="l">
              <a:lnSpc>
                <a:spcPct val="115000"/>
              </a:lnSpc>
              <a:spcBef>
                <a:spcPts val="0"/>
              </a:spcBef>
              <a:spcAft>
                <a:spcPts val="0"/>
              </a:spcAft>
              <a:buClr>
                <a:schemeClr val="dk2"/>
              </a:buClr>
              <a:buSzPts val="1400"/>
              <a:buChar char="○"/>
              <a:defRPr sz="1400">
                <a:solidFill>
                  <a:schemeClr val="dk2"/>
                </a:solidFill>
              </a:defRPr>
            </a:lvl8pPr>
            <a:lvl9pPr indent="-317500" lvl="8" marL="4114800" algn="l">
              <a:lnSpc>
                <a:spcPct val="115000"/>
              </a:lnSpc>
              <a:spcBef>
                <a:spcPts val="0"/>
              </a:spcBef>
              <a:spcAft>
                <a:spcPts val="0"/>
              </a:spcAft>
              <a:buClr>
                <a:schemeClr val="dk2"/>
              </a:buClr>
              <a:buSzPts val="1400"/>
              <a:buChar char="■"/>
              <a:defRPr sz="1400">
                <a:solidFill>
                  <a:schemeClr val="dk2"/>
                </a:solidFill>
              </a:defRPr>
            </a:lvl9pPr>
          </a:lstStyle>
          <a:p/>
        </p:txBody>
      </p:sp>
      <p:sp>
        <p:nvSpPr>
          <p:cNvPr id="118" name="Google Shape;118;p19"/>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7">
  <p:cSld name="AUTOLAYOUT_7">
    <p:bg>
      <p:bgPr>
        <a:solidFill>
          <a:srgbClr val="FFFFFF"/>
        </a:solidFill>
      </p:bgPr>
    </p:bg>
    <p:spTree>
      <p:nvGrpSpPr>
        <p:cNvPr id="119" name="Shape 119"/>
        <p:cNvGrpSpPr/>
        <p:nvPr/>
      </p:nvGrpSpPr>
      <p:grpSpPr>
        <a:xfrm>
          <a:off x="0" y="0"/>
          <a:ext cx="0" cy="0"/>
          <a:chOff x="0" y="0"/>
          <a:chExt cx="0" cy="0"/>
        </a:xfrm>
      </p:grpSpPr>
      <p:sp>
        <p:nvSpPr>
          <p:cNvPr id="120" name="Google Shape;120;p20"/>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1" name="Google Shape;121;p20"/>
          <p:cNvCxnSpPr/>
          <p:nvPr/>
        </p:nvCxnSpPr>
        <p:spPr>
          <a:xfrm>
            <a:off x="3027472" y="0"/>
            <a:ext cx="0" cy="5133300"/>
          </a:xfrm>
          <a:prstGeom prst="straightConnector1">
            <a:avLst/>
          </a:prstGeom>
          <a:noFill/>
          <a:ln cap="flat" cmpd="sng" w="9525">
            <a:solidFill>
              <a:srgbClr val="F2F2F2"/>
            </a:solidFill>
            <a:prstDash val="solid"/>
            <a:miter lim="8000"/>
            <a:headEnd len="sm" w="sm" type="none"/>
            <a:tailEnd len="sm" w="sm" type="none"/>
          </a:ln>
          <a:effectLst>
            <a:outerShdw blurRad="50800" rotWithShape="0" algn="l" dist="38100">
              <a:srgbClr val="000000">
                <a:alpha val="40000"/>
              </a:srgbClr>
            </a:outerShdw>
          </a:effectLst>
        </p:spPr>
      </p:cxnSp>
      <p:sp>
        <p:nvSpPr>
          <p:cNvPr id="122" name="Google Shape;122;p20"/>
          <p:cNvSpPr/>
          <p:nvPr/>
        </p:nvSpPr>
        <p:spPr>
          <a:xfrm>
            <a:off x="0" y="0"/>
            <a:ext cx="3048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0"/>
          <p:cNvSpPr txBox="1"/>
          <p:nvPr>
            <p:ph type="title"/>
          </p:nvPr>
        </p:nvSpPr>
        <p:spPr>
          <a:xfrm>
            <a:off x="284100" y="307975"/>
            <a:ext cx="2479800" cy="4268700"/>
          </a:xfrm>
          <a:prstGeom prst="rect">
            <a:avLst/>
          </a:prstGeom>
          <a:noFill/>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000"/>
              <a:buNone/>
              <a:defRPr b="1" sz="3000">
                <a:solidFill>
                  <a:schemeClr val="lt1"/>
                </a:solidFill>
              </a:defRPr>
            </a:lvl1pPr>
            <a:lvl2pPr lvl="1" algn="l">
              <a:lnSpc>
                <a:spcPct val="100000"/>
              </a:lnSpc>
              <a:spcBef>
                <a:spcPts val="0"/>
              </a:spcBef>
              <a:spcAft>
                <a:spcPts val="0"/>
              </a:spcAft>
              <a:buClr>
                <a:schemeClr val="lt1"/>
              </a:buClr>
              <a:buSzPts val="3000"/>
              <a:buNone/>
              <a:defRPr b="1" sz="3000">
                <a:solidFill>
                  <a:schemeClr val="lt1"/>
                </a:solidFill>
              </a:defRPr>
            </a:lvl2pPr>
            <a:lvl3pPr lvl="2" algn="l">
              <a:lnSpc>
                <a:spcPct val="100000"/>
              </a:lnSpc>
              <a:spcBef>
                <a:spcPts val="0"/>
              </a:spcBef>
              <a:spcAft>
                <a:spcPts val="0"/>
              </a:spcAft>
              <a:buClr>
                <a:schemeClr val="lt1"/>
              </a:buClr>
              <a:buSzPts val="3000"/>
              <a:buNone/>
              <a:defRPr b="1" sz="3000">
                <a:solidFill>
                  <a:schemeClr val="lt1"/>
                </a:solidFill>
              </a:defRPr>
            </a:lvl3pPr>
            <a:lvl4pPr lvl="3" algn="l">
              <a:lnSpc>
                <a:spcPct val="100000"/>
              </a:lnSpc>
              <a:spcBef>
                <a:spcPts val="0"/>
              </a:spcBef>
              <a:spcAft>
                <a:spcPts val="0"/>
              </a:spcAft>
              <a:buClr>
                <a:schemeClr val="lt1"/>
              </a:buClr>
              <a:buSzPts val="3000"/>
              <a:buNone/>
              <a:defRPr b="1" sz="3000">
                <a:solidFill>
                  <a:schemeClr val="lt1"/>
                </a:solidFill>
              </a:defRPr>
            </a:lvl4pPr>
            <a:lvl5pPr lvl="4" algn="l">
              <a:lnSpc>
                <a:spcPct val="100000"/>
              </a:lnSpc>
              <a:spcBef>
                <a:spcPts val="0"/>
              </a:spcBef>
              <a:spcAft>
                <a:spcPts val="0"/>
              </a:spcAft>
              <a:buClr>
                <a:schemeClr val="lt1"/>
              </a:buClr>
              <a:buSzPts val="3000"/>
              <a:buNone/>
              <a:defRPr b="1" sz="3000">
                <a:solidFill>
                  <a:schemeClr val="lt1"/>
                </a:solidFill>
              </a:defRPr>
            </a:lvl5pPr>
            <a:lvl6pPr lvl="5" algn="l">
              <a:lnSpc>
                <a:spcPct val="100000"/>
              </a:lnSpc>
              <a:spcBef>
                <a:spcPts val="0"/>
              </a:spcBef>
              <a:spcAft>
                <a:spcPts val="0"/>
              </a:spcAft>
              <a:buClr>
                <a:schemeClr val="lt1"/>
              </a:buClr>
              <a:buSzPts val="3000"/>
              <a:buNone/>
              <a:defRPr b="1" sz="3000">
                <a:solidFill>
                  <a:schemeClr val="lt1"/>
                </a:solidFill>
              </a:defRPr>
            </a:lvl6pPr>
            <a:lvl7pPr lvl="6" algn="l">
              <a:lnSpc>
                <a:spcPct val="100000"/>
              </a:lnSpc>
              <a:spcBef>
                <a:spcPts val="0"/>
              </a:spcBef>
              <a:spcAft>
                <a:spcPts val="0"/>
              </a:spcAft>
              <a:buClr>
                <a:schemeClr val="lt1"/>
              </a:buClr>
              <a:buSzPts val="3000"/>
              <a:buNone/>
              <a:defRPr b="1" sz="3000">
                <a:solidFill>
                  <a:schemeClr val="lt1"/>
                </a:solidFill>
              </a:defRPr>
            </a:lvl7pPr>
            <a:lvl8pPr lvl="7" algn="l">
              <a:lnSpc>
                <a:spcPct val="100000"/>
              </a:lnSpc>
              <a:spcBef>
                <a:spcPts val="0"/>
              </a:spcBef>
              <a:spcAft>
                <a:spcPts val="0"/>
              </a:spcAft>
              <a:buClr>
                <a:schemeClr val="lt1"/>
              </a:buClr>
              <a:buSzPts val="3000"/>
              <a:buNone/>
              <a:defRPr b="1" sz="3000">
                <a:solidFill>
                  <a:schemeClr val="lt1"/>
                </a:solidFill>
              </a:defRPr>
            </a:lvl8pPr>
            <a:lvl9pPr lvl="8" algn="l">
              <a:lnSpc>
                <a:spcPct val="100000"/>
              </a:lnSpc>
              <a:spcBef>
                <a:spcPts val="0"/>
              </a:spcBef>
              <a:spcAft>
                <a:spcPts val="0"/>
              </a:spcAft>
              <a:buClr>
                <a:schemeClr val="lt1"/>
              </a:buClr>
              <a:buSzPts val="3000"/>
              <a:buNone/>
              <a:defRPr b="1" sz="3000">
                <a:solidFill>
                  <a:schemeClr val="lt1"/>
                </a:solidFill>
              </a:defRPr>
            </a:lvl9pPr>
          </a:lstStyle>
          <a:p/>
        </p:txBody>
      </p:sp>
      <p:sp>
        <p:nvSpPr>
          <p:cNvPr id="124" name="Google Shape;124;p20"/>
          <p:cNvSpPr txBox="1"/>
          <p:nvPr>
            <p:ph idx="1" type="body"/>
          </p:nvPr>
        </p:nvSpPr>
        <p:spPr>
          <a:xfrm>
            <a:off x="3381100" y="307975"/>
            <a:ext cx="5451300" cy="4268700"/>
          </a:xfrm>
          <a:prstGeom prst="rect">
            <a:avLst/>
          </a:prstGeom>
          <a:noFill/>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2"/>
              </a:buClr>
              <a:buSzPts val="1800"/>
              <a:buChar char="●"/>
              <a:defRPr sz="1800">
                <a:solidFill>
                  <a:schemeClr val="dk2"/>
                </a:solidFill>
              </a:defRPr>
            </a:lvl1pPr>
            <a:lvl2pPr indent="-317500" lvl="1" marL="914400" algn="l">
              <a:lnSpc>
                <a:spcPct val="115000"/>
              </a:lnSpc>
              <a:spcBef>
                <a:spcPts val="0"/>
              </a:spcBef>
              <a:spcAft>
                <a:spcPts val="0"/>
              </a:spcAft>
              <a:buClr>
                <a:schemeClr val="dk2"/>
              </a:buClr>
              <a:buSzPts val="1400"/>
              <a:buChar char="○"/>
              <a:defRPr sz="1400">
                <a:solidFill>
                  <a:schemeClr val="dk2"/>
                </a:solidFill>
              </a:defRPr>
            </a:lvl2pPr>
            <a:lvl3pPr indent="-317500" lvl="2" marL="1371600" algn="l">
              <a:lnSpc>
                <a:spcPct val="115000"/>
              </a:lnSpc>
              <a:spcBef>
                <a:spcPts val="0"/>
              </a:spcBef>
              <a:spcAft>
                <a:spcPts val="0"/>
              </a:spcAft>
              <a:buClr>
                <a:schemeClr val="dk2"/>
              </a:buClr>
              <a:buSzPts val="1400"/>
              <a:buChar char="■"/>
              <a:defRPr sz="1400">
                <a:solidFill>
                  <a:schemeClr val="dk2"/>
                </a:solidFill>
              </a:defRPr>
            </a:lvl3pPr>
            <a:lvl4pPr indent="-317500" lvl="3" marL="1828800" algn="l">
              <a:lnSpc>
                <a:spcPct val="115000"/>
              </a:lnSpc>
              <a:spcBef>
                <a:spcPts val="0"/>
              </a:spcBef>
              <a:spcAft>
                <a:spcPts val="0"/>
              </a:spcAft>
              <a:buClr>
                <a:schemeClr val="dk2"/>
              </a:buClr>
              <a:buSzPts val="1400"/>
              <a:buChar char="●"/>
              <a:defRPr sz="1400">
                <a:solidFill>
                  <a:schemeClr val="dk2"/>
                </a:solidFill>
              </a:defRPr>
            </a:lvl4pPr>
            <a:lvl5pPr indent="-317500" lvl="4" marL="2286000" algn="l">
              <a:lnSpc>
                <a:spcPct val="115000"/>
              </a:lnSpc>
              <a:spcBef>
                <a:spcPts val="0"/>
              </a:spcBef>
              <a:spcAft>
                <a:spcPts val="0"/>
              </a:spcAft>
              <a:buClr>
                <a:schemeClr val="dk2"/>
              </a:buClr>
              <a:buSzPts val="1400"/>
              <a:buChar char="○"/>
              <a:defRPr sz="1400">
                <a:solidFill>
                  <a:schemeClr val="dk2"/>
                </a:solidFill>
              </a:defRPr>
            </a:lvl5pPr>
            <a:lvl6pPr indent="-317500" lvl="5" marL="2743200" algn="l">
              <a:lnSpc>
                <a:spcPct val="115000"/>
              </a:lnSpc>
              <a:spcBef>
                <a:spcPts val="0"/>
              </a:spcBef>
              <a:spcAft>
                <a:spcPts val="0"/>
              </a:spcAft>
              <a:buClr>
                <a:schemeClr val="dk2"/>
              </a:buClr>
              <a:buSzPts val="1400"/>
              <a:buChar char="■"/>
              <a:defRPr sz="1400">
                <a:solidFill>
                  <a:schemeClr val="dk2"/>
                </a:solidFill>
              </a:defRPr>
            </a:lvl6pPr>
            <a:lvl7pPr indent="-317500" lvl="6" marL="3200400" algn="l">
              <a:lnSpc>
                <a:spcPct val="115000"/>
              </a:lnSpc>
              <a:spcBef>
                <a:spcPts val="0"/>
              </a:spcBef>
              <a:spcAft>
                <a:spcPts val="0"/>
              </a:spcAft>
              <a:buClr>
                <a:schemeClr val="dk2"/>
              </a:buClr>
              <a:buSzPts val="1400"/>
              <a:buChar char="●"/>
              <a:defRPr sz="1400">
                <a:solidFill>
                  <a:schemeClr val="dk2"/>
                </a:solidFill>
              </a:defRPr>
            </a:lvl7pPr>
            <a:lvl8pPr indent="-317500" lvl="7" marL="3657600" algn="l">
              <a:lnSpc>
                <a:spcPct val="115000"/>
              </a:lnSpc>
              <a:spcBef>
                <a:spcPts val="0"/>
              </a:spcBef>
              <a:spcAft>
                <a:spcPts val="0"/>
              </a:spcAft>
              <a:buClr>
                <a:schemeClr val="dk2"/>
              </a:buClr>
              <a:buSzPts val="1400"/>
              <a:buChar char="○"/>
              <a:defRPr sz="1400">
                <a:solidFill>
                  <a:schemeClr val="dk2"/>
                </a:solidFill>
              </a:defRPr>
            </a:lvl8pPr>
            <a:lvl9pPr indent="-317500" lvl="8" marL="4114800" algn="l">
              <a:lnSpc>
                <a:spcPct val="115000"/>
              </a:lnSpc>
              <a:spcBef>
                <a:spcPts val="0"/>
              </a:spcBef>
              <a:spcAft>
                <a:spcPts val="0"/>
              </a:spcAft>
              <a:buClr>
                <a:schemeClr val="dk2"/>
              </a:buClr>
              <a:buSzPts val="1400"/>
              <a:buChar char="■"/>
              <a:defRPr sz="1400">
                <a:solidFill>
                  <a:schemeClr val="dk2"/>
                </a:solidFill>
              </a:defRPr>
            </a:lvl9pPr>
          </a:lstStyle>
          <a:p/>
        </p:txBody>
      </p:sp>
      <p:sp>
        <p:nvSpPr>
          <p:cNvPr id="125" name="Google Shape;125;p20"/>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Communication Skills II</a:t>
            </a:r>
            <a:endParaRPr/>
          </a:p>
        </p:txBody>
      </p:sp>
      <p:sp>
        <p:nvSpPr>
          <p:cNvPr id="131" name="Google Shape;131;p2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Fallacies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descr="jitcrunch.jpg" id="137" name="Google Shape;137;p22"/>
          <p:cNvPicPr preferRelativeResize="0"/>
          <p:nvPr/>
        </p:nvPicPr>
        <p:blipFill rotWithShape="1">
          <a:blip r:embed="rId3">
            <a:alphaModFix/>
          </a:blip>
          <a:srcRect b="0" l="0" r="0" t="0"/>
          <a:stretch/>
        </p:blipFill>
        <p:spPr>
          <a:xfrm>
            <a:off x="2209800" y="0"/>
            <a:ext cx="5143500" cy="5143500"/>
          </a:xfrm>
          <a:prstGeom prst="rect">
            <a:avLst/>
          </a:prstGeom>
          <a:noFill/>
          <a:ln>
            <a:noFill/>
          </a:ln>
        </p:spPr>
      </p:pic>
      <p:sp>
        <p:nvSpPr>
          <p:cNvPr id="138" name="Google Shape;138;p22"/>
          <p:cNvSpPr txBox="1"/>
          <p:nvPr/>
        </p:nvSpPr>
        <p:spPr>
          <a:xfrm>
            <a:off x="0" y="4958953"/>
            <a:ext cx="3048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 sz="1000" u="none" cap="none" strike="noStrike">
                <a:solidFill>
                  <a:schemeClr val="dk1"/>
                </a:solidFill>
                <a:latin typeface="Arial"/>
                <a:ea typeface="Arial"/>
                <a:cs typeface="Arial"/>
                <a:sym typeface="Arial"/>
              </a:rPr>
              <a:t>http://www.cafepress.com</a:t>
            </a:r>
            <a:endParaRPr/>
          </a:p>
        </p:txBody>
      </p:sp>
      <p:sp>
        <p:nvSpPr>
          <p:cNvPr id="139" name="Google Shape;139;p22"/>
          <p:cNvSpPr txBox="1"/>
          <p:nvPr/>
        </p:nvSpPr>
        <p:spPr>
          <a:xfrm>
            <a:off x="3505200" y="3714750"/>
            <a:ext cx="1600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descr="government.jpg" id="145" name="Google Shape;145;p23"/>
          <p:cNvPicPr preferRelativeResize="0"/>
          <p:nvPr/>
        </p:nvPicPr>
        <p:blipFill rotWithShape="1">
          <a:blip r:embed="rId3">
            <a:alphaModFix/>
          </a:blip>
          <a:srcRect b="0" l="0" r="0" t="0"/>
          <a:stretch/>
        </p:blipFill>
        <p:spPr>
          <a:xfrm>
            <a:off x="1962150" y="0"/>
            <a:ext cx="5143500" cy="5143500"/>
          </a:xfrm>
          <a:prstGeom prst="rect">
            <a:avLst/>
          </a:prstGeom>
          <a:noFill/>
          <a:ln>
            <a:noFill/>
          </a:ln>
        </p:spPr>
      </p:pic>
      <p:sp>
        <p:nvSpPr>
          <p:cNvPr id="146" name="Google Shape;146;p23"/>
          <p:cNvSpPr txBox="1"/>
          <p:nvPr/>
        </p:nvSpPr>
        <p:spPr>
          <a:xfrm>
            <a:off x="3505200" y="3714750"/>
            <a:ext cx="2057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a:p>
        </p:txBody>
      </p:sp>
      <p:sp>
        <p:nvSpPr>
          <p:cNvPr id="147" name="Google Shape;147;p23"/>
          <p:cNvSpPr txBox="1"/>
          <p:nvPr/>
        </p:nvSpPr>
        <p:spPr>
          <a:xfrm>
            <a:off x="0" y="4958953"/>
            <a:ext cx="3048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 sz="1000" u="none" cap="none" strike="noStrike">
                <a:solidFill>
                  <a:schemeClr val="dk1"/>
                </a:solidFill>
                <a:latin typeface="Arial"/>
                <a:ea typeface="Arial"/>
                <a:cs typeface="Arial"/>
                <a:sym typeface="Arial"/>
              </a:rPr>
              <a:t>http://www.cafepress.com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think.jpg" id="153" name="Google Shape;153;p24"/>
          <p:cNvPicPr preferRelativeResize="0"/>
          <p:nvPr/>
        </p:nvPicPr>
        <p:blipFill rotWithShape="1">
          <a:blip r:embed="rId3">
            <a:alphaModFix/>
          </a:blip>
          <a:srcRect b="0" l="0" r="0" t="0"/>
          <a:stretch/>
        </p:blipFill>
        <p:spPr>
          <a:xfrm>
            <a:off x="1143000" y="0"/>
            <a:ext cx="5143500" cy="5143500"/>
          </a:xfrm>
          <a:prstGeom prst="rect">
            <a:avLst/>
          </a:prstGeom>
          <a:noFill/>
          <a:ln>
            <a:noFill/>
          </a:ln>
        </p:spPr>
      </p:pic>
      <p:sp>
        <p:nvSpPr>
          <p:cNvPr id="154" name="Google Shape;154;p24"/>
          <p:cNvSpPr txBox="1"/>
          <p:nvPr/>
        </p:nvSpPr>
        <p:spPr>
          <a:xfrm>
            <a:off x="0" y="4958953"/>
            <a:ext cx="3048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 sz="1000" u="none" cap="none" strike="noStrike">
                <a:solidFill>
                  <a:schemeClr val="dk1"/>
                </a:solidFill>
                <a:latin typeface="Arial"/>
                <a:ea typeface="Arial"/>
                <a:cs typeface="Arial"/>
                <a:sym typeface="Arial"/>
              </a:rPr>
              <a:t>http://www.cafepress.com</a:t>
            </a:r>
            <a:endParaRPr/>
          </a:p>
        </p:txBody>
      </p:sp>
      <p:sp>
        <p:nvSpPr>
          <p:cNvPr id="155" name="Google Shape;155;p24"/>
          <p:cNvSpPr txBox="1"/>
          <p:nvPr/>
        </p:nvSpPr>
        <p:spPr>
          <a:xfrm>
            <a:off x="3505200" y="4114800"/>
            <a:ext cx="2057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1" lang="en" sz="1800" u="none" cap="none" strike="noStrike">
                <a:solidFill>
                  <a:schemeClr val="dk1"/>
                </a:solidFill>
                <a:latin typeface="Arial"/>
                <a:ea typeface="Arial"/>
                <a:cs typeface="Arial"/>
                <a:sym typeface="Arial"/>
              </a:rPr>
              <a:t>Either/Or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324475" y="148225"/>
            <a:ext cx="3559500" cy="1373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Terms Associated with Fallacies</a:t>
            </a:r>
            <a:endParaRPr/>
          </a:p>
        </p:txBody>
      </p:sp>
      <p:sp>
        <p:nvSpPr>
          <p:cNvPr id="161" name="Google Shape;161;p25"/>
          <p:cNvSpPr txBox="1"/>
          <p:nvPr>
            <p:ph idx="1" type="body"/>
          </p:nvPr>
        </p:nvSpPr>
        <p:spPr>
          <a:xfrm>
            <a:off x="324475" y="1920450"/>
            <a:ext cx="8494800" cy="27042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In order to understand what a fallacy is, one must understand what an argument is.</a:t>
            </a:r>
            <a:endParaRPr/>
          </a:p>
          <a:p>
            <a:pPr indent="-325755" lvl="0" marL="457200" rtl="0" algn="l">
              <a:spcBef>
                <a:spcPts val="0"/>
              </a:spcBef>
              <a:spcAft>
                <a:spcPts val="0"/>
              </a:spcAft>
              <a:buSzPct val="100000"/>
              <a:buChar char="➔"/>
            </a:pPr>
            <a:r>
              <a:rPr lang="en"/>
              <a:t>An argument consists of one or more premises and one conclusion. </a:t>
            </a:r>
            <a:endParaRPr/>
          </a:p>
          <a:p>
            <a:pPr indent="-342900" lvl="0" marL="342900" rtl="0" algn="l">
              <a:spcBef>
                <a:spcPts val="1200"/>
              </a:spcBef>
              <a:spcAft>
                <a:spcPts val="0"/>
              </a:spcAft>
              <a:buNone/>
            </a:pPr>
            <a:r>
              <a:rPr b="1" lang="en"/>
              <a:t>An argument</a:t>
            </a:r>
            <a:endParaRPr b="1"/>
          </a:p>
          <a:p>
            <a:pPr indent="-325755" lvl="0" marL="457200" rtl="0" algn="l">
              <a:spcBef>
                <a:spcPts val="1600"/>
              </a:spcBef>
              <a:spcAft>
                <a:spcPts val="0"/>
              </a:spcAft>
              <a:buSzPct val="100000"/>
              <a:buChar char="➔"/>
            </a:pPr>
            <a:r>
              <a:rPr lang="en"/>
              <a:t>An argument</a:t>
            </a:r>
            <a:r>
              <a:rPr i="1" lang="en"/>
              <a:t> is</a:t>
            </a:r>
            <a:r>
              <a:rPr lang="en"/>
              <a:t> </a:t>
            </a:r>
            <a:r>
              <a:rPr i="1" lang="en"/>
              <a:t>a set of statements which has a premise and a conclusion.</a:t>
            </a:r>
            <a:r>
              <a:rPr lang="en"/>
              <a:t> </a:t>
            </a:r>
            <a:endParaRPr/>
          </a:p>
          <a:p>
            <a:pPr indent="-325755" lvl="0" marL="457200" rtl="0" algn="l">
              <a:spcBef>
                <a:spcPts val="0"/>
              </a:spcBef>
              <a:spcAft>
                <a:spcPts val="0"/>
              </a:spcAft>
              <a:buSzPct val="100000"/>
              <a:buChar char="➔"/>
            </a:pPr>
            <a:r>
              <a:rPr lang="en"/>
              <a:t>A premise is a statement (a sentence that is either true or false) that is offered in support of the claim being made, which is the conclusion (which is also a sentence that is either true or false).</a:t>
            </a:r>
            <a:endParaRPr/>
          </a:p>
          <a:p>
            <a:pPr indent="-325755" lvl="0" marL="457200" rtl="0" algn="l">
              <a:spcBef>
                <a:spcPts val="0"/>
              </a:spcBef>
              <a:spcAft>
                <a:spcPts val="0"/>
              </a:spcAft>
              <a:buSzPct val="100000"/>
              <a:buChar char="➔"/>
            </a:pPr>
            <a:r>
              <a:rPr lang="en"/>
              <a:t>The premise may be adequate or inadequate in a given case but the set of statements counts as an argument as long as one statement is affirmed on the basis of others.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 Argument</a:t>
            </a:r>
            <a:endParaRPr/>
          </a:p>
        </p:txBody>
      </p:sp>
      <p:sp>
        <p:nvSpPr>
          <p:cNvPr id="167" name="Google Shape;16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There are two main types of arguments: deductive and inductive. </a:t>
            </a:r>
            <a:endParaRPr/>
          </a:p>
          <a:p>
            <a:pPr indent="-334327" lvl="0" marL="457200" rtl="0" algn="l">
              <a:spcBef>
                <a:spcPts val="0"/>
              </a:spcBef>
              <a:spcAft>
                <a:spcPts val="0"/>
              </a:spcAft>
              <a:buSzPct val="100000"/>
              <a:buChar char="➔"/>
            </a:pPr>
            <a:r>
              <a:rPr lang="en"/>
              <a:t>A deductive argument is an argument such that the premises provide (or appear to provide) complete support for the conclusion. </a:t>
            </a:r>
            <a:endParaRPr/>
          </a:p>
          <a:p>
            <a:pPr indent="-334327" lvl="0" marL="457200" rtl="0" algn="l">
              <a:spcBef>
                <a:spcPts val="0"/>
              </a:spcBef>
              <a:spcAft>
                <a:spcPts val="0"/>
              </a:spcAft>
              <a:buSzPct val="100000"/>
              <a:buChar char="➔"/>
            </a:pPr>
            <a:r>
              <a:rPr lang="en"/>
              <a:t>An inductive argument is an argument such that the premises provide (or appear to provide) some degree of support (but less than complete support) for the conclusion. </a:t>
            </a:r>
            <a:endParaRPr/>
          </a:p>
          <a:p>
            <a:pPr indent="-334327" lvl="0" marL="457200" rtl="0" algn="l">
              <a:spcBef>
                <a:spcPts val="0"/>
              </a:spcBef>
              <a:spcAft>
                <a:spcPts val="0"/>
              </a:spcAft>
              <a:buSzPct val="100000"/>
              <a:buChar char="➔"/>
            </a:pPr>
            <a:r>
              <a:rPr lang="en"/>
              <a:t>If the premises actually provide the required degree of support for the conclusion, then the argument is a good one. </a:t>
            </a:r>
            <a:endParaRPr/>
          </a:p>
          <a:p>
            <a:pPr indent="-310832" lvl="1" marL="914400" rtl="0" algn="l">
              <a:spcBef>
                <a:spcPts val="0"/>
              </a:spcBef>
              <a:spcAft>
                <a:spcPts val="0"/>
              </a:spcAft>
              <a:buSzPct val="100000"/>
              <a:buChar char="◆"/>
            </a:pPr>
            <a:r>
              <a:rPr lang="en"/>
              <a:t>A good deductive argument is known as a valid argument and is such that if all its premises are true, then its conclusion must be true. </a:t>
            </a:r>
            <a:endParaRPr/>
          </a:p>
          <a:p>
            <a:pPr indent="-310832" lvl="1" marL="914400" rtl="0" algn="l">
              <a:spcBef>
                <a:spcPts val="0"/>
              </a:spcBef>
              <a:spcAft>
                <a:spcPts val="0"/>
              </a:spcAft>
              <a:buSzPct val="100000"/>
              <a:buChar char="◆"/>
            </a:pPr>
            <a:r>
              <a:rPr lang="en"/>
              <a:t>If all the argument is valid and actually has all true premises, then it is known as a sound argument. </a:t>
            </a:r>
            <a:endParaRPr/>
          </a:p>
          <a:p>
            <a:pPr indent="-310832" lvl="1" marL="914400" rtl="0" algn="l">
              <a:spcBef>
                <a:spcPts val="0"/>
              </a:spcBef>
              <a:spcAft>
                <a:spcPts val="0"/>
              </a:spcAft>
              <a:buSzPct val="100000"/>
              <a:buChar char="◆"/>
            </a:pPr>
            <a:r>
              <a:rPr lang="en"/>
              <a:t>If it is invalid or has one or more false premises, it will be unsound. </a:t>
            </a:r>
            <a:endParaRPr/>
          </a:p>
          <a:p>
            <a:pPr indent="-310832" lvl="1" marL="914400" rtl="0" algn="l">
              <a:spcBef>
                <a:spcPts val="0"/>
              </a:spcBef>
              <a:spcAft>
                <a:spcPts val="0"/>
              </a:spcAft>
              <a:buSzPct val="100000"/>
              <a:buChar char="◆"/>
            </a:pPr>
            <a:r>
              <a:rPr lang="en"/>
              <a:t>A good inductive argument is known as a strong inductive argument.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284100" y="307975"/>
            <a:ext cx="2479800" cy="426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Associated with Fallacies</a:t>
            </a:r>
            <a:endParaRPr/>
          </a:p>
        </p:txBody>
      </p:sp>
      <p:sp>
        <p:nvSpPr>
          <p:cNvPr id="173" name="Google Shape;173;p27"/>
          <p:cNvSpPr txBox="1"/>
          <p:nvPr>
            <p:ph idx="1" type="body"/>
          </p:nvPr>
        </p:nvSpPr>
        <p:spPr>
          <a:xfrm>
            <a:off x="3381100" y="307975"/>
            <a:ext cx="5451300" cy="4268700"/>
          </a:xfrm>
          <a:prstGeom prst="rect">
            <a:avLst/>
          </a:prstGeom>
        </p:spPr>
        <p:txBody>
          <a:bodyPr anchorCtr="0" anchor="t" bIns="91425" lIns="91425" spcFirstLastPara="1" rIns="91425" wrap="square" tIns="91425">
            <a:normAutofit/>
          </a:bodyPr>
          <a:lstStyle/>
          <a:p>
            <a:pPr indent="-342900" lvl="0" marL="342900" rtl="0" algn="l">
              <a:spcBef>
                <a:spcPts val="0"/>
              </a:spcBef>
              <a:spcAft>
                <a:spcPts val="0"/>
              </a:spcAft>
              <a:buNone/>
            </a:pPr>
            <a:r>
              <a:rPr b="1" lang="en"/>
              <a:t>The Conclusion</a:t>
            </a:r>
            <a:endParaRPr b="1"/>
          </a:p>
          <a:p>
            <a:pPr indent="-342900" lvl="0" marL="457200" rtl="0" algn="l">
              <a:spcBef>
                <a:spcPts val="1600"/>
              </a:spcBef>
              <a:spcAft>
                <a:spcPts val="0"/>
              </a:spcAft>
              <a:buSzPts val="1800"/>
              <a:buChar char="➔"/>
            </a:pPr>
            <a:r>
              <a:rPr lang="en"/>
              <a:t>The conclusion </a:t>
            </a:r>
            <a:r>
              <a:rPr i="1" lang="en"/>
              <a:t>is the statement that is affirmed on the basis of the premises. </a:t>
            </a:r>
            <a:endParaRPr i="1"/>
          </a:p>
          <a:p>
            <a:pPr indent="-342900" lvl="0" marL="457200" rtl="0" algn="l">
              <a:spcBef>
                <a:spcPts val="0"/>
              </a:spcBef>
              <a:spcAft>
                <a:spcPts val="0"/>
              </a:spcAft>
              <a:buSzPts val="1800"/>
              <a:buChar char="➔"/>
            </a:pPr>
            <a:r>
              <a:rPr lang="en"/>
              <a:t>In a well-constructed argument, the premises give good reasons for believing that the conclusion is true. </a:t>
            </a:r>
            <a:endParaRPr/>
          </a:p>
          <a:p>
            <a:pPr indent="-342900" lvl="0" marL="457200" rtl="0" algn="l">
              <a:spcBef>
                <a:spcPts val="0"/>
              </a:spcBef>
              <a:spcAft>
                <a:spcPts val="0"/>
              </a:spcAft>
              <a:buSzPts val="1800"/>
              <a:buChar char="➔"/>
            </a:pPr>
            <a:r>
              <a:rPr lang="en"/>
              <a:t>However, this is not always the case. There are other premises that are false or poorly constructed thereby compromising the validity and reliability of an argument.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Terms Associated with Fallacies</a:t>
            </a:r>
            <a:endParaRPr/>
          </a:p>
        </p:txBody>
      </p:sp>
      <p:sp>
        <p:nvSpPr>
          <p:cNvPr id="179" name="Google Shape;17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42900" lvl="0" marL="342900" rtl="0" algn="just">
              <a:lnSpc>
                <a:spcPct val="120000"/>
              </a:lnSpc>
              <a:spcBef>
                <a:spcPts val="0"/>
              </a:spcBef>
              <a:spcAft>
                <a:spcPts val="0"/>
              </a:spcAft>
              <a:buClr>
                <a:schemeClr val="dk1"/>
              </a:buClr>
              <a:buSzPct val="37288"/>
              <a:buFont typeface="Arial"/>
              <a:buNone/>
            </a:pPr>
            <a:r>
              <a:rPr b="1" lang="en" sz="2950">
                <a:solidFill>
                  <a:schemeClr val="dk1"/>
                </a:solidFill>
              </a:rPr>
              <a:t>A Statement</a:t>
            </a:r>
            <a:endParaRPr b="1" sz="2950">
              <a:solidFill>
                <a:schemeClr val="dk1"/>
              </a:solidFill>
            </a:endParaRPr>
          </a:p>
          <a:p>
            <a:pPr indent="-401875" lvl="0" marL="457200" rtl="0" algn="l">
              <a:lnSpc>
                <a:spcPct val="120000"/>
              </a:lnSpc>
              <a:spcBef>
                <a:spcPts val="0"/>
              </a:spcBef>
              <a:spcAft>
                <a:spcPts val="0"/>
              </a:spcAft>
              <a:buClr>
                <a:schemeClr val="dk1"/>
              </a:buClr>
              <a:buSzPct val="100000"/>
              <a:buChar char="➔"/>
            </a:pPr>
            <a:r>
              <a:rPr b="1" lang="en" sz="2950">
                <a:solidFill>
                  <a:schemeClr val="dk1"/>
                </a:solidFill>
              </a:rPr>
              <a:t>A statement </a:t>
            </a:r>
            <a:r>
              <a:rPr b="1" i="1" lang="en" sz="2950">
                <a:solidFill>
                  <a:schemeClr val="dk1"/>
                </a:solidFill>
              </a:rPr>
              <a:t>is a sentence that is either true or false</a:t>
            </a:r>
            <a:r>
              <a:rPr b="1" lang="en" sz="2950">
                <a:solidFill>
                  <a:schemeClr val="dk1"/>
                </a:solidFill>
              </a:rPr>
              <a:t>. </a:t>
            </a:r>
            <a:endParaRPr b="1" sz="2950">
              <a:solidFill>
                <a:schemeClr val="dk1"/>
              </a:solidFill>
            </a:endParaRPr>
          </a:p>
          <a:p>
            <a:pPr indent="-401875" lvl="0" marL="457200" rtl="0" algn="l">
              <a:lnSpc>
                <a:spcPct val="120000"/>
              </a:lnSpc>
              <a:spcBef>
                <a:spcPts val="0"/>
              </a:spcBef>
              <a:spcAft>
                <a:spcPts val="0"/>
              </a:spcAft>
              <a:buClr>
                <a:schemeClr val="dk1"/>
              </a:buClr>
              <a:buSzPct val="100000"/>
              <a:buChar char="➔"/>
            </a:pPr>
            <a:r>
              <a:rPr b="1" lang="en" sz="2950">
                <a:solidFill>
                  <a:schemeClr val="dk1"/>
                </a:solidFill>
              </a:rPr>
              <a:t>For example:</a:t>
            </a:r>
            <a:endParaRPr b="1" sz="2950">
              <a:solidFill>
                <a:schemeClr val="dk1"/>
              </a:solidFill>
            </a:endParaRPr>
          </a:p>
          <a:p>
            <a:pPr indent="0" lvl="0" marL="177800" rtl="0" algn="l">
              <a:lnSpc>
                <a:spcPct val="120000"/>
              </a:lnSpc>
              <a:spcBef>
                <a:spcPts val="0"/>
              </a:spcBef>
              <a:spcAft>
                <a:spcPts val="0"/>
              </a:spcAft>
              <a:buClr>
                <a:schemeClr val="dk1"/>
              </a:buClr>
              <a:buSzPct val="43137"/>
              <a:buFont typeface="Arial"/>
              <a:buNone/>
            </a:pPr>
            <a:r>
              <a:rPr lang="en" sz="2550">
                <a:solidFill>
                  <a:schemeClr val="dk1"/>
                </a:solidFill>
              </a:rPr>
              <a:t>Some students are females</a:t>
            </a:r>
            <a:endParaRPr sz="2550">
              <a:solidFill>
                <a:schemeClr val="dk1"/>
              </a:solidFill>
            </a:endParaRPr>
          </a:p>
          <a:p>
            <a:pPr indent="0" lvl="0" marL="177800" rtl="0" algn="l">
              <a:lnSpc>
                <a:spcPct val="120000"/>
              </a:lnSpc>
              <a:spcBef>
                <a:spcPts val="0"/>
              </a:spcBef>
              <a:spcAft>
                <a:spcPts val="0"/>
              </a:spcAft>
              <a:buClr>
                <a:schemeClr val="dk1"/>
              </a:buClr>
              <a:buSzPct val="43137"/>
              <a:buFont typeface="Arial"/>
              <a:buNone/>
            </a:pPr>
            <a:r>
              <a:rPr lang="en" sz="2550">
                <a:solidFill>
                  <a:schemeClr val="dk1"/>
                </a:solidFill>
              </a:rPr>
              <a:t>Mzuzu city is the most beautiful place in the world</a:t>
            </a:r>
            <a:endParaRPr sz="2550">
              <a:solidFill>
                <a:schemeClr val="dk1"/>
              </a:solidFill>
            </a:endParaRPr>
          </a:p>
          <a:p>
            <a:pPr indent="0" lvl="0" marL="177800" rtl="0" algn="l">
              <a:lnSpc>
                <a:spcPct val="120000"/>
              </a:lnSpc>
              <a:spcBef>
                <a:spcPts val="0"/>
              </a:spcBef>
              <a:spcAft>
                <a:spcPts val="0"/>
              </a:spcAft>
              <a:buClr>
                <a:schemeClr val="dk1"/>
              </a:buClr>
              <a:buSzPct val="43137"/>
              <a:buFont typeface="Arial"/>
              <a:buNone/>
            </a:pPr>
            <a:r>
              <a:rPr lang="en" sz="2550">
                <a:solidFill>
                  <a:schemeClr val="dk1"/>
                </a:solidFill>
              </a:rPr>
              <a:t>Madness is caused by extensive studying</a:t>
            </a:r>
            <a:endParaRPr sz="2550">
              <a:solidFill>
                <a:schemeClr val="dk1"/>
              </a:solidFill>
            </a:endParaRPr>
          </a:p>
          <a:p>
            <a:pPr indent="0" lvl="0" marL="177800" rtl="0" algn="l">
              <a:lnSpc>
                <a:spcPct val="120000"/>
              </a:lnSpc>
              <a:spcBef>
                <a:spcPts val="0"/>
              </a:spcBef>
              <a:spcAft>
                <a:spcPts val="0"/>
              </a:spcAft>
              <a:buClr>
                <a:schemeClr val="dk1"/>
              </a:buClr>
              <a:buSzPct val="100000"/>
              <a:buFont typeface="Arial"/>
              <a:buNone/>
            </a:pPr>
            <a:r>
              <a:t/>
            </a:r>
            <a:endParaRPr sz="11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Fallacy?</a:t>
            </a:r>
            <a:endParaRPr/>
          </a:p>
        </p:txBody>
      </p:sp>
      <p:sp>
        <p:nvSpPr>
          <p:cNvPr id="185" name="Google Shape;18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
                <a:solidFill>
                  <a:schemeClr val="dk1"/>
                </a:solidFill>
                <a:highlight>
                  <a:srgbClr val="FFFFFF"/>
                </a:highlight>
              </a:rPr>
              <a:t>A fallacy is an error in reasoning. </a:t>
            </a:r>
            <a:endParaRPr b="1">
              <a:solidFill>
                <a:schemeClr val="dk1"/>
              </a:solidFill>
              <a:highlight>
                <a:srgbClr val="FFFFFF"/>
              </a:highlight>
            </a:endParaRPr>
          </a:p>
          <a:p>
            <a:pPr indent="-317500" lvl="1" marL="914400" rtl="0" algn="l">
              <a:spcBef>
                <a:spcPts val="0"/>
              </a:spcBef>
              <a:spcAft>
                <a:spcPts val="0"/>
              </a:spcAft>
              <a:buClr>
                <a:schemeClr val="dk1"/>
              </a:buClr>
              <a:buSzPts val="1400"/>
              <a:buChar char="-"/>
            </a:pPr>
            <a:r>
              <a:rPr lang="en">
                <a:solidFill>
                  <a:schemeClr val="dk1"/>
                </a:solidFill>
                <a:highlight>
                  <a:srgbClr val="FFFFFF"/>
                </a:highlight>
              </a:rPr>
              <a:t>This differs from a factual error, which is simply being wrong about the facts. </a:t>
            </a:r>
            <a:endParaRPr>
              <a:solidFill>
                <a:schemeClr val="dk1"/>
              </a:solidFill>
              <a:highlight>
                <a:srgbClr val="FFFFFF"/>
              </a:highlight>
            </a:endParaRPr>
          </a:p>
          <a:p>
            <a:pPr indent="-317500" lvl="1" marL="914400" rtl="0" algn="l">
              <a:spcBef>
                <a:spcPts val="0"/>
              </a:spcBef>
              <a:spcAft>
                <a:spcPts val="0"/>
              </a:spcAft>
              <a:buClr>
                <a:schemeClr val="dk1"/>
              </a:buClr>
              <a:buSzPts val="1400"/>
              <a:buChar char="-"/>
            </a:pPr>
            <a:r>
              <a:rPr lang="en">
                <a:solidFill>
                  <a:schemeClr val="dk1"/>
                </a:solidFill>
                <a:highlight>
                  <a:srgbClr val="FFFFFF"/>
                </a:highlight>
              </a:rPr>
              <a:t>To be more specific, a fallacy is an “argument” in which the premises given for the conclusion do not provide the needed degree of support.</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A Fallacy is an idea that many people think is true but is in fact false.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It is an argument which is damaged, making it invalid.</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It is natural human behaviour tendency to be subjective rather than objective and that the untrained mind will usually take the path of least resistance.</a:t>
            </a:r>
            <a:endParaRPr>
              <a:solidFill>
                <a:schemeClr val="dk1"/>
              </a:solidFill>
              <a:highlight>
                <a:srgbClr val="FFFFFF"/>
              </a:highlight>
            </a:endParaRPr>
          </a:p>
          <a:p>
            <a:pPr indent="-317500" lvl="1" marL="914400" rtl="0" algn="l">
              <a:spcBef>
                <a:spcPts val="0"/>
              </a:spcBef>
              <a:spcAft>
                <a:spcPts val="0"/>
              </a:spcAft>
              <a:buClr>
                <a:schemeClr val="dk1"/>
              </a:buClr>
              <a:buSzPts val="1400"/>
              <a:buChar char="-"/>
            </a:pPr>
            <a:r>
              <a:rPr lang="en">
                <a:solidFill>
                  <a:schemeClr val="dk1"/>
                </a:solidFill>
                <a:highlight>
                  <a:srgbClr val="FFFFFF"/>
                </a:highlight>
              </a:rPr>
              <a:t>The path of least resistance is rarely through reason.</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chemeClr val="lt1"/>
                </a:highlight>
              </a:rPr>
              <a:t>A fallacy is often subtle</a:t>
            </a:r>
            <a:endParaRPr>
              <a:solidFill>
                <a:schemeClr val="dk1"/>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Fallacy</a:t>
            </a:r>
            <a:endParaRPr/>
          </a:p>
        </p:txBody>
      </p:sp>
      <p:sp>
        <p:nvSpPr>
          <p:cNvPr id="191" name="Google Shape;19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highlight>
                  <a:schemeClr val="lt1"/>
                </a:highlight>
              </a:rPr>
              <a:t>A fallacious statement; </a:t>
            </a:r>
            <a:endParaRPr>
              <a:solidFill>
                <a:schemeClr val="dk1"/>
              </a:solidFill>
              <a:highlight>
                <a:schemeClr val="lt1"/>
              </a:highlight>
            </a:endParaRPr>
          </a:p>
          <a:p>
            <a:pPr indent="-317500" lvl="1" marL="914400" rtl="0" algn="l">
              <a:spcBef>
                <a:spcPts val="0"/>
              </a:spcBef>
              <a:spcAft>
                <a:spcPts val="0"/>
              </a:spcAft>
              <a:buClr>
                <a:schemeClr val="dk1"/>
              </a:buClr>
              <a:buSzPts val="1400"/>
              <a:buChar char="-"/>
            </a:pPr>
            <a:r>
              <a:rPr lang="en">
                <a:solidFill>
                  <a:schemeClr val="dk1"/>
                </a:solidFill>
                <a:highlight>
                  <a:schemeClr val="lt1"/>
                </a:highlight>
              </a:rPr>
              <a:t>Lacks adequate evidence</a:t>
            </a:r>
            <a:endParaRPr>
              <a:solidFill>
                <a:schemeClr val="dk1"/>
              </a:solidFill>
              <a:highlight>
                <a:schemeClr val="lt1"/>
              </a:highlight>
            </a:endParaRPr>
          </a:p>
          <a:p>
            <a:pPr indent="-317500" lvl="1" marL="914400" rtl="0" algn="l">
              <a:spcBef>
                <a:spcPts val="0"/>
              </a:spcBef>
              <a:spcAft>
                <a:spcPts val="0"/>
              </a:spcAft>
              <a:buClr>
                <a:schemeClr val="dk1"/>
              </a:buClr>
              <a:buSzPts val="1400"/>
              <a:buChar char="-"/>
            </a:pPr>
            <a:r>
              <a:rPr lang="en">
                <a:solidFill>
                  <a:schemeClr val="dk1"/>
                </a:solidFill>
                <a:highlight>
                  <a:schemeClr val="lt1"/>
                </a:highlight>
              </a:rPr>
              <a:t>Laks valid reasoning </a:t>
            </a:r>
            <a:endParaRPr>
              <a:solidFill>
                <a:schemeClr val="dk1"/>
              </a:solidFill>
              <a:highlight>
                <a:schemeClr val="lt1"/>
              </a:highlight>
            </a:endParaRPr>
          </a:p>
          <a:p>
            <a:pPr indent="-317500" lvl="1" marL="914400" rtl="0" algn="l">
              <a:spcBef>
                <a:spcPts val="0"/>
              </a:spcBef>
              <a:spcAft>
                <a:spcPts val="0"/>
              </a:spcAft>
              <a:buClr>
                <a:schemeClr val="dk1"/>
              </a:buClr>
              <a:buSzPts val="1400"/>
              <a:buChar char="-"/>
            </a:pPr>
            <a:r>
              <a:rPr lang="en">
                <a:solidFill>
                  <a:schemeClr val="dk1"/>
                </a:solidFill>
                <a:highlight>
                  <a:schemeClr val="lt1"/>
                </a:highlight>
              </a:rPr>
              <a:t>Has faulty expressions.</a:t>
            </a:r>
            <a:endParaRPr>
              <a:solidFill>
                <a:schemeClr val="dk1"/>
              </a:solidFill>
              <a:highlight>
                <a:schemeClr val="lt1"/>
              </a:highlight>
            </a:endParaRPr>
          </a:p>
          <a:p>
            <a:pPr indent="-342900" lvl="0" marL="457200" rtl="0" algn="l">
              <a:spcBef>
                <a:spcPts val="0"/>
              </a:spcBef>
              <a:spcAft>
                <a:spcPts val="0"/>
              </a:spcAft>
              <a:buClr>
                <a:schemeClr val="dk1"/>
              </a:buClr>
              <a:buSzPts val="1800"/>
              <a:buChar char="-"/>
            </a:pPr>
            <a:r>
              <a:rPr lang="en">
                <a:solidFill>
                  <a:schemeClr val="dk1"/>
                </a:solidFill>
                <a:highlight>
                  <a:schemeClr val="lt1"/>
                </a:highlight>
              </a:rPr>
              <a:t>Learning to recognize fallacies will;</a:t>
            </a:r>
            <a:endParaRPr>
              <a:solidFill>
                <a:schemeClr val="dk1"/>
              </a:solidFill>
              <a:highlight>
                <a:schemeClr val="lt1"/>
              </a:highlight>
            </a:endParaRPr>
          </a:p>
          <a:p>
            <a:pPr indent="-317500" lvl="1" marL="914400" rtl="0" algn="l">
              <a:spcBef>
                <a:spcPts val="0"/>
              </a:spcBef>
              <a:spcAft>
                <a:spcPts val="0"/>
              </a:spcAft>
              <a:buClr>
                <a:schemeClr val="dk1"/>
              </a:buClr>
              <a:buSzPts val="1400"/>
              <a:buChar char="-"/>
            </a:pPr>
            <a:r>
              <a:rPr lang="en">
                <a:solidFill>
                  <a:schemeClr val="dk1"/>
                </a:solidFill>
                <a:highlight>
                  <a:schemeClr val="lt1"/>
                </a:highlight>
              </a:rPr>
              <a:t>Strengthen your own arguments</a:t>
            </a:r>
            <a:endParaRPr>
              <a:solidFill>
                <a:schemeClr val="dk1"/>
              </a:solidFill>
              <a:highlight>
                <a:schemeClr val="lt1"/>
              </a:highlight>
            </a:endParaRPr>
          </a:p>
          <a:p>
            <a:pPr indent="-317500" lvl="1" marL="914400" rtl="0" algn="l">
              <a:spcBef>
                <a:spcPts val="0"/>
              </a:spcBef>
              <a:spcAft>
                <a:spcPts val="0"/>
              </a:spcAft>
              <a:buClr>
                <a:schemeClr val="dk1"/>
              </a:buClr>
              <a:buSzPts val="1400"/>
              <a:buChar char="-"/>
            </a:pPr>
            <a:r>
              <a:rPr lang="en">
                <a:solidFill>
                  <a:schemeClr val="dk1"/>
                </a:solidFill>
                <a:highlight>
                  <a:schemeClr val="lt1"/>
                </a:highlight>
              </a:rPr>
              <a:t>Help you critique other’s arguments.</a:t>
            </a:r>
            <a:endParaRPr/>
          </a:p>
          <a:p>
            <a:pPr indent="0" lvl="0" marL="0" rtl="0" algn="l">
              <a:spcBef>
                <a:spcPts val="1200"/>
              </a:spcBef>
              <a:spcAft>
                <a:spcPts val="1200"/>
              </a:spcAft>
              <a:buNone/>
            </a:pPr>
            <a:r>
              <a:t/>
            </a:r>
            <a:endParaRPr>
              <a:solidFill>
                <a:schemeClr val="dk1"/>
              </a:solidFill>
              <a:highlight>
                <a:schemeClr val="lt1"/>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Where are </a:t>
            </a:r>
            <a:r>
              <a:rPr lang="en"/>
              <a:t>fallacies</a:t>
            </a:r>
            <a:r>
              <a:rPr lang="en"/>
              <a:t> Committed?</a:t>
            </a:r>
            <a:endParaRPr/>
          </a:p>
        </p:txBody>
      </p:sp>
      <p:sp>
        <p:nvSpPr>
          <p:cNvPr id="197" name="Google Shape;19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Everywhere.</a:t>
            </a:r>
            <a:endParaRPr b="1"/>
          </a:p>
          <a:p>
            <a:pPr indent="0" lvl="0" marL="0" rtl="0" algn="l">
              <a:spcBef>
                <a:spcPts val="1200"/>
              </a:spcBef>
              <a:spcAft>
                <a:spcPts val="0"/>
              </a:spcAft>
              <a:buNone/>
            </a:pPr>
            <a:r>
              <a:rPr b="1" lang="en"/>
              <a:t>There are in;</a:t>
            </a:r>
            <a:endParaRPr b="1"/>
          </a:p>
          <a:p>
            <a:pPr indent="-334327" lvl="0" marL="457200" rtl="0" algn="just">
              <a:lnSpc>
                <a:spcPct val="180000"/>
              </a:lnSpc>
              <a:spcBef>
                <a:spcPts val="1200"/>
              </a:spcBef>
              <a:spcAft>
                <a:spcPts val="0"/>
              </a:spcAft>
              <a:buSzPct val="100000"/>
              <a:buChar char="-"/>
            </a:pPr>
            <a:r>
              <a:rPr lang="en">
                <a:solidFill>
                  <a:schemeClr val="dk1"/>
                </a:solidFill>
                <a:highlight>
                  <a:srgbClr val="FFFFFF"/>
                </a:highlight>
              </a:rPr>
              <a:t>Speeches that people make</a:t>
            </a:r>
            <a:endParaRPr>
              <a:solidFill>
                <a:schemeClr val="dk1"/>
              </a:solidFill>
              <a:highlight>
                <a:srgbClr val="FFFFFF"/>
              </a:highlight>
            </a:endParaRPr>
          </a:p>
          <a:p>
            <a:pPr indent="-334327" lvl="0" marL="457200" rtl="0" algn="just">
              <a:lnSpc>
                <a:spcPct val="180000"/>
              </a:lnSpc>
              <a:spcBef>
                <a:spcPts val="0"/>
              </a:spcBef>
              <a:spcAft>
                <a:spcPts val="0"/>
              </a:spcAft>
              <a:buSzPct val="100000"/>
              <a:buChar char="-"/>
            </a:pPr>
            <a:r>
              <a:rPr lang="en">
                <a:solidFill>
                  <a:schemeClr val="dk1"/>
                </a:solidFill>
                <a:highlight>
                  <a:srgbClr val="FFFFFF"/>
                </a:highlight>
              </a:rPr>
              <a:t>Newspaper articles.</a:t>
            </a:r>
            <a:endParaRPr>
              <a:solidFill>
                <a:schemeClr val="dk1"/>
              </a:solidFill>
              <a:highlight>
                <a:srgbClr val="FFFFFF"/>
              </a:highlight>
            </a:endParaRPr>
          </a:p>
          <a:p>
            <a:pPr indent="-334327" lvl="0" marL="457200" rtl="0" algn="just">
              <a:lnSpc>
                <a:spcPct val="180000"/>
              </a:lnSpc>
              <a:spcBef>
                <a:spcPts val="0"/>
              </a:spcBef>
              <a:spcAft>
                <a:spcPts val="0"/>
              </a:spcAft>
              <a:buSzPct val="100000"/>
              <a:buChar char="-"/>
            </a:pPr>
            <a:r>
              <a:rPr lang="en">
                <a:solidFill>
                  <a:schemeClr val="dk1"/>
                </a:solidFill>
                <a:highlight>
                  <a:srgbClr val="FFFFFF"/>
                </a:highlight>
              </a:rPr>
              <a:t>Editorial comments (on radio and in newspapers).</a:t>
            </a:r>
            <a:endParaRPr>
              <a:solidFill>
                <a:schemeClr val="dk1"/>
              </a:solidFill>
              <a:highlight>
                <a:srgbClr val="FFFFFF"/>
              </a:highlight>
            </a:endParaRPr>
          </a:p>
          <a:p>
            <a:pPr indent="-334327" lvl="0" marL="457200" rtl="0" algn="just">
              <a:lnSpc>
                <a:spcPct val="180000"/>
              </a:lnSpc>
              <a:spcBef>
                <a:spcPts val="0"/>
              </a:spcBef>
              <a:spcAft>
                <a:spcPts val="0"/>
              </a:spcAft>
              <a:buSzPct val="100000"/>
              <a:buChar char="-"/>
            </a:pPr>
            <a:r>
              <a:rPr lang="en">
                <a:solidFill>
                  <a:schemeClr val="dk1"/>
                </a:solidFill>
                <a:highlight>
                  <a:srgbClr val="FFFFFF"/>
                </a:highlight>
              </a:rPr>
              <a:t>Adverts.</a:t>
            </a:r>
            <a:endParaRPr>
              <a:solidFill>
                <a:schemeClr val="dk1"/>
              </a:solidFill>
              <a:highlight>
                <a:srgbClr val="FFFFFF"/>
              </a:highlight>
            </a:endParaRPr>
          </a:p>
          <a:p>
            <a:pPr indent="-334327" lvl="0" marL="457200" rtl="0" algn="just">
              <a:lnSpc>
                <a:spcPct val="180000"/>
              </a:lnSpc>
              <a:spcBef>
                <a:spcPts val="0"/>
              </a:spcBef>
              <a:spcAft>
                <a:spcPts val="0"/>
              </a:spcAft>
              <a:buSzPct val="100000"/>
              <a:buChar char="-"/>
            </a:pPr>
            <a:r>
              <a:rPr lang="en">
                <a:solidFill>
                  <a:schemeClr val="dk1"/>
                </a:solidFill>
                <a:highlight>
                  <a:srgbClr val="FFFFFF"/>
                </a:highlight>
              </a:rPr>
              <a:t>Day to day conversation with others.</a:t>
            </a:r>
            <a:endParaRPr>
              <a:solidFill>
                <a:schemeClr val="dk1"/>
              </a:solidFill>
              <a:highlight>
                <a:srgbClr val="FFFFFF"/>
              </a:highlight>
            </a:endParaRPr>
          </a:p>
          <a:p>
            <a:pPr indent="0" lvl="0" marL="0" rtl="0" algn="just">
              <a:lnSpc>
                <a:spcPct val="180000"/>
              </a:lnSpc>
              <a:spcBef>
                <a:spcPts val="0"/>
              </a:spcBef>
              <a:spcAft>
                <a:spcPts val="0"/>
              </a:spcAft>
              <a:buNone/>
            </a:pPr>
            <a:r>
              <a:t/>
            </a:r>
            <a:endParaRPr sz="2376">
              <a:solidFill>
                <a:schemeClr val="dk1"/>
              </a:solidFill>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Fallacies</a:t>
            </a:r>
            <a:endParaRPr/>
          </a:p>
        </p:txBody>
      </p:sp>
      <p:sp>
        <p:nvSpPr>
          <p:cNvPr id="203" name="Google Shape;203;p32"/>
          <p:cNvSpPr txBox="1"/>
          <p:nvPr>
            <p:ph idx="1" type="body"/>
          </p:nvPr>
        </p:nvSpPr>
        <p:spPr>
          <a:xfrm>
            <a:off x="311700" y="1152475"/>
            <a:ext cx="8520600" cy="4571400"/>
          </a:xfrm>
          <a:prstGeom prst="rect">
            <a:avLst/>
          </a:prstGeom>
        </p:spPr>
        <p:txBody>
          <a:bodyPr anchorCtr="0" anchor="t" bIns="91425" lIns="91425" spcFirstLastPara="1" rIns="91425" wrap="square" tIns="91425">
            <a:normAutofit/>
          </a:bodyPr>
          <a:lstStyle/>
          <a:p>
            <a:pPr indent="-304800" lvl="0" marL="457200" rtl="0" algn="just">
              <a:lnSpc>
                <a:spcPct val="180000"/>
              </a:lnSpc>
              <a:spcBef>
                <a:spcPts val="0"/>
              </a:spcBef>
              <a:spcAft>
                <a:spcPts val="0"/>
              </a:spcAft>
              <a:buClr>
                <a:schemeClr val="dk1"/>
              </a:buClr>
              <a:buSzPts val="1200"/>
              <a:buAutoNum type="arabicPeriod"/>
            </a:pPr>
            <a:r>
              <a:rPr b="1" lang="en" sz="1200">
                <a:solidFill>
                  <a:schemeClr val="dk1"/>
                </a:solidFill>
                <a:highlight>
                  <a:srgbClr val="FFFFFF"/>
                </a:highlight>
              </a:rPr>
              <a:t>Hasty Generalization (Oversimplification)</a:t>
            </a:r>
            <a:endParaRPr b="1" sz="1200">
              <a:solidFill>
                <a:schemeClr val="dk1"/>
              </a:solidFill>
              <a:highlight>
                <a:srgbClr val="FFFFFF"/>
              </a:highlight>
            </a:endParaRPr>
          </a:p>
          <a:p>
            <a:pPr indent="-304800" lvl="0" marL="457200" rtl="0" algn="just">
              <a:lnSpc>
                <a:spcPct val="180000"/>
              </a:lnSpc>
              <a:spcBef>
                <a:spcPts val="0"/>
              </a:spcBef>
              <a:spcAft>
                <a:spcPts val="0"/>
              </a:spcAft>
              <a:buClr>
                <a:schemeClr val="dk1"/>
              </a:buClr>
              <a:buSzPts val="1200"/>
              <a:buChar char="-"/>
            </a:pPr>
            <a:r>
              <a:rPr lang="en" sz="1200">
                <a:solidFill>
                  <a:schemeClr val="dk1"/>
                </a:solidFill>
                <a:highlight>
                  <a:srgbClr val="FFFFFF"/>
                </a:highlight>
              </a:rPr>
              <a:t>This is an argument in which a conclusion is made on the basis of lacking evidence (limited sample/ conclusion made on the basis of too few examples)</a:t>
            </a:r>
            <a:endParaRPr sz="1200">
              <a:solidFill>
                <a:schemeClr val="dk1"/>
              </a:solidFill>
              <a:highlight>
                <a:srgbClr val="FFFFFF"/>
              </a:highlight>
            </a:endParaRPr>
          </a:p>
          <a:p>
            <a:pPr indent="-304800" lvl="0" marL="457200" rtl="0" algn="just">
              <a:lnSpc>
                <a:spcPct val="180000"/>
              </a:lnSpc>
              <a:spcBef>
                <a:spcPts val="0"/>
              </a:spcBef>
              <a:spcAft>
                <a:spcPts val="0"/>
              </a:spcAft>
              <a:buClr>
                <a:schemeClr val="dk1"/>
              </a:buClr>
              <a:buSzPts val="1200"/>
              <a:buChar char="-"/>
            </a:pPr>
            <a:r>
              <a:rPr lang="en" sz="1200">
                <a:solidFill>
                  <a:schemeClr val="dk1"/>
                </a:solidFill>
                <a:highlight>
                  <a:srgbClr val="FFFFFF"/>
                </a:highlight>
              </a:rPr>
              <a:t>It is ok to generalize or oversimplify e.g. many, most, all. What is wrong is to generalize hastily or to oversimplify. For example:</a:t>
            </a:r>
            <a:endParaRPr sz="1200">
              <a:solidFill>
                <a:schemeClr val="dk1"/>
              </a:solidFill>
              <a:highlight>
                <a:srgbClr val="FFFFFF"/>
              </a:highlight>
            </a:endParaRPr>
          </a:p>
          <a:p>
            <a:pPr indent="0" lvl="0" marL="457200" rtl="0" algn="just">
              <a:lnSpc>
                <a:spcPct val="180000"/>
              </a:lnSpc>
              <a:spcBef>
                <a:spcPts val="0"/>
              </a:spcBef>
              <a:spcAft>
                <a:spcPts val="0"/>
              </a:spcAft>
              <a:buClr>
                <a:schemeClr val="dk1"/>
              </a:buClr>
              <a:buSzPts val="1100"/>
              <a:buFont typeface="Arial"/>
              <a:buNone/>
            </a:pPr>
            <a:r>
              <a:rPr lang="en" sz="1200">
                <a:solidFill>
                  <a:schemeClr val="dk1"/>
                </a:solidFill>
                <a:highlight>
                  <a:srgbClr val="FFFFFF"/>
                </a:highlight>
              </a:rPr>
              <a:t>	</a:t>
            </a:r>
            <a:r>
              <a:rPr b="1" i="1" lang="en" sz="1200">
                <a:solidFill>
                  <a:schemeClr val="dk1"/>
                </a:solidFill>
                <a:highlight>
                  <a:srgbClr val="FFFFFF"/>
                </a:highlight>
              </a:rPr>
              <a:t>Evidence:</a:t>
            </a:r>
            <a:r>
              <a:rPr b="1" lang="en" sz="1200">
                <a:solidFill>
                  <a:schemeClr val="dk1"/>
                </a:solidFill>
                <a:highlight>
                  <a:srgbClr val="FFFFFF"/>
                </a:highlight>
              </a:rPr>
              <a:t> </a:t>
            </a:r>
            <a:r>
              <a:rPr lang="en" sz="1200">
                <a:solidFill>
                  <a:schemeClr val="dk1"/>
                </a:solidFill>
                <a:highlight>
                  <a:srgbClr val="FFFFFF"/>
                </a:highlight>
              </a:rPr>
              <a:t>	</a:t>
            </a:r>
            <a:r>
              <a:rPr i="1" lang="en" sz="1200">
                <a:solidFill>
                  <a:schemeClr val="dk1"/>
                </a:solidFill>
                <a:highlight>
                  <a:srgbClr val="FFFFFF"/>
                </a:highlight>
              </a:rPr>
              <a:t>A black Mamba is a poisonous snake</a:t>
            </a:r>
            <a:endParaRPr i="1" sz="1200">
              <a:solidFill>
                <a:schemeClr val="dk1"/>
              </a:solidFill>
              <a:highlight>
                <a:srgbClr val="FFFFFF"/>
              </a:highlight>
            </a:endParaRPr>
          </a:p>
          <a:p>
            <a:pPr indent="0" lvl="0" marL="457200" rtl="0" algn="just">
              <a:lnSpc>
                <a:spcPct val="180000"/>
              </a:lnSpc>
              <a:spcBef>
                <a:spcPts val="0"/>
              </a:spcBef>
              <a:spcAft>
                <a:spcPts val="0"/>
              </a:spcAft>
              <a:buClr>
                <a:schemeClr val="dk1"/>
              </a:buClr>
              <a:buSzPts val="1100"/>
              <a:buFont typeface="Arial"/>
              <a:buNone/>
            </a:pPr>
            <a:r>
              <a:rPr lang="en" sz="1200">
                <a:solidFill>
                  <a:schemeClr val="dk1"/>
                </a:solidFill>
                <a:highlight>
                  <a:srgbClr val="FFFFFF"/>
                </a:highlight>
              </a:rPr>
              <a:t>			</a:t>
            </a:r>
            <a:r>
              <a:rPr i="1" lang="en" sz="1200">
                <a:solidFill>
                  <a:schemeClr val="dk1"/>
                </a:solidFill>
                <a:highlight>
                  <a:srgbClr val="FFFFFF"/>
                </a:highlight>
              </a:rPr>
              <a:t>A </a:t>
            </a:r>
            <a:r>
              <a:rPr i="1" lang="en" sz="1200">
                <a:solidFill>
                  <a:schemeClr val="dk1"/>
                </a:solidFill>
                <a:highlight>
                  <a:srgbClr val="FFFFFF"/>
                </a:highlight>
              </a:rPr>
              <a:t>rattlesnake</a:t>
            </a:r>
            <a:r>
              <a:rPr i="1" lang="en" sz="1200">
                <a:solidFill>
                  <a:schemeClr val="dk1"/>
                </a:solidFill>
                <a:highlight>
                  <a:srgbClr val="FFFFFF"/>
                </a:highlight>
              </a:rPr>
              <a:t> is a poisonous snake</a:t>
            </a:r>
            <a:endParaRPr i="1" sz="1200">
              <a:solidFill>
                <a:schemeClr val="dk1"/>
              </a:solidFill>
              <a:highlight>
                <a:srgbClr val="FFFFFF"/>
              </a:highlight>
            </a:endParaRPr>
          </a:p>
          <a:p>
            <a:pPr indent="0" lvl="0" marL="457200" rtl="0" algn="just">
              <a:lnSpc>
                <a:spcPct val="180000"/>
              </a:lnSpc>
              <a:spcBef>
                <a:spcPts val="0"/>
              </a:spcBef>
              <a:spcAft>
                <a:spcPts val="0"/>
              </a:spcAft>
              <a:buClr>
                <a:schemeClr val="dk1"/>
              </a:buClr>
              <a:buSzPts val="1100"/>
              <a:buFont typeface="Arial"/>
              <a:buNone/>
            </a:pPr>
            <a:r>
              <a:rPr lang="en" sz="1200">
                <a:solidFill>
                  <a:schemeClr val="dk1"/>
                </a:solidFill>
                <a:highlight>
                  <a:srgbClr val="FFFFFF"/>
                </a:highlight>
              </a:rPr>
              <a:t>	</a:t>
            </a:r>
            <a:r>
              <a:rPr b="1" i="1" lang="en" sz="1200">
                <a:solidFill>
                  <a:schemeClr val="dk1"/>
                </a:solidFill>
                <a:highlight>
                  <a:srgbClr val="FFFFFF"/>
                </a:highlight>
              </a:rPr>
              <a:t>Conclusion:</a:t>
            </a:r>
            <a:r>
              <a:rPr lang="en" sz="1200">
                <a:solidFill>
                  <a:schemeClr val="dk1"/>
                </a:solidFill>
                <a:highlight>
                  <a:srgbClr val="FFFFFF"/>
                </a:highlight>
              </a:rPr>
              <a:t>	</a:t>
            </a:r>
            <a:r>
              <a:rPr i="1" lang="en" sz="1200">
                <a:solidFill>
                  <a:schemeClr val="dk1"/>
                </a:solidFill>
                <a:highlight>
                  <a:srgbClr val="FFFFFF"/>
                </a:highlight>
              </a:rPr>
              <a:t>All snakes are poisonous</a:t>
            </a:r>
            <a:endParaRPr i="1" sz="1200">
              <a:solidFill>
                <a:schemeClr val="dk1"/>
              </a:solidFill>
              <a:highlight>
                <a:srgbClr val="FFFFFF"/>
              </a:highlight>
            </a:endParaRPr>
          </a:p>
          <a:p>
            <a:pPr indent="-304800" lvl="0" marL="457200" rtl="0" algn="just">
              <a:lnSpc>
                <a:spcPct val="180000"/>
              </a:lnSpc>
              <a:spcBef>
                <a:spcPts val="0"/>
              </a:spcBef>
              <a:spcAft>
                <a:spcPts val="0"/>
              </a:spcAft>
              <a:buClr>
                <a:schemeClr val="dk1"/>
              </a:buClr>
              <a:buSzPts val="1200"/>
              <a:buChar char="-"/>
            </a:pPr>
            <a:r>
              <a:rPr lang="en" sz="1200">
                <a:solidFill>
                  <a:schemeClr val="dk1"/>
                </a:solidFill>
                <a:highlight>
                  <a:srgbClr val="FFFFFF"/>
                </a:highlight>
              </a:rPr>
              <a:t>A sample of three species of snakes is too small to give you evidence to warrant the conclusion that all snakes are poisonous. There are over 2 500 species of snakes!</a:t>
            </a:r>
            <a:endParaRPr sz="1200">
              <a:solidFill>
                <a:schemeClr val="dk1"/>
              </a:solidFill>
              <a:highlight>
                <a:srgbClr val="FFFFFF"/>
              </a:highlight>
            </a:endParaRPr>
          </a:p>
          <a:p>
            <a:pPr indent="-304800" lvl="0" marL="457200" rtl="0" algn="just">
              <a:lnSpc>
                <a:spcPct val="180000"/>
              </a:lnSpc>
              <a:spcBef>
                <a:spcPts val="0"/>
              </a:spcBef>
              <a:spcAft>
                <a:spcPts val="0"/>
              </a:spcAft>
              <a:buClr>
                <a:schemeClr val="dk1"/>
              </a:buClr>
              <a:buSzPts val="1200"/>
              <a:buChar char="-"/>
            </a:pPr>
            <a:r>
              <a:rPr lang="en" sz="1200">
                <a:solidFill>
                  <a:schemeClr val="dk1"/>
                </a:solidFill>
                <a:highlight>
                  <a:srgbClr val="FFFFFF"/>
                </a:highlight>
              </a:rPr>
              <a:t>To avoid the fallacy of hasty generalization, make sure that the sample is large enough to enable you make a generalization of many, most or all.</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Fallacies</a:t>
            </a:r>
            <a:endParaRPr/>
          </a:p>
        </p:txBody>
      </p:sp>
      <p:sp>
        <p:nvSpPr>
          <p:cNvPr id="209" name="Google Shape;209;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chemeClr val="dk1"/>
                </a:solidFill>
                <a:highlight>
                  <a:srgbClr val="FFFFFF"/>
                </a:highlight>
              </a:rPr>
              <a:t>2. Stereotype</a:t>
            </a:r>
            <a:endParaRPr b="1" sz="1400">
              <a:solidFill>
                <a:schemeClr val="dk1"/>
              </a:solidFill>
              <a:highlight>
                <a:srgbClr val="FFFFFF"/>
              </a:highlight>
            </a:endParaRPr>
          </a:p>
          <a:p>
            <a:pPr indent="-317500" lvl="0" marL="457200" rtl="0" algn="just">
              <a:lnSpc>
                <a:spcPct val="180000"/>
              </a:lnSpc>
              <a:spcBef>
                <a:spcPts val="1200"/>
              </a:spcBef>
              <a:spcAft>
                <a:spcPts val="0"/>
              </a:spcAft>
              <a:buClr>
                <a:schemeClr val="dk1"/>
              </a:buClr>
              <a:buSzPts val="1400"/>
              <a:buChar char="-"/>
            </a:pPr>
            <a:r>
              <a:rPr lang="en" sz="1400">
                <a:solidFill>
                  <a:schemeClr val="dk1"/>
                </a:solidFill>
                <a:highlight>
                  <a:srgbClr val="FFFFFF"/>
                </a:highlight>
              </a:rPr>
              <a:t>This is a particular kind of hasty generalization where you have a fixed idea about the characteristics of a particular group of people. In other words, you transfer the characteristics of an individual to an entire group to which that person belongs.</a:t>
            </a:r>
            <a:endParaRPr sz="1400">
              <a:solidFill>
                <a:schemeClr val="dk1"/>
              </a:solidFill>
              <a:highlight>
                <a:srgbClr val="FFFFFF"/>
              </a:highlight>
            </a:endParaRPr>
          </a:p>
          <a:p>
            <a:pPr indent="0" lvl="0" marL="457200" rtl="0" algn="just">
              <a:lnSpc>
                <a:spcPct val="180000"/>
              </a:lnSpc>
              <a:spcBef>
                <a:spcPts val="0"/>
              </a:spcBef>
              <a:spcAft>
                <a:spcPts val="0"/>
              </a:spcAft>
              <a:buClr>
                <a:schemeClr val="dk1"/>
              </a:buClr>
              <a:buSzPts val="1100"/>
              <a:buFont typeface="Arial"/>
              <a:buNone/>
            </a:pPr>
            <a:r>
              <a:rPr b="1" lang="en" sz="1400">
                <a:solidFill>
                  <a:schemeClr val="dk1"/>
                </a:solidFill>
                <a:highlight>
                  <a:srgbClr val="FFFFFF"/>
                </a:highlight>
              </a:rPr>
              <a:t>Example:</a:t>
            </a:r>
            <a:r>
              <a:rPr lang="en" sz="1400">
                <a:solidFill>
                  <a:schemeClr val="dk1"/>
                </a:solidFill>
                <a:highlight>
                  <a:srgbClr val="FFFFFF"/>
                </a:highlight>
              </a:rPr>
              <a:t> 	</a:t>
            </a:r>
            <a:endParaRPr sz="1400">
              <a:solidFill>
                <a:schemeClr val="dk1"/>
              </a:solidFill>
              <a:highlight>
                <a:srgbClr val="FFFFFF"/>
              </a:highlight>
            </a:endParaRPr>
          </a:p>
          <a:p>
            <a:pPr indent="0" lvl="0" marL="457200" rtl="0" algn="just">
              <a:lnSpc>
                <a:spcPct val="180000"/>
              </a:lnSpc>
              <a:spcBef>
                <a:spcPts val="0"/>
              </a:spcBef>
              <a:spcAft>
                <a:spcPts val="0"/>
              </a:spcAft>
              <a:buClr>
                <a:schemeClr val="dk1"/>
              </a:buClr>
              <a:buSzPts val="1100"/>
              <a:buFont typeface="Arial"/>
              <a:buNone/>
            </a:pPr>
            <a:r>
              <a:rPr i="1" lang="en" sz="1400">
                <a:solidFill>
                  <a:schemeClr val="dk1"/>
                </a:solidFill>
                <a:highlight>
                  <a:srgbClr val="FFFFFF"/>
                </a:highlight>
              </a:rPr>
              <a:t>Henry</a:t>
            </a:r>
            <a:r>
              <a:rPr i="1" lang="en" sz="1400">
                <a:solidFill>
                  <a:schemeClr val="dk1"/>
                </a:solidFill>
                <a:highlight>
                  <a:srgbClr val="FFFFFF"/>
                </a:highlight>
              </a:rPr>
              <a:t>, a Lhomwe man, who worked for a certain company embezzled K200 000 and</a:t>
            </a:r>
            <a:r>
              <a:rPr i="1" lang="en" sz="1400">
                <a:solidFill>
                  <a:schemeClr val="dk1"/>
                </a:solidFill>
                <a:highlight>
                  <a:srgbClr val="FFFFFF"/>
                </a:highlight>
              </a:rPr>
              <a:t> </a:t>
            </a:r>
            <a:r>
              <a:rPr i="1" lang="en" sz="1400">
                <a:solidFill>
                  <a:schemeClr val="dk1"/>
                </a:solidFill>
                <a:highlight>
                  <a:srgbClr val="FFFFFF"/>
                </a:highlight>
              </a:rPr>
              <a:t>disappeared. Now everybody at that company goes about saying that Lho</a:t>
            </a:r>
            <a:r>
              <a:rPr i="1" lang="en" sz="1400">
                <a:solidFill>
                  <a:schemeClr val="dk1"/>
                </a:solidFill>
                <a:highlight>
                  <a:srgbClr val="FFFFFF"/>
                </a:highlight>
              </a:rPr>
              <a:t>mwes</a:t>
            </a:r>
            <a:r>
              <a:rPr i="1" lang="en" sz="1400">
                <a:solidFill>
                  <a:schemeClr val="dk1"/>
                </a:solidFill>
                <a:highlight>
                  <a:srgbClr val="FFFFFF"/>
                </a:highlight>
              </a:rPr>
              <a:t> can’t be trusted.</a:t>
            </a:r>
            <a:endParaRPr i="1" sz="1400">
              <a:solidFill>
                <a:schemeClr val="dk1"/>
              </a:solidFill>
              <a:highlight>
                <a:srgbClr val="FFFFFF"/>
              </a:highlight>
            </a:endParaRPr>
          </a:p>
          <a:p>
            <a:pPr indent="-317500" lvl="0" marL="457200" rtl="0" algn="just">
              <a:lnSpc>
                <a:spcPct val="180000"/>
              </a:lnSpc>
              <a:spcBef>
                <a:spcPts val="0"/>
              </a:spcBef>
              <a:spcAft>
                <a:spcPts val="0"/>
              </a:spcAft>
              <a:buClr>
                <a:schemeClr val="dk1"/>
              </a:buClr>
              <a:buSzPts val="1400"/>
              <a:buChar char="-"/>
            </a:pPr>
            <a:r>
              <a:rPr lang="en" sz="1400">
                <a:solidFill>
                  <a:schemeClr val="dk1"/>
                </a:solidFill>
                <a:highlight>
                  <a:srgbClr val="FFFFFF"/>
                </a:highlight>
              </a:rPr>
              <a:t>On the basis of one bad experience, it is an error to generalize about the entire group of people. </a:t>
            </a:r>
            <a:endParaRPr b="1" sz="1400">
              <a:solidFill>
                <a:schemeClr val="dk1"/>
              </a:solidFill>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Fallacies</a:t>
            </a:r>
            <a:endParaRPr/>
          </a:p>
        </p:txBody>
      </p:sp>
      <p:sp>
        <p:nvSpPr>
          <p:cNvPr id="215" name="Google Shape;215;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just">
              <a:lnSpc>
                <a:spcPct val="170000"/>
              </a:lnSpc>
              <a:spcBef>
                <a:spcPts val="0"/>
              </a:spcBef>
              <a:spcAft>
                <a:spcPts val="0"/>
              </a:spcAft>
              <a:buNone/>
            </a:pPr>
            <a:r>
              <a:rPr b="1" lang="en" sz="1300">
                <a:solidFill>
                  <a:schemeClr val="dk1"/>
                </a:solidFill>
                <a:highlight>
                  <a:srgbClr val="FFFFFF"/>
                </a:highlight>
              </a:rPr>
              <a:t>3. Dependency on unqualified authority</a:t>
            </a:r>
            <a:endParaRPr sz="1300">
              <a:solidFill>
                <a:schemeClr val="dk1"/>
              </a:solidFill>
              <a:highlight>
                <a:srgbClr val="FFFFFF"/>
              </a:highlight>
            </a:endParaRPr>
          </a:p>
          <a:p>
            <a:pPr indent="-311150" lvl="0" marL="457200" rtl="0" algn="l">
              <a:lnSpc>
                <a:spcPct val="105000"/>
              </a:lnSpc>
              <a:spcBef>
                <a:spcPts val="0"/>
              </a:spcBef>
              <a:spcAft>
                <a:spcPts val="0"/>
              </a:spcAft>
              <a:buClr>
                <a:schemeClr val="dk1"/>
              </a:buClr>
              <a:buSzPts val="1300"/>
              <a:buChar char="-"/>
            </a:pPr>
            <a:r>
              <a:rPr lang="en" sz="1300">
                <a:solidFill>
                  <a:schemeClr val="dk1"/>
                </a:solidFill>
                <a:highlight>
                  <a:srgbClr val="FFFFFF"/>
                </a:highlight>
              </a:rPr>
              <a:t>When you cannot gather evidence for yourself, the authority on whom you rely for your argument should be unbiased expert in that particular field. </a:t>
            </a:r>
            <a:endParaRPr sz="1300">
              <a:solidFill>
                <a:schemeClr val="dk1"/>
              </a:solidFill>
              <a:highlight>
                <a:srgbClr val="FFFFFF"/>
              </a:highlight>
            </a:endParaRPr>
          </a:p>
          <a:p>
            <a:pPr indent="0" lvl="0" marL="457200" rtl="0" algn="just">
              <a:lnSpc>
                <a:spcPct val="170000"/>
              </a:lnSpc>
              <a:spcBef>
                <a:spcPts val="1200"/>
              </a:spcBef>
              <a:spcAft>
                <a:spcPts val="0"/>
              </a:spcAft>
              <a:buClr>
                <a:schemeClr val="dk1"/>
              </a:buClr>
              <a:buSzPts val="1100"/>
              <a:buFont typeface="Arial"/>
              <a:buNone/>
            </a:pPr>
            <a:r>
              <a:rPr b="1" lang="en" sz="1300">
                <a:solidFill>
                  <a:schemeClr val="dk1"/>
                </a:solidFill>
                <a:highlight>
                  <a:srgbClr val="FFFFFF"/>
                </a:highlight>
              </a:rPr>
              <a:t>Example:</a:t>
            </a:r>
            <a:endParaRPr b="1" sz="1300">
              <a:solidFill>
                <a:schemeClr val="dk1"/>
              </a:solidFill>
              <a:highlight>
                <a:srgbClr val="FFFFFF"/>
              </a:highlight>
            </a:endParaRPr>
          </a:p>
          <a:p>
            <a:pPr indent="-311150" lvl="0" marL="457200" rtl="0" algn="just">
              <a:lnSpc>
                <a:spcPct val="170000"/>
              </a:lnSpc>
              <a:spcBef>
                <a:spcPts val="0"/>
              </a:spcBef>
              <a:spcAft>
                <a:spcPts val="0"/>
              </a:spcAft>
              <a:buClr>
                <a:schemeClr val="dk1"/>
              </a:buClr>
              <a:buSzPts val="1300"/>
              <a:buChar char="●"/>
            </a:pPr>
            <a:r>
              <a:rPr i="1" lang="en" sz="1300">
                <a:solidFill>
                  <a:schemeClr val="dk1"/>
                </a:solidFill>
                <a:highlight>
                  <a:srgbClr val="FFFFFF"/>
                </a:highlight>
              </a:rPr>
              <a:t>It would be an error in reasoning to consult a politician’s son in-law on his father in-law’s performance in Parliament as leader of opposition even if the son in-law is a professor of political science in a university.</a:t>
            </a:r>
            <a:endParaRPr i="1" sz="1300">
              <a:solidFill>
                <a:schemeClr val="dk1"/>
              </a:solidFill>
              <a:highlight>
                <a:srgbClr val="FFFFFF"/>
              </a:highlight>
            </a:endParaRPr>
          </a:p>
          <a:p>
            <a:pPr indent="-311150" lvl="0" marL="457200" rtl="0" algn="just">
              <a:lnSpc>
                <a:spcPct val="170000"/>
              </a:lnSpc>
              <a:spcBef>
                <a:spcPts val="0"/>
              </a:spcBef>
              <a:spcAft>
                <a:spcPts val="0"/>
              </a:spcAft>
              <a:buClr>
                <a:schemeClr val="dk1"/>
              </a:buClr>
              <a:buSzPts val="1300"/>
              <a:buChar char="●"/>
            </a:pPr>
            <a:r>
              <a:rPr lang="en" sz="1300">
                <a:solidFill>
                  <a:schemeClr val="dk1"/>
                </a:solidFill>
                <a:highlight>
                  <a:srgbClr val="FFFFFF"/>
                </a:highlight>
              </a:rPr>
              <a:t>M</a:t>
            </a:r>
            <a:r>
              <a:rPr i="1" lang="en" sz="1300">
                <a:solidFill>
                  <a:schemeClr val="dk1"/>
                </a:solidFill>
                <a:highlight>
                  <a:srgbClr val="FFFFFF"/>
                </a:highlight>
              </a:rPr>
              <a:t>y friend is a qualified medical doctor and he says the global recession will have ended by 2020.</a:t>
            </a:r>
            <a:endParaRPr i="1" sz="1300">
              <a:solidFill>
                <a:schemeClr val="dk1"/>
              </a:solidFill>
              <a:highlight>
                <a:srgbClr val="FFFFFF"/>
              </a:highlight>
            </a:endParaRPr>
          </a:p>
          <a:p>
            <a:pPr indent="-311150" lvl="0" marL="457200" rtl="0" algn="just">
              <a:lnSpc>
                <a:spcPct val="170000"/>
              </a:lnSpc>
              <a:spcBef>
                <a:spcPts val="0"/>
              </a:spcBef>
              <a:spcAft>
                <a:spcPts val="0"/>
              </a:spcAft>
              <a:buClr>
                <a:schemeClr val="dk1"/>
              </a:buClr>
              <a:buSzPts val="1300"/>
              <a:buChar char="-"/>
            </a:pPr>
            <a:r>
              <a:rPr lang="en" sz="1300">
                <a:solidFill>
                  <a:schemeClr val="dk1"/>
                </a:solidFill>
                <a:highlight>
                  <a:srgbClr val="FFFFFF"/>
                </a:highlight>
              </a:rPr>
              <a:t>In the first example, there is an element of conflict of interest. We cannot depend on the son in-law for information. </a:t>
            </a:r>
            <a:endParaRPr sz="1300">
              <a:solidFill>
                <a:schemeClr val="dk1"/>
              </a:solidFill>
              <a:highlight>
                <a:srgbClr val="FFFFFF"/>
              </a:highlight>
            </a:endParaRPr>
          </a:p>
          <a:p>
            <a:pPr indent="-311150" lvl="0" marL="457200" rtl="0" algn="just">
              <a:lnSpc>
                <a:spcPct val="170000"/>
              </a:lnSpc>
              <a:spcBef>
                <a:spcPts val="0"/>
              </a:spcBef>
              <a:spcAft>
                <a:spcPts val="0"/>
              </a:spcAft>
              <a:buClr>
                <a:schemeClr val="dk1"/>
              </a:buClr>
              <a:buSzPts val="1300"/>
              <a:buChar char="-"/>
            </a:pPr>
            <a:r>
              <a:rPr lang="en" sz="1300">
                <a:solidFill>
                  <a:schemeClr val="dk1"/>
                </a:solidFill>
                <a:highlight>
                  <a:srgbClr val="FFFFFF"/>
                </a:highlight>
              </a:rPr>
              <a:t>In the second one, the medical doctor is not competent to talk about economic recession.</a:t>
            </a:r>
            <a:endParaRPr sz="1300">
              <a:solidFill>
                <a:schemeClr val="dk1"/>
              </a:solidFill>
              <a:highlight>
                <a:srgbClr val="FF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Fallacies</a:t>
            </a:r>
            <a:endParaRPr/>
          </a:p>
        </p:txBody>
      </p:sp>
      <p:sp>
        <p:nvSpPr>
          <p:cNvPr id="221" name="Google Shape;221;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4. False Analogy</a:t>
            </a:r>
            <a:endParaRPr b="1"/>
          </a:p>
          <a:p>
            <a:pPr indent="-311150" lvl="0" marL="457200" marR="457200" rtl="0" algn="just">
              <a:lnSpc>
                <a:spcPct val="180000"/>
              </a:lnSpc>
              <a:spcBef>
                <a:spcPts val="1200"/>
              </a:spcBef>
              <a:spcAft>
                <a:spcPts val="0"/>
              </a:spcAft>
              <a:buClr>
                <a:schemeClr val="dk1"/>
              </a:buClr>
              <a:buSzPts val="1300"/>
              <a:buChar char="-"/>
            </a:pPr>
            <a:r>
              <a:rPr lang="en" sz="1300">
                <a:solidFill>
                  <a:schemeClr val="dk1"/>
                </a:solidFill>
                <a:highlight>
                  <a:srgbClr val="FFFFFF"/>
                </a:highlight>
              </a:rPr>
              <a:t>A false analogy is a comparison in which two dissimilar things are shown to have something in common.</a:t>
            </a:r>
            <a:endParaRPr sz="1300">
              <a:solidFill>
                <a:schemeClr val="dk1"/>
              </a:solidFill>
              <a:highlight>
                <a:srgbClr val="FFFFFF"/>
              </a:highlight>
            </a:endParaRPr>
          </a:p>
          <a:p>
            <a:pPr indent="0" lvl="0" marL="914400" marR="457200" rtl="0" algn="just">
              <a:lnSpc>
                <a:spcPct val="180000"/>
              </a:lnSpc>
              <a:spcBef>
                <a:spcPts val="0"/>
              </a:spcBef>
              <a:spcAft>
                <a:spcPts val="0"/>
              </a:spcAft>
              <a:buNone/>
            </a:pPr>
            <a:r>
              <a:rPr b="1" lang="en" sz="1300">
                <a:solidFill>
                  <a:schemeClr val="dk1"/>
                </a:solidFill>
                <a:highlight>
                  <a:srgbClr val="FFFFFF"/>
                </a:highlight>
              </a:rPr>
              <a:t>Example:</a:t>
            </a:r>
            <a:endParaRPr b="1" sz="1300">
              <a:solidFill>
                <a:schemeClr val="dk1"/>
              </a:solidFill>
              <a:highlight>
                <a:srgbClr val="FFFFFF"/>
              </a:highlight>
            </a:endParaRPr>
          </a:p>
          <a:p>
            <a:pPr indent="-311150" lvl="0" marL="457200" rtl="0" algn="just">
              <a:lnSpc>
                <a:spcPct val="180000"/>
              </a:lnSpc>
              <a:spcBef>
                <a:spcPts val="0"/>
              </a:spcBef>
              <a:spcAft>
                <a:spcPts val="0"/>
              </a:spcAft>
              <a:buClr>
                <a:schemeClr val="dk1"/>
              </a:buClr>
              <a:buSzPts val="1300"/>
              <a:buChar char="●"/>
            </a:pPr>
            <a:r>
              <a:rPr b="1" i="1" lang="en" sz="1300">
                <a:solidFill>
                  <a:schemeClr val="dk1"/>
                </a:solidFill>
                <a:highlight>
                  <a:srgbClr val="FFFFFF"/>
                </a:highlight>
              </a:rPr>
              <a:t> Being a parent is like having a full-time job. The responsibilities are enormous and doing a good job requires a tremendous amount of time, energy and experience. Therefore parents   should be paid by the government for caring for their children.</a:t>
            </a:r>
            <a:endParaRPr b="1" i="1" sz="1300">
              <a:solidFill>
                <a:schemeClr val="dk1"/>
              </a:solidFill>
              <a:highlight>
                <a:srgbClr val="FFFFFF"/>
              </a:highlight>
            </a:endParaRPr>
          </a:p>
          <a:p>
            <a:pPr indent="-311150" lvl="0" marL="457200" rtl="0" algn="just">
              <a:lnSpc>
                <a:spcPct val="180000"/>
              </a:lnSpc>
              <a:spcBef>
                <a:spcPts val="0"/>
              </a:spcBef>
              <a:spcAft>
                <a:spcPts val="0"/>
              </a:spcAft>
              <a:buClr>
                <a:schemeClr val="dk1"/>
              </a:buClr>
              <a:buSzPts val="1300"/>
              <a:buChar char="-"/>
            </a:pPr>
            <a:r>
              <a:rPr lang="en" sz="1300">
                <a:solidFill>
                  <a:schemeClr val="dk1"/>
                </a:solidFill>
                <a:highlight>
                  <a:srgbClr val="FFFFFF"/>
                </a:highlight>
              </a:rPr>
              <a:t>This analogy makes a false comparison because being a parent is not like having a full time job. One is hired for a full time job and one can resign from a full time job. Neither of these is true of being a parent</a:t>
            </a:r>
            <a:endParaRPr b="1" sz="12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Fallacies</a:t>
            </a:r>
            <a:endParaRPr/>
          </a:p>
        </p:txBody>
      </p:sp>
      <p:sp>
        <p:nvSpPr>
          <p:cNvPr id="227" name="Google Shape;227;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a:t>5. Cause and Effect</a:t>
            </a:r>
            <a:endParaRPr b="1"/>
          </a:p>
          <a:p>
            <a:pPr indent="-325755" lvl="0" marL="457200" rtl="0" algn="l">
              <a:spcBef>
                <a:spcPts val="1200"/>
              </a:spcBef>
              <a:spcAft>
                <a:spcPts val="0"/>
              </a:spcAft>
              <a:buSzPct val="100000"/>
              <a:buAutoNum type="alphaLcPeriod"/>
            </a:pPr>
            <a:r>
              <a:rPr b="1" lang="en"/>
              <a:t>Post hoc fallacy</a:t>
            </a:r>
            <a:endParaRPr b="1"/>
          </a:p>
          <a:p>
            <a:pPr indent="-304165" lvl="1" marL="914400" rtl="0" algn="l">
              <a:spcBef>
                <a:spcPts val="0"/>
              </a:spcBef>
              <a:spcAft>
                <a:spcPts val="0"/>
              </a:spcAft>
              <a:buSzPct val="81463"/>
              <a:buChar char="○"/>
            </a:pPr>
            <a:r>
              <a:rPr lang="en" sz="1718">
                <a:solidFill>
                  <a:schemeClr val="dk1"/>
                </a:solidFill>
                <a:highlight>
                  <a:srgbClr val="FFFFFF"/>
                </a:highlight>
              </a:rPr>
              <a:t>This is based on coincidence. The fact that one thing happened soon after or at the same time as another does not mean that the first thing was the cause of the second. 	</a:t>
            </a:r>
            <a:endParaRPr sz="1718">
              <a:solidFill>
                <a:schemeClr val="dk1"/>
              </a:solidFill>
              <a:highlight>
                <a:srgbClr val="FFFFFF"/>
              </a:highlight>
            </a:endParaRPr>
          </a:p>
          <a:p>
            <a:pPr indent="-304165" lvl="1" marL="914400" rtl="0" algn="l">
              <a:spcBef>
                <a:spcPts val="0"/>
              </a:spcBef>
              <a:spcAft>
                <a:spcPts val="0"/>
              </a:spcAft>
              <a:buSzPct val="81463"/>
              <a:buChar char="○"/>
            </a:pPr>
            <a:r>
              <a:rPr lang="en" sz="1718">
                <a:solidFill>
                  <a:schemeClr val="dk1"/>
                </a:solidFill>
                <a:highlight>
                  <a:srgbClr val="FFFFFF"/>
                </a:highlight>
              </a:rPr>
              <a:t>The Latin name for this fallacy is </a:t>
            </a:r>
            <a:r>
              <a:rPr i="1" lang="en" sz="1718">
                <a:solidFill>
                  <a:schemeClr val="dk1"/>
                </a:solidFill>
                <a:highlight>
                  <a:srgbClr val="FFFFFF"/>
                </a:highlight>
              </a:rPr>
              <a:t>post hoc, ego propter hoc</a:t>
            </a:r>
            <a:r>
              <a:rPr lang="en" sz="1718">
                <a:solidFill>
                  <a:schemeClr val="dk1"/>
                </a:solidFill>
                <a:highlight>
                  <a:srgbClr val="FFFFFF"/>
                </a:highlight>
              </a:rPr>
              <a:t> which means “after this, therefore because of this”.</a:t>
            </a:r>
            <a:endParaRPr sz="1718">
              <a:solidFill>
                <a:schemeClr val="dk1"/>
              </a:solidFill>
              <a:highlight>
                <a:srgbClr val="FFFFFF"/>
              </a:highlight>
            </a:endParaRPr>
          </a:p>
          <a:p>
            <a:pPr indent="0" lvl="0" marL="0" rtl="0" algn="just">
              <a:lnSpc>
                <a:spcPct val="180000"/>
              </a:lnSpc>
              <a:spcBef>
                <a:spcPts val="1200"/>
              </a:spcBef>
              <a:spcAft>
                <a:spcPts val="0"/>
              </a:spcAft>
              <a:buNone/>
            </a:pPr>
            <a:r>
              <a:rPr b="1" lang="en" sz="1718">
                <a:solidFill>
                  <a:schemeClr val="dk1"/>
                </a:solidFill>
                <a:highlight>
                  <a:srgbClr val="FFFFFF"/>
                </a:highlight>
              </a:rPr>
              <a:t>Example:	</a:t>
            </a:r>
            <a:endParaRPr b="1" sz="1718">
              <a:solidFill>
                <a:schemeClr val="dk1"/>
              </a:solidFill>
              <a:highlight>
                <a:srgbClr val="FFFFFF"/>
              </a:highlight>
            </a:endParaRPr>
          </a:p>
          <a:p>
            <a:pPr indent="-321359" lvl="0" marL="457200" rtl="0" algn="just">
              <a:lnSpc>
                <a:spcPct val="180000"/>
              </a:lnSpc>
              <a:spcBef>
                <a:spcPts val="0"/>
              </a:spcBef>
              <a:spcAft>
                <a:spcPts val="0"/>
              </a:spcAft>
              <a:buClr>
                <a:schemeClr val="dk1"/>
              </a:buClr>
              <a:buSzPct val="100000"/>
              <a:buChar char="-"/>
            </a:pPr>
            <a:r>
              <a:rPr b="1" i="1" lang="en" sz="1718">
                <a:solidFill>
                  <a:schemeClr val="dk1"/>
                </a:solidFill>
                <a:highlight>
                  <a:srgbClr val="FFFFFF"/>
                </a:highlight>
              </a:rPr>
              <a:t>Evidence:</a:t>
            </a:r>
            <a:r>
              <a:rPr lang="en" sz="1718">
                <a:solidFill>
                  <a:schemeClr val="dk1"/>
                </a:solidFill>
                <a:highlight>
                  <a:srgbClr val="FFFFFF"/>
                </a:highlight>
              </a:rPr>
              <a:t>	</a:t>
            </a:r>
            <a:r>
              <a:rPr i="1" lang="en" sz="1718">
                <a:solidFill>
                  <a:schemeClr val="dk1"/>
                </a:solidFill>
                <a:highlight>
                  <a:srgbClr val="FFFFFF"/>
                </a:highlight>
              </a:rPr>
              <a:t>Yesterday morning it rained</a:t>
            </a:r>
            <a:endParaRPr i="1" sz="1718">
              <a:solidFill>
                <a:schemeClr val="dk1"/>
              </a:solidFill>
              <a:highlight>
                <a:srgbClr val="FFFFFF"/>
              </a:highlight>
            </a:endParaRPr>
          </a:p>
          <a:p>
            <a:pPr indent="0" lvl="0" marL="685800" rtl="0" algn="just">
              <a:lnSpc>
                <a:spcPct val="180000"/>
              </a:lnSpc>
              <a:spcBef>
                <a:spcPts val="0"/>
              </a:spcBef>
              <a:spcAft>
                <a:spcPts val="0"/>
              </a:spcAft>
              <a:buNone/>
            </a:pPr>
            <a:r>
              <a:rPr i="1" lang="en" sz="1718">
                <a:solidFill>
                  <a:schemeClr val="dk1"/>
                </a:solidFill>
                <a:highlight>
                  <a:srgbClr val="FFFFFF"/>
                </a:highlight>
              </a:rPr>
              <a:t>		Yesterday afternoon I failed my Mathematics test</a:t>
            </a:r>
            <a:endParaRPr i="1" sz="1718">
              <a:solidFill>
                <a:schemeClr val="dk1"/>
              </a:solidFill>
              <a:highlight>
                <a:srgbClr val="FFFFFF"/>
              </a:highlight>
            </a:endParaRPr>
          </a:p>
          <a:p>
            <a:pPr indent="-321359" lvl="0" marL="457200" rtl="0" algn="just">
              <a:lnSpc>
                <a:spcPct val="180000"/>
              </a:lnSpc>
              <a:spcBef>
                <a:spcPts val="0"/>
              </a:spcBef>
              <a:spcAft>
                <a:spcPts val="0"/>
              </a:spcAft>
              <a:buClr>
                <a:schemeClr val="dk1"/>
              </a:buClr>
              <a:buSzPct val="100000"/>
              <a:buChar char="-"/>
            </a:pPr>
            <a:r>
              <a:rPr b="1" i="1" lang="en" sz="1718">
                <a:solidFill>
                  <a:schemeClr val="dk1"/>
                </a:solidFill>
                <a:highlight>
                  <a:srgbClr val="FFFFFF"/>
                </a:highlight>
              </a:rPr>
              <a:t>Conclusion:</a:t>
            </a:r>
            <a:r>
              <a:rPr lang="en" sz="1718">
                <a:solidFill>
                  <a:schemeClr val="dk1"/>
                </a:solidFill>
                <a:highlight>
                  <a:srgbClr val="FFFFFF"/>
                </a:highlight>
              </a:rPr>
              <a:t> </a:t>
            </a:r>
            <a:r>
              <a:rPr i="1" lang="en" sz="1718">
                <a:solidFill>
                  <a:schemeClr val="dk1"/>
                </a:solidFill>
                <a:highlight>
                  <a:srgbClr val="FFFFFF"/>
                </a:highlight>
              </a:rPr>
              <a:t>I failed my Mathematics test yesterday because it rained</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Cause and Effect</a:t>
            </a:r>
            <a:endParaRPr/>
          </a:p>
        </p:txBody>
      </p:sp>
      <p:sp>
        <p:nvSpPr>
          <p:cNvPr id="233" name="Google Shape;233;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 </a:t>
            </a:r>
            <a:r>
              <a:rPr b="1" lang="en"/>
              <a:t>Only cause fallacy (Questionable Cause)</a:t>
            </a:r>
            <a:endParaRPr b="1"/>
          </a:p>
          <a:p>
            <a:pPr indent="-342900" lvl="0" marL="457200" rtl="0" algn="l">
              <a:spcBef>
                <a:spcPts val="1200"/>
              </a:spcBef>
              <a:spcAft>
                <a:spcPts val="0"/>
              </a:spcAft>
              <a:buClr>
                <a:schemeClr val="dk1"/>
              </a:buClr>
              <a:buSzPts val="1800"/>
              <a:buChar char="-"/>
            </a:pPr>
            <a:r>
              <a:rPr lang="en">
                <a:solidFill>
                  <a:schemeClr val="dk1"/>
                </a:solidFill>
                <a:highlight>
                  <a:srgbClr val="FFFFFF"/>
                </a:highlight>
              </a:rPr>
              <a:t>This is when one claims to have a simple solution to a complex issue.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A complex array of causal factors is reduced to a single cause.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A contributing factor is assumed to be the cause.</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A form of simplistic thinking that implies something is either a cause or it is not.</a:t>
            </a:r>
            <a:endParaRPr>
              <a:solidFill>
                <a:schemeClr val="dk1"/>
              </a:solidFill>
              <a:highlight>
                <a:srgbClr val="FFFFFF"/>
              </a:highlight>
            </a:endParaRPr>
          </a:p>
          <a:p>
            <a:pPr indent="0" lvl="0" marL="0" rtl="0" algn="l">
              <a:spcBef>
                <a:spcPts val="1200"/>
              </a:spcBef>
              <a:spcAft>
                <a:spcPts val="1200"/>
              </a:spcAft>
              <a:buNone/>
            </a:pPr>
            <a:r>
              <a:rPr i="1" lang="en">
                <a:solidFill>
                  <a:schemeClr val="dk1"/>
                </a:solidFill>
                <a:highlight>
                  <a:srgbClr val="FFFFFF"/>
                </a:highlight>
              </a:rPr>
              <a:t>For example, it is wrong to say that a single thing causes wars, crimes, economic problems. All these can be caused by different things.</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Fallacies</a:t>
            </a:r>
            <a:endParaRPr/>
          </a:p>
        </p:txBody>
      </p:sp>
      <p:sp>
        <p:nvSpPr>
          <p:cNvPr id="239" name="Google Shape;239;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t>6. Begging the Question (Circular Thinking)</a:t>
            </a:r>
            <a:endParaRPr b="1"/>
          </a:p>
          <a:p>
            <a:pPr indent="-325755" lvl="0" marL="457200" marR="457200" rtl="0" algn="just">
              <a:lnSpc>
                <a:spcPct val="180000"/>
              </a:lnSpc>
              <a:spcBef>
                <a:spcPts val="1200"/>
              </a:spcBef>
              <a:spcAft>
                <a:spcPts val="0"/>
              </a:spcAft>
              <a:buClr>
                <a:schemeClr val="dk1"/>
              </a:buClr>
              <a:buSzPct val="100000"/>
              <a:buChar char="-"/>
            </a:pPr>
            <a:r>
              <a:rPr lang="en">
                <a:solidFill>
                  <a:schemeClr val="dk1"/>
                </a:solidFill>
                <a:highlight>
                  <a:srgbClr val="FFFFFF"/>
                </a:highlight>
              </a:rPr>
              <a:t>This is when reasons are not given to support the conclusion. A conclusion is assumed in one of the premises.</a:t>
            </a:r>
            <a:endParaRPr>
              <a:solidFill>
                <a:schemeClr val="dk1"/>
              </a:solidFill>
              <a:highlight>
                <a:srgbClr val="FFFFFF"/>
              </a:highlight>
            </a:endParaRPr>
          </a:p>
          <a:p>
            <a:pPr indent="-325755" lvl="0" marL="457200" marR="457200" rtl="0" algn="just">
              <a:lnSpc>
                <a:spcPct val="180000"/>
              </a:lnSpc>
              <a:spcBef>
                <a:spcPts val="0"/>
              </a:spcBef>
              <a:spcAft>
                <a:spcPts val="0"/>
              </a:spcAft>
              <a:buClr>
                <a:schemeClr val="dk1"/>
              </a:buClr>
              <a:buSzPct val="100000"/>
              <a:buChar char="-"/>
            </a:pPr>
            <a:r>
              <a:rPr lang="en">
                <a:solidFill>
                  <a:schemeClr val="dk1"/>
                </a:solidFill>
                <a:highlight>
                  <a:srgbClr val="FFFFFF"/>
                </a:highlight>
              </a:rPr>
              <a:t>The conclusion is merely a rephrasing of the initial statement.</a:t>
            </a:r>
            <a:endParaRPr>
              <a:solidFill>
                <a:schemeClr val="dk1"/>
              </a:solidFill>
              <a:highlight>
                <a:srgbClr val="FFFFFF"/>
              </a:highlight>
            </a:endParaRPr>
          </a:p>
          <a:p>
            <a:pPr indent="-325755" lvl="0" marL="457200" marR="457200" rtl="0" algn="just">
              <a:lnSpc>
                <a:spcPct val="180000"/>
              </a:lnSpc>
              <a:spcBef>
                <a:spcPts val="0"/>
              </a:spcBef>
              <a:spcAft>
                <a:spcPts val="0"/>
              </a:spcAft>
              <a:buClr>
                <a:schemeClr val="dk1"/>
              </a:buClr>
              <a:buSzPct val="100000"/>
              <a:buChar char="-"/>
            </a:pPr>
            <a:r>
              <a:rPr lang="en">
                <a:solidFill>
                  <a:schemeClr val="dk1"/>
                </a:solidFill>
                <a:highlight>
                  <a:srgbClr val="FFFFFF"/>
                </a:highlight>
              </a:rPr>
              <a:t>One must accept the premise to be true for the claim to be true.</a:t>
            </a:r>
            <a:endParaRPr>
              <a:solidFill>
                <a:schemeClr val="dk1"/>
              </a:solidFill>
              <a:highlight>
                <a:srgbClr val="FFFFFF"/>
              </a:highlight>
            </a:endParaRPr>
          </a:p>
          <a:p>
            <a:pPr indent="0" lvl="0" marL="914400" marR="457200" rtl="0" algn="just">
              <a:lnSpc>
                <a:spcPct val="180000"/>
              </a:lnSpc>
              <a:spcBef>
                <a:spcPts val="0"/>
              </a:spcBef>
              <a:spcAft>
                <a:spcPts val="0"/>
              </a:spcAft>
              <a:buNone/>
            </a:pPr>
            <a:r>
              <a:rPr b="1" lang="en">
                <a:solidFill>
                  <a:schemeClr val="dk1"/>
                </a:solidFill>
                <a:highlight>
                  <a:srgbClr val="FFFFFF"/>
                </a:highlight>
              </a:rPr>
              <a:t>Example:</a:t>
            </a:r>
            <a:endParaRPr b="1">
              <a:solidFill>
                <a:schemeClr val="dk1"/>
              </a:solidFill>
              <a:highlight>
                <a:srgbClr val="FFFFFF"/>
              </a:highlight>
            </a:endParaRPr>
          </a:p>
          <a:p>
            <a:pPr indent="0" lvl="0" marL="457200" rtl="0" algn="just">
              <a:lnSpc>
                <a:spcPct val="180000"/>
              </a:lnSpc>
              <a:spcBef>
                <a:spcPts val="0"/>
              </a:spcBef>
              <a:spcAft>
                <a:spcPts val="0"/>
              </a:spcAft>
              <a:buNone/>
            </a:pPr>
            <a:r>
              <a:rPr i="1" lang="en">
                <a:solidFill>
                  <a:schemeClr val="dk1"/>
                </a:solidFill>
                <a:highlight>
                  <a:srgbClr val="FFFFFF"/>
                </a:highlight>
              </a:rPr>
              <a:t>Henry is the best candidate for president of the students union because he is better than all the other candidates.</a:t>
            </a:r>
            <a:endParaRPr i="1">
              <a:solidFill>
                <a:schemeClr val="dk1"/>
              </a:solidFill>
              <a:highlight>
                <a:srgbClr val="FFFFFF"/>
              </a:highlight>
            </a:endParaRPr>
          </a:p>
          <a:p>
            <a:pPr indent="0" lvl="0" marL="457200" rtl="0" algn="just">
              <a:lnSpc>
                <a:spcPct val="180000"/>
              </a:lnSpc>
              <a:spcBef>
                <a:spcPts val="0"/>
              </a:spcBef>
              <a:spcAft>
                <a:spcPts val="0"/>
              </a:spcAft>
              <a:buNone/>
            </a:pPr>
            <a:r>
              <a:rPr i="1" lang="en">
                <a:solidFill>
                  <a:schemeClr val="dk1"/>
                </a:solidFill>
                <a:highlight>
                  <a:srgbClr val="FFFFFF"/>
                </a:highlight>
              </a:rPr>
              <a:t>God is real because the Bible says so, and the Bible is from God</a:t>
            </a:r>
            <a:endParaRPr i="1">
              <a:solidFill>
                <a:schemeClr val="dk1"/>
              </a:solidFill>
              <a:highlight>
                <a:srgbClr val="FFFFFF"/>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Fallacies</a:t>
            </a:r>
            <a:endParaRPr/>
          </a:p>
        </p:txBody>
      </p:sp>
      <p:sp>
        <p:nvSpPr>
          <p:cNvPr id="245" name="Google Shape;245;p39"/>
          <p:cNvSpPr txBox="1"/>
          <p:nvPr>
            <p:ph idx="1" type="body"/>
          </p:nvPr>
        </p:nvSpPr>
        <p:spPr>
          <a:xfrm>
            <a:off x="58950" y="1099475"/>
            <a:ext cx="8520600" cy="358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7. Faulty Premise</a:t>
            </a:r>
            <a:endParaRPr b="1"/>
          </a:p>
          <a:p>
            <a:pPr indent="-342900" lvl="0" marL="457200" rtl="0" algn="just">
              <a:lnSpc>
                <a:spcPct val="180000"/>
              </a:lnSpc>
              <a:spcBef>
                <a:spcPts val="1200"/>
              </a:spcBef>
              <a:spcAft>
                <a:spcPts val="0"/>
              </a:spcAft>
              <a:buClr>
                <a:schemeClr val="dk1"/>
              </a:buClr>
              <a:buSzPts val="1800"/>
              <a:buChar char="-"/>
            </a:pPr>
            <a:r>
              <a:rPr lang="en">
                <a:solidFill>
                  <a:schemeClr val="dk1"/>
                </a:solidFill>
                <a:highlight>
                  <a:srgbClr val="FFFFFF"/>
                </a:highlight>
              </a:rPr>
              <a:t>What is presented as evidence or reason is irrelevant or adds very little support to the conclusion</a:t>
            </a:r>
            <a:endParaRPr>
              <a:solidFill>
                <a:schemeClr val="dk1"/>
              </a:solidFill>
              <a:highlight>
                <a:srgbClr val="FFFFFF"/>
              </a:highlight>
            </a:endParaRPr>
          </a:p>
          <a:p>
            <a:pPr indent="-342900" lvl="0" marL="457200" rtl="0" algn="just">
              <a:lnSpc>
                <a:spcPct val="180000"/>
              </a:lnSpc>
              <a:spcBef>
                <a:spcPts val="0"/>
              </a:spcBef>
              <a:spcAft>
                <a:spcPts val="0"/>
              </a:spcAft>
              <a:buClr>
                <a:schemeClr val="dk1"/>
              </a:buClr>
              <a:buSzPts val="1800"/>
              <a:buChar char="-"/>
            </a:pPr>
            <a:r>
              <a:rPr lang="en">
                <a:solidFill>
                  <a:schemeClr val="dk1"/>
                </a:solidFill>
                <a:highlight>
                  <a:srgbClr val="FFFFFF"/>
                </a:highlight>
              </a:rPr>
              <a:t>In deductive reasoning (i.e. reasoning that moves from a general statement to a specific conclusion), the conclusion will not be valid if it is based on a faulty major premise of a syllogism (a three-part form of reasoning consisting of a major premise, minor premise and conclusion).</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Faulty/False Premise</a:t>
            </a:r>
            <a:endParaRPr/>
          </a:p>
        </p:txBody>
      </p:sp>
      <p:sp>
        <p:nvSpPr>
          <p:cNvPr id="251" name="Google Shape;251;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just">
              <a:lnSpc>
                <a:spcPct val="180000"/>
              </a:lnSpc>
              <a:spcBef>
                <a:spcPts val="0"/>
              </a:spcBef>
              <a:spcAft>
                <a:spcPts val="0"/>
              </a:spcAft>
              <a:buClr>
                <a:schemeClr val="dk1"/>
              </a:buClr>
              <a:buSzPts val="1100"/>
              <a:buFont typeface="Arial"/>
              <a:buNone/>
            </a:pPr>
            <a:r>
              <a:rPr b="1" lang="en" sz="1100">
                <a:solidFill>
                  <a:schemeClr val="dk1"/>
                </a:solidFill>
                <a:highlight>
                  <a:schemeClr val="lt1"/>
                </a:highlight>
              </a:rPr>
              <a:t>Example:</a:t>
            </a:r>
            <a:endParaRPr b="1" sz="1100">
              <a:solidFill>
                <a:schemeClr val="dk1"/>
              </a:solidFill>
              <a:highlight>
                <a:schemeClr val="lt1"/>
              </a:highlight>
            </a:endParaRPr>
          </a:p>
          <a:p>
            <a:pPr indent="0" lvl="0" marL="457200" rtl="0" algn="just">
              <a:lnSpc>
                <a:spcPct val="180000"/>
              </a:lnSpc>
              <a:spcBef>
                <a:spcPts val="0"/>
              </a:spcBef>
              <a:spcAft>
                <a:spcPts val="0"/>
              </a:spcAft>
              <a:buClr>
                <a:schemeClr val="dk1"/>
              </a:buClr>
              <a:buSzPts val="1100"/>
              <a:buFont typeface="Arial"/>
              <a:buNone/>
            </a:pPr>
            <a:r>
              <a:rPr lang="en" sz="1100">
                <a:solidFill>
                  <a:schemeClr val="dk1"/>
                </a:solidFill>
                <a:highlight>
                  <a:schemeClr val="lt1"/>
                </a:highlight>
              </a:rPr>
              <a:t>	</a:t>
            </a:r>
            <a:r>
              <a:rPr b="1" i="1" lang="en" sz="1100">
                <a:solidFill>
                  <a:schemeClr val="dk1"/>
                </a:solidFill>
                <a:highlight>
                  <a:schemeClr val="lt1"/>
                </a:highlight>
              </a:rPr>
              <a:t>Major premise:</a:t>
            </a:r>
            <a:r>
              <a:rPr lang="en" sz="1100">
                <a:solidFill>
                  <a:schemeClr val="dk1"/>
                </a:solidFill>
                <a:highlight>
                  <a:schemeClr val="lt1"/>
                </a:highlight>
              </a:rPr>
              <a:t>	</a:t>
            </a:r>
            <a:r>
              <a:rPr i="1" lang="en" sz="1100">
                <a:solidFill>
                  <a:schemeClr val="dk1"/>
                </a:solidFill>
                <a:highlight>
                  <a:schemeClr val="lt1"/>
                </a:highlight>
              </a:rPr>
              <a:t>All snakes are poisonous</a:t>
            </a:r>
            <a:endParaRPr i="1" sz="1100">
              <a:solidFill>
                <a:schemeClr val="dk1"/>
              </a:solidFill>
              <a:highlight>
                <a:schemeClr val="lt1"/>
              </a:highlight>
            </a:endParaRPr>
          </a:p>
          <a:p>
            <a:pPr indent="0" lvl="0" marL="457200" rtl="0" algn="just">
              <a:lnSpc>
                <a:spcPct val="180000"/>
              </a:lnSpc>
              <a:spcBef>
                <a:spcPts val="0"/>
              </a:spcBef>
              <a:spcAft>
                <a:spcPts val="0"/>
              </a:spcAft>
              <a:buClr>
                <a:schemeClr val="dk1"/>
              </a:buClr>
              <a:buSzPts val="1100"/>
              <a:buFont typeface="Arial"/>
              <a:buNone/>
            </a:pPr>
            <a:r>
              <a:rPr lang="en" sz="1100">
                <a:solidFill>
                  <a:schemeClr val="dk1"/>
                </a:solidFill>
                <a:highlight>
                  <a:schemeClr val="lt1"/>
                </a:highlight>
              </a:rPr>
              <a:t>	</a:t>
            </a:r>
            <a:r>
              <a:rPr b="1" i="1" lang="en" sz="1100">
                <a:solidFill>
                  <a:schemeClr val="dk1"/>
                </a:solidFill>
                <a:highlight>
                  <a:schemeClr val="lt1"/>
                </a:highlight>
              </a:rPr>
              <a:t>Minor premise:</a:t>
            </a:r>
            <a:r>
              <a:rPr lang="en" sz="1100">
                <a:solidFill>
                  <a:schemeClr val="dk1"/>
                </a:solidFill>
                <a:highlight>
                  <a:schemeClr val="lt1"/>
                </a:highlight>
              </a:rPr>
              <a:t>	</a:t>
            </a:r>
            <a:r>
              <a:rPr i="1" lang="en" sz="1100">
                <a:solidFill>
                  <a:schemeClr val="dk1"/>
                </a:solidFill>
                <a:highlight>
                  <a:schemeClr val="lt1"/>
                </a:highlight>
              </a:rPr>
              <a:t>A python is a snake</a:t>
            </a:r>
            <a:endParaRPr i="1" sz="1100">
              <a:solidFill>
                <a:schemeClr val="dk1"/>
              </a:solidFill>
              <a:highlight>
                <a:schemeClr val="lt1"/>
              </a:highlight>
            </a:endParaRPr>
          </a:p>
          <a:p>
            <a:pPr indent="0" lvl="0" marL="457200" rtl="0" algn="just">
              <a:lnSpc>
                <a:spcPct val="180000"/>
              </a:lnSpc>
              <a:spcBef>
                <a:spcPts val="0"/>
              </a:spcBef>
              <a:spcAft>
                <a:spcPts val="0"/>
              </a:spcAft>
              <a:buClr>
                <a:schemeClr val="dk1"/>
              </a:buClr>
              <a:buSzPts val="1100"/>
              <a:buFont typeface="Arial"/>
              <a:buNone/>
            </a:pPr>
            <a:r>
              <a:rPr lang="en" sz="1100">
                <a:solidFill>
                  <a:schemeClr val="dk1"/>
                </a:solidFill>
                <a:highlight>
                  <a:schemeClr val="lt1"/>
                </a:highlight>
              </a:rPr>
              <a:t>	</a:t>
            </a:r>
            <a:r>
              <a:rPr b="1" i="1" lang="en" sz="1100">
                <a:solidFill>
                  <a:schemeClr val="dk1"/>
                </a:solidFill>
                <a:highlight>
                  <a:schemeClr val="lt1"/>
                </a:highlight>
              </a:rPr>
              <a:t>Conclusion:</a:t>
            </a:r>
            <a:r>
              <a:rPr lang="en" sz="1100">
                <a:solidFill>
                  <a:schemeClr val="dk1"/>
                </a:solidFill>
                <a:highlight>
                  <a:schemeClr val="lt1"/>
                </a:highlight>
              </a:rPr>
              <a:t>	</a:t>
            </a:r>
            <a:r>
              <a:rPr i="1" lang="en" sz="1100">
                <a:solidFill>
                  <a:schemeClr val="dk1"/>
                </a:solidFill>
                <a:highlight>
                  <a:schemeClr val="lt1"/>
                </a:highlight>
              </a:rPr>
              <a:t>A python is a poisonous snake</a:t>
            </a:r>
            <a:endParaRPr i="1" sz="1100">
              <a:solidFill>
                <a:schemeClr val="dk1"/>
              </a:solidFill>
              <a:highlight>
                <a:schemeClr val="lt1"/>
              </a:highlight>
            </a:endParaRPr>
          </a:p>
          <a:p>
            <a:pPr indent="-298450" lvl="0" marL="457200" rtl="0" algn="just">
              <a:lnSpc>
                <a:spcPct val="180000"/>
              </a:lnSpc>
              <a:spcBef>
                <a:spcPts val="0"/>
              </a:spcBef>
              <a:spcAft>
                <a:spcPts val="0"/>
              </a:spcAft>
              <a:buClr>
                <a:schemeClr val="dk1"/>
              </a:buClr>
              <a:buSzPts val="1100"/>
              <a:buChar char="-"/>
            </a:pPr>
            <a:r>
              <a:rPr lang="en" sz="1100">
                <a:solidFill>
                  <a:schemeClr val="dk1"/>
                </a:solidFill>
                <a:highlight>
                  <a:schemeClr val="lt1"/>
                </a:highlight>
              </a:rPr>
              <a:t>A major premise is faulty if it contains a limiting word such as </a:t>
            </a:r>
            <a:r>
              <a:rPr b="1" lang="en" sz="1100">
                <a:solidFill>
                  <a:schemeClr val="dk1"/>
                </a:solidFill>
                <a:highlight>
                  <a:schemeClr val="lt1"/>
                </a:highlight>
              </a:rPr>
              <a:t>some, many, all. </a:t>
            </a:r>
            <a:r>
              <a:rPr lang="en" sz="1100">
                <a:solidFill>
                  <a:schemeClr val="dk1"/>
                </a:solidFill>
                <a:highlight>
                  <a:schemeClr val="lt1"/>
                </a:highlight>
              </a:rPr>
              <a:t>In the above example, the major premise is wrong because not all snakes are poisonous, and it also follows that the conclusion is invalid.</a:t>
            </a:r>
            <a:endParaRPr sz="1100">
              <a:solidFill>
                <a:schemeClr val="dk1"/>
              </a:solidFill>
              <a:highlight>
                <a:schemeClr val="lt1"/>
              </a:highlight>
            </a:endParaRPr>
          </a:p>
          <a:p>
            <a:pPr indent="0" lvl="0" marL="457200" rtl="0" algn="just">
              <a:lnSpc>
                <a:spcPct val="180000"/>
              </a:lnSpc>
              <a:spcBef>
                <a:spcPts val="0"/>
              </a:spcBef>
              <a:spcAft>
                <a:spcPts val="0"/>
              </a:spcAft>
              <a:buClr>
                <a:schemeClr val="dk1"/>
              </a:buClr>
              <a:buSzPts val="1100"/>
              <a:buFont typeface="Arial"/>
              <a:buNone/>
            </a:pPr>
            <a:r>
              <a:rPr lang="en" sz="1100">
                <a:solidFill>
                  <a:schemeClr val="dk1"/>
                </a:solidFill>
                <a:highlight>
                  <a:schemeClr val="lt1"/>
                </a:highlight>
              </a:rPr>
              <a:t>	</a:t>
            </a:r>
            <a:r>
              <a:rPr b="1" i="1" lang="en" sz="1100">
                <a:solidFill>
                  <a:schemeClr val="dk1"/>
                </a:solidFill>
                <a:highlight>
                  <a:schemeClr val="lt1"/>
                </a:highlight>
              </a:rPr>
              <a:t>Major premise:</a:t>
            </a:r>
            <a:r>
              <a:rPr lang="en" sz="1100">
                <a:solidFill>
                  <a:schemeClr val="dk1"/>
                </a:solidFill>
                <a:highlight>
                  <a:schemeClr val="lt1"/>
                </a:highlight>
              </a:rPr>
              <a:t> </a:t>
            </a:r>
            <a:r>
              <a:rPr i="1" lang="en" sz="1100">
                <a:solidFill>
                  <a:schemeClr val="dk1"/>
                </a:solidFill>
                <a:highlight>
                  <a:schemeClr val="lt1"/>
                </a:highlight>
              </a:rPr>
              <a:t>Many teenagers don’t respect their parents</a:t>
            </a:r>
            <a:endParaRPr i="1" sz="1100">
              <a:solidFill>
                <a:schemeClr val="dk1"/>
              </a:solidFill>
              <a:highlight>
                <a:schemeClr val="lt1"/>
              </a:highlight>
            </a:endParaRPr>
          </a:p>
          <a:p>
            <a:pPr indent="0" lvl="0" marL="457200" rtl="0" algn="just">
              <a:lnSpc>
                <a:spcPct val="180000"/>
              </a:lnSpc>
              <a:spcBef>
                <a:spcPts val="0"/>
              </a:spcBef>
              <a:spcAft>
                <a:spcPts val="0"/>
              </a:spcAft>
              <a:buClr>
                <a:schemeClr val="dk1"/>
              </a:buClr>
              <a:buSzPts val="1100"/>
              <a:buFont typeface="Arial"/>
              <a:buNone/>
            </a:pPr>
            <a:r>
              <a:rPr lang="en" sz="1100">
                <a:solidFill>
                  <a:schemeClr val="dk1"/>
                </a:solidFill>
                <a:highlight>
                  <a:schemeClr val="lt1"/>
                </a:highlight>
              </a:rPr>
              <a:t>	</a:t>
            </a:r>
            <a:r>
              <a:rPr b="1" i="1" lang="en" sz="1100">
                <a:solidFill>
                  <a:schemeClr val="dk1"/>
                </a:solidFill>
                <a:highlight>
                  <a:schemeClr val="lt1"/>
                </a:highlight>
              </a:rPr>
              <a:t>Minor premise:</a:t>
            </a:r>
            <a:r>
              <a:rPr lang="en" sz="1100">
                <a:solidFill>
                  <a:schemeClr val="dk1"/>
                </a:solidFill>
                <a:highlight>
                  <a:schemeClr val="lt1"/>
                </a:highlight>
              </a:rPr>
              <a:t> </a:t>
            </a:r>
            <a:r>
              <a:rPr i="1" lang="en" sz="1100">
                <a:solidFill>
                  <a:schemeClr val="dk1"/>
                </a:solidFill>
                <a:highlight>
                  <a:schemeClr val="lt1"/>
                </a:highlight>
              </a:rPr>
              <a:t>Mary is a teenager</a:t>
            </a:r>
            <a:endParaRPr i="1" sz="1100">
              <a:solidFill>
                <a:schemeClr val="dk1"/>
              </a:solidFill>
              <a:highlight>
                <a:schemeClr val="lt1"/>
              </a:highlight>
            </a:endParaRPr>
          </a:p>
          <a:p>
            <a:pPr indent="0" lvl="0" marL="457200" rtl="0" algn="just">
              <a:lnSpc>
                <a:spcPct val="180000"/>
              </a:lnSpc>
              <a:spcBef>
                <a:spcPts val="0"/>
              </a:spcBef>
              <a:spcAft>
                <a:spcPts val="0"/>
              </a:spcAft>
              <a:buNone/>
            </a:pPr>
            <a:r>
              <a:rPr lang="en" sz="1100">
                <a:solidFill>
                  <a:schemeClr val="dk1"/>
                </a:solidFill>
                <a:highlight>
                  <a:schemeClr val="lt1"/>
                </a:highlight>
              </a:rPr>
              <a:t>	</a:t>
            </a:r>
            <a:r>
              <a:rPr b="1" i="1" lang="en" sz="1100">
                <a:solidFill>
                  <a:schemeClr val="dk1"/>
                </a:solidFill>
                <a:highlight>
                  <a:schemeClr val="lt1"/>
                </a:highlight>
              </a:rPr>
              <a:t>Conclusion:</a:t>
            </a:r>
            <a:r>
              <a:rPr lang="en" sz="1100">
                <a:solidFill>
                  <a:schemeClr val="dk1"/>
                </a:solidFill>
                <a:highlight>
                  <a:schemeClr val="lt1"/>
                </a:highlight>
              </a:rPr>
              <a:t>	</a:t>
            </a:r>
            <a:r>
              <a:rPr i="1" lang="en" sz="1100">
                <a:solidFill>
                  <a:schemeClr val="dk1"/>
                </a:solidFill>
                <a:highlight>
                  <a:schemeClr val="lt1"/>
                </a:highlight>
              </a:rPr>
              <a:t>Mary does not respect her parents</a:t>
            </a:r>
            <a:endParaRPr i="1" sz="1100">
              <a:solidFill>
                <a:schemeClr val="dk1"/>
              </a:solidFill>
              <a:highlight>
                <a:schemeClr val="lt1"/>
              </a:highlight>
            </a:endParaRPr>
          </a:p>
          <a:p>
            <a:pPr indent="-304800" lvl="0" marL="457200" rtl="0" algn="just">
              <a:lnSpc>
                <a:spcPct val="180000"/>
              </a:lnSpc>
              <a:spcBef>
                <a:spcPts val="0"/>
              </a:spcBef>
              <a:spcAft>
                <a:spcPts val="0"/>
              </a:spcAft>
              <a:buClr>
                <a:schemeClr val="dk1"/>
              </a:buClr>
              <a:buSzPts val="1200"/>
              <a:buChar char="-"/>
            </a:pPr>
            <a:r>
              <a:rPr i="1" lang="en" sz="1200">
                <a:solidFill>
                  <a:schemeClr val="dk1"/>
                </a:solidFill>
                <a:highlight>
                  <a:srgbClr val="FFFFFF"/>
                </a:highlight>
              </a:rPr>
              <a:t>Low Budget has the greatest food in town.  Low Budget was voted #1 by the local paper.  Therefore, Sheirrah, the owner of Low Budget, should run for president of the Students Union.</a:t>
            </a:r>
            <a:endParaRPr i="1" sz="1100">
              <a:solidFill>
                <a:schemeClr val="dk1"/>
              </a:solidFill>
              <a:highlight>
                <a:schemeClr val="lt1"/>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Fallacies </a:t>
            </a:r>
            <a:endParaRPr/>
          </a:p>
        </p:txBody>
      </p:sp>
      <p:sp>
        <p:nvSpPr>
          <p:cNvPr id="257" name="Google Shape;257;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8. </a:t>
            </a:r>
            <a:r>
              <a:rPr b="1" lang="en"/>
              <a:t>Ad Hominem (Attacking the person and not the issue)</a:t>
            </a:r>
            <a:endParaRPr b="1"/>
          </a:p>
          <a:p>
            <a:pPr indent="-342900" lvl="0" marL="457200" rtl="0" algn="just">
              <a:lnSpc>
                <a:spcPct val="180000"/>
              </a:lnSpc>
              <a:spcBef>
                <a:spcPts val="1200"/>
              </a:spcBef>
              <a:spcAft>
                <a:spcPts val="0"/>
              </a:spcAft>
              <a:buSzPts val="1800"/>
              <a:buChar char="-"/>
            </a:pPr>
            <a:r>
              <a:rPr lang="en">
                <a:solidFill>
                  <a:schemeClr val="dk1"/>
                </a:solidFill>
                <a:highlight>
                  <a:srgbClr val="FFFFFF"/>
                </a:highlight>
              </a:rPr>
              <a:t>This is when a speaker or writer attacks the person who offers the argument rather than addressing the issue itself.</a:t>
            </a:r>
            <a:endParaRPr>
              <a:solidFill>
                <a:schemeClr val="dk1"/>
              </a:solidFill>
              <a:highlight>
                <a:srgbClr val="FFFFFF"/>
              </a:highlight>
            </a:endParaRPr>
          </a:p>
          <a:p>
            <a:pPr indent="0" lvl="0" marL="457200" rtl="0" algn="just">
              <a:lnSpc>
                <a:spcPct val="180000"/>
              </a:lnSpc>
              <a:spcBef>
                <a:spcPts val="0"/>
              </a:spcBef>
              <a:spcAft>
                <a:spcPts val="0"/>
              </a:spcAft>
              <a:buNone/>
            </a:pPr>
            <a:r>
              <a:rPr b="1" lang="en" sz="1200">
                <a:solidFill>
                  <a:schemeClr val="dk1"/>
                </a:solidFill>
                <a:highlight>
                  <a:srgbClr val="FFFFFF"/>
                </a:highlight>
                <a:latin typeface="Times New Roman"/>
                <a:ea typeface="Times New Roman"/>
                <a:cs typeface="Times New Roman"/>
                <a:sym typeface="Times New Roman"/>
              </a:rPr>
              <a:t>Example:</a:t>
            </a:r>
            <a:endParaRPr b="1" sz="1200">
              <a:solidFill>
                <a:schemeClr val="dk1"/>
              </a:solidFill>
              <a:highlight>
                <a:srgbClr val="FFFFFF"/>
              </a:highlight>
              <a:latin typeface="Times New Roman"/>
              <a:ea typeface="Times New Roman"/>
              <a:cs typeface="Times New Roman"/>
              <a:sym typeface="Times New Roman"/>
            </a:endParaRPr>
          </a:p>
          <a:p>
            <a:pPr indent="0" lvl="0" marL="457200" rtl="0" algn="just">
              <a:lnSpc>
                <a:spcPct val="18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	</a:t>
            </a:r>
            <a:r>
              <a:rPr i="1" lang="en" sz="1200">
                <a:solidFill>
                  <a:schemeClr val="dk1"/>
                </a:solidFill>
                <a:highlight>
                  <a:srgbClr val="FFFFFF"/>
                </a:highlight>
                <a:latin typeface="Times New Roman"/>
                <a:ea typeface="Times New Roman"/>
                <a:cs typeface="Times New Roman"/>
                <a:sym typeface="Times New Roman"/>
              </a:rPr>
              <a:t>It would be a mistake to take Ms Msosa’s objection to Mr Hara’s candidacy seriously. Ms 	Msosa is a recent divorcee, so she is naturally anti-men.</a:t>
            </a:r>
            <a:endParaRPr sz="12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SzPts val="1800"/>
              <a:buChar char="-"/>
            </a:pPr>
            <a:r>
              <a:rPr lang="en"/>
              <a:t>Msosa is being attacked on the basis of being divorced, instead of looking at the merit of her argument.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Fallacies</a:t>
            </a:r>
            <a:endParaRPr/>
          </a:p>
        </p:txBody>
      </p:sp>
      <p:sp>
        <p:nvSpPr>
          <p:cNvPr id="263" name="Google Shape;263;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9. False Dilemma (Either Or)</a:t>
            </a:r>
            <a:endParaRPr b="1"/>
          </a:p>
          <a:p>
            <a:pPr indent="-342900" lvl="0" marL="457200" rtl="0" algn="just">
              <a:lnSpc>
                <a:spcPct val="180000"/>
              </a:lnSpc>
              <a:spcBef>
                <a:spcPts val="1200"/>
              </a:spcBef>
              <a:spcAft>
                <a:spcPts val="0"/>
              </a:spcAft>
              <a:buClr>
                <a:schemeClr val="dk1"/>
              </a:buClr>
              <a:buSzPts val="1800"/>
              <a:buChar char="-"/>
            </a:pPr>
            <a:r>
              <a:rPr lang="en">
                <a:solidFill>
                  <a:schemeClr val="dk1"/>
                </a:solidFill>
                <a:highlight>
                  <a:srgbClr val="FFFFFF"/>
                </a:highlight>
              </a:rPr>
              <a:t>This is when a speaker or writer offers only two options for dealing with a situation, ignoring other possible options.</a:t>
            </a:r>
            <a:endParaRPr>
              <a:solidFill>
                <a:schemeClr val="dk1"/>
              </a:solidFill>
              <a:highlight>
                <a:srgbClr val="FFFFFF"/>
              </a:highlight>
            </a:endParaRPr>
          </a:p>
          <a:p>
            <a:pPr indent="0" lvl="0" marL="457200" rtl="0" algn="just">
              <a:lnSpc>
                <a:spcPct val="180000"/>
              </a:lnSpc>
              <a:spcBef>
                <a:spcPts val="0"/>
              </a:spcBef>
              <a:spcAft>
                <a:spcPts val="0"/>
              </a:spcAft>
              <a:buClr>
                <a:schemeClr val="dk1"/>
              </a:buClr>
              <a:buSzPts val="1100"/>
              <a:buFont typeface="Arial"/>
              <a:buNone/>
            </a:pPr>
            <a:r>
              <a:rPr b="1" lang="en">
                <a:solidFill>
                  <a:schemeClr val="dk1"/>
                </a:solidFill>
                <a:highlight>
                  <a:srgbClr val="FFFFFF"/>
                </a:highlight>
              </a:rPr>
              <a:t>Example:	</a:t>
            </a:r>
            <a:endParaRPr b="1">
              <a:solidFill>
                <a:schemeClr val="dk1"/>
              </a:solidFill>
              <a:highlight>
                <a:srgbClr val="FFFFFF"/>
              </a:highlight>
            </a:endParaRPr>
          </a:p>
          <a:p>
            <a:pPr indent="0" lvl="0" marL="457200" rtl="0" algn="just">
              <a:lnSpc>
                <a:spcPct val="180000"/>
              </a:lnSpc>
              <a:spcBef>
                <a:spcPts val="0"/>
              </a:spcBef>
              <a:spcAft>
                <a:spcPts val="0"/>
              </a:spcAft>
              <a:buNone/>
            </a:pPr>
            <a:r>
              <a:rPr i="1" lang="en">
                <a:solidFill>
                  <a:schemeClr val="dk1"/>
                </a:solidFill>
                <a:highlight>
                  <a:srgbClr val="FFFFFF"/>
                </a:highlight>
              </a:rPr>
              <a:t>Mzuzu prison is badly overcrowded. Either the government must extend the prison or at 	least 25 percent of the inmates must be released by the president during this year’s independence anniversary.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Fallacies</a:t>
            </a:r>
            <a:endParaRPr/>
          </a:p>
        </p:txBody>
      </p:sp>
      <p:sp>
        <p:nvSpPr>
          <p:cNvPr id="269" name="Google Shape;269;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10. </a:t>
            </a:r>
            <a:r>
              <a:rPr b="1" lang="en"/>
              <a:t>Appeal to Tradition</a:t>
            </a:r>
            <a:endParaRPr b="1"/>
          </a:p>
          <a:p>
            <a:pPr indent="-342900" lvl="0" marL="457200" rtl="0" algn="l">
              <a:spcBef>
                <a:spcPts val="1200"/>
              </a:spcBef>
              <a:spcAft>
                <a:spcPts val="0"/>
              </a:spcAft>
              <a:buClr>
                <a:schemeClr val="dk1"/>
              </a:buClr>
              <a:buSzPts val="1800"/>
              <a:buChar char="-"/>
            </a:pPr>
            <a:r>
              <a:rPr lang="en">
                <a:solidFill>
                  <a:schemeClr val="dk1"/>
                </a:solidFill>
                <a:highlight>
                  <a:srgbClr val="FFFFFF"/>
                </a:highlight>
              </a:rPr>
              <a:t>This occurs when it is assumed that something is better or correct simply because it is older, traditional or that it has always been done that way.</a:t>
            </a:r>
            <a:endParaRPr>
              <a:solidFill>
                <a:schemeClr val="dk1"/>
              </a:solidFill>
              <a:highlight>
                <a:srgbClr val="FFFFFF"/>
              </a:highlight>
            </a:endParaRPr>
          </a:p>
          <a:p>
            <a:pPr indent="0" lvl="0" marL="457200" rtl="0" algn="just">
              <a:lnSpc>
                <a:spcPct val="180000"/>
              </a:lnSpc>
              <a:spcBef>
                <a:spcPts val="1200"/>
              </a:spcBef>
              <a:spcAft>
                <a:spcPts val="0"/>
              </a:spcAft>
              <a:buClr>
                <a:schemeClr val="dk1"/>
              </a:buClr>
              <a:buSzPts val="1100"/>
              <a:buFont typeface="Arial"/>
              <a:buNone/>
            </a:pPr>
            <a:r>
              <a:rPr b="1" lang="en">
                <a:solidFill>
                  <a:schemeClr val="dk1"/>
                </a:solidFill>
                <a:highlight>
                  <a:srgbClr val="FFFFFF"/>
                </a:highlight>
              </a:rPr>
              <a:t>Example:</a:t>
            </a:r>
            <a:endParaRPr b="1">
              <a:solidFill>
                <a:schemeClr val="dk1"/>
              </a:solidFill>
              <a:highlight>
                <a:srgbClr val="FFFFFF"/>
              </a:highlight>
            </a:endParaRPr>
          </a:p>
          <a:p>
            <a:pPr indent="0" lvl="0" marL="457200" rtl="0" algn="just">
              <a:lnSpc>
                <a:spcPct val="180000"/>
              </a:lnSpc>
              <a:spcBef>
                <a:spcPts val="0"/>
              </a:spcBef>
              <a:spcAft>
                <a:spcPts val="0"/>
              </a:spcAft>
              <a:buClr>
                <a:schemeClr val="dk1"/>
              </a:buClr>
              <a:buSzPts val="1100"/>
              <a:buFont typeface="Arial"/>
              <a:buNone/>
            </a:pPr>
            <a:r>
              <a:rPr i="1" lang="en">
                <a:solidFill>
                  <a:schemeClr val="dk1"/>
                </a:solidFill>
                <a:highlight>
                  <a:srgbClr val="FFFFFF"/>
                </a:highlight>
              </a:rPr>
              <a:t>Dictatorship is the best system of government. We have had this system of government for 50 years and no one has talked about changing it in all that time. After all, why else would it last long?</a:t>
            </a:r>
            <a:endParaRPr i="1">
              <a:solidFill>
                <a:schemeClr val="dk1"/>
              </a:solidFill>
              <a:highlight>
                <a:srgbClr val="FFFFFF"/>
              </a:highlight>
            </a:endParaRPr>
          </a:p>
          <a:p>
            <a:pPr indent="0" lvl="0" marL="0" rtl="0" algn="l">
              <a:spcBef>
                <a:spcPts val="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Fallacies</a:t>
            </a:r>
            <a:endParaRPr/>
          </a:p>
        </p:txBody>
      </p:sp>
      <p:sp>
        <p:nvSpPr>
          <p:cNvPr id="275" name="Google Shape;275;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11. </a:t>
            </a:r>
            <a:r>
              <a:rPr b="1" lang="en">
                <a:solidFill>
                  <a:schemeClr val="dk1"/>
                </a:solidFill>
                <a:highlight>
                  <a:srgbClr val="FFFFFF"/>
                </a:highlight>
              </a:rPr>
              <a:t>Appeal to pity (Ad Misericordiam)</a:t>
            </a:r>
            <a:endParaRPr b="1">
              <a:solidFill>
                <a:schemeClr val="dk1"/>
              </a:solidFill>
              <a:highlight>
                <a:srgbClr val="FFFFFF"/>
              </a:highlight>
            </a:endParaRPr>
          </a:p>
          <a:p>
            <a:pPr indent="-334327" lvl="0" marL="457200" rtl="0" algn="just">
              <a:lnSpc>
                <a:spcPct val="180000"/>
              </a:lnSpc>
              <a:spcBef>
                <a:spcPts val="1200"/>
              </a:spcBef>
              <a:spcAft>
                <a:spcPts val="0"/>
              </a:spcAft>
              <a:buClr>
                <a:schemeClr val="dk1"/>
              </a:buClr>
              <a:buSzPct val="100000"/>
              <a:buChar char="-"/>
            </a:pPr>
            <a:r>
              <a:rPr lang="en">
                <a:solidFill>
                  <a:schemeClr val="dk1"/>
                </a:solidFill>
                <a:highlight>
                  <a:srgbClr val="FFFFFF"/>
                </a:highlight>
              </a:rPr>
              <a:t>This is when a person substitutes a claim intended to create pity for evidence in an argument.</a:t>
            </a:r>
            <a:endParaRPr>
              <a:solidFill>
                <a:schemeClr val="dk1"/>
              </a:solidFill>
              <a:highlight>
                <a:srgbClr val="FFFFFF"/>
              </a:highlight>
            </a:endParaRPr>
          </a:p>
          <a:p>
            <a:pPr indent="0" lvl="0" marL="457200" rtl="0" algn="just">
              <a:lnSpc>
                <a:spcPct val="180000"/>
              </a:lnSpc>
              <a:spcBef>
                <a:spcPts val="0"/>
              </a:spcBef>
              <a:spcAft>
                <a:spcPts val="0"/>
              </a:spcAft>
              <a:buClr>
                <a:schemeClr val="dk1"/>
              </a:buClr>
              <a:buSzPct val="61111"/>
              <a:buFont typeface="Arial"/>
              <a:buNone/>
            </a:pPr>
            <a:r>
              <a:rPr b="1" lang="en">
                <a:solidFill>
                  <a:schemeClr val="dk1"/>
                </a:solidFill>
                <a:highlight>
                  <a:srgbClr val="FFFFFF"/>
                </a:highlight>
              </a:rPr>
              <a:t>Example:</a:t>
            </a:r>
            <a:endParaRPr b="1">
              <a:solidFill>
                <a:schemeClr val="dk1"/>
              </a:solidFill>
              <a:highlight>
                <a:srgbClr val="FFFFFF"/>
              </a:highlight>
            </a:endParaRPr>
          </a:p>
          <a:p>
            <a:pPr indent="0" lvl="0" marL="1143000" rtl="0" algn="just">
              <a:lnSpc>
                <a:spcPct val="180000"/>
              </a:lnSpc>
              <a:spcBef>
                <a:spcPts val="0"/>
              </a:spcBef>
              <a:spcAft>
                <a:spcPts val="0"/>
              </a:spcAft>
              <a:buClr>
                <a:schemeClr val="dk1"/>
              </a:buClr>
              <a:buSzPct val="61111"/>
              <a:buFont typeface="Arial"/>
              <a:buNone/>
            </a:pPr>
            <a:r>
              <a:rPr i="1" lang="en">
                <a:solidFill>
                  <a:schemeClr val="dk1"/>
                </a:solidFill>
                <a:highlight>
                  <a:srgbClr val="FFFFFF"/>
                </a:highlight>
              </a:rPr>
              <a:t>I’m positive that my application will meet your requirements. I really need the job since my mother is sick.</a:t>
            </a:r>
            <a:endParaRPr i="1">
              <a:solidFill>
                <a:schemeClr val="dk1"/>
              </a:solidFill>
              <a:highlight>
                <a:srgbClr val="FFFFFF"/>
              </a:highlight>
            </a:endParaRPr>
          </a:p>
          <a:p>
            <a:pPr indent="0" lvl="0" marL="1143000" rtl="0" algn="just">
              <a:lnSpc>
                <a:spcPct val="180000"/>
              </a:lnSpc>
              <a:spcBef>
                <a:spcPts val="0"/>
              </a:spcBef>
              <a:spcAft>
                <a:spcPts val="0"/>
              </a:spcAft>
              <a:buNone/>
            </a:pPr>
            <a:r>
              <a:rPr i="1" lang="en">
                <a:solidFill>
                  <a:schemeClr val="dk1"/>
                </a:solidFill>
                <a:highlight>
                  <a:srgbClr val="FFFFFF"/>
                </a:highlight>
              </a:rPr>
              <a:t>I should receive an ‘A’ in this class. After all if I do not get an ‘A’ I will not get the scholarship I want.</a:t>
            </a:r>
            <a:endParaRPr b="1">
              <a:solidFill>
                <a:schemeClr val="dk1"/>
              </a:solidFill>
              <a:highlight>
                <a:srgbClr val="FFFFFF"/>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5"/>
          <p:cNvSpPr txBox="1"/>
          <p:nvPr>
            <p:ph type="title"/>
          </p:nvPr>
        </p:nvSpPr>
        <p:spPr>
          <a:xfrm>
            <a:off x="324475" y="148225"/>
            <a:ext cx="5244900" cy="1373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Types of Fallacies</a:t>
            </a:r>
            <a:endParaRPr/>
          </a:p>
        </p:txBody>
      </p:sp>
      <p:sp>
        <p:nvSpPr>
          <p:cNvPr id="281" name="Google Shape;281;p45"/>
          <p:cNvSpPr txBox="1"/>
          <p:nvPr>
            <p:ph idx="1" type="body"/>
          </p:nvPr>
        </p:nvSpPr>
        <p:spPr>
          <a:xfrm>
            <a:off x="324475" y="1920450"/>
            <a:ext cx="8494800" cy="2704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12. </a:t>
            </a:r>
            <a:r>
              <a:rPr b="1" lang="en"/>
              <a:t>Slippery Slope (Camel’s Nose)</a:t>
            </a:r>
            <a:endParaRPr b="1"/>
          </a:p>
          <a:p>
            <a:pPr indent="-325755" lvl="0" marL="457200" rtl="0" algn="l">
              <a:spcBef>
                <a:spcPts val="1600"/>
              </a:spcBef>
              <a:spcAft>
                <a:spcPts val="0"/>
              </a:spcAft>
              <a:buSzPct val="100000"/>
              <a:buChar char="-"/>
            </a:pPr>
            <a:r>
              <a:rPr lang="en"/>
              <a:t>Here, the person asserts that some event must inevitably follow from another without argument for the inevitability of the event in question. </a:t>
            </a:r>
            <a:endParaRPr/>
          </a:p>
          <a:p>
            <a:pPr indent="-325755" lvl="0" marL="457200" rtl="0" algn="l">
              <a:spcBef>
                <a:spcPts val="0"/>
              </a:spcBef>
              <a:spcAft>
                <a:spcPts val="0"/>
              </a:spcAft>
              <a:buSzPct val="100000"/>
              <a:buChar char="-"/>
            </a:pPr>
            <a:r>
              <a:rPr lang="en"/>
              <a:t>In other words, it is when you foresee an inevitable and catastrophic chain of events that would follow from taking a first, apparently harmless step (i.e. once we put a foot on that slippery slope, we are doomed to slide out of sight.</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6"/>
          <p:cNvSpPr txBox="1"/>
          <p:nvPr>
            <p:ph type="title"/>
          </p:nvPr>
        </p:nvSpPr>
        <p:spPr>
          <a:xfrm>
            <a:off x="324475" y="148225"/>
            <a:ext cx="3559500" cy="1373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Slippery Slope</a:t>
            </a:r>
            <a:endParaRPr/>
          </a:p>
        </p:txBody>
      </p:sp>
      <p:sp>
        <p:nvSpPr>
          <p:cNvPr id="287" name="Google Shape;287;p46"/>
          <p:cNvSpPr txBox="1"/>
          <p:nvPr>
            <p:ph idx="1" type="body"/>
          </p:nvPr>
        </p:nvSpPr>
        <p:spPr>
          <a:xfrm>
            <a:off x="324475" y="1920450"/>
            <a:ext cx="8494800" cy="27042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b="1" lang="en"/>
              <a:t>Example:</a:t>
            </a:r>
            <a:endParaRPr b="1"/>
          </a:p>
          <a:p>
            <a:pPr indent="-342900" lvl="0" marL="457200" rtl="0" algn="l">
              <a:spcBef>
                <a:spcPts val="1600"/>
              </a:spcBef>
              <a:spcAft>
                <a:spcPts val="0"/>
              </a:spcAft>
              <a:buSzPts val="1800"/>
              <a:buAutoNum type="alphaLcPeriod"/>
            </a:pPr>
            <a:r>
              <a:rPr i="1" lang="en"/>
              <a:t>I cannot go to a bottle store because doing so will lead me into drinking and smoking and eventually will start going for prostitutes which will lead to contracting HIV/Aids</a:t>
            </a:r>
            <a:endParaRPr i="1"/>
          </a:p>
          <a:p>
            <a:pPr indent="-342900" lvl="0" marL="457200" rtl="0" algn="l">
              <a:spcBef>
                <a:spcPts val="0"/>
              </a:spcBef>
              <a:spcAft>
                <a:spcPts val="0"/>
              </a:spcAft>
              <a:buSzPts val="1800"/>
              <a:buAutoNum type="alphaLcPeriod"/>
            </a:pPr>
            <a:r>
              <a:rPr i="1" lang="en"/>
              <a:t>We have to stop them from banning pornography. Once they start banning one form of literature, they will never stop. Next thing you know, they will be banning all the books!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348300" y="428200"/>
            <a:ext cx="2351400" cy="439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Types of Fallacies</a:t>
            </a:r>
            <a:endParaRPr/>
          </a:p>
        </p:txBody>
      </p:sp>
      <p:sp>
        <p:nvSpPr>
          <p:cNvPr id="293" name="Google Shape;293;p47"/>
          <p:cNvSpPr txBox="1"/>
          <p:nvPr>
            <p:ph idx="1" type="body"/>
          </p:nvPr>
        </p:nvSpPr>
        <p:spPr>
          <a:xfrm>
            <a:off x="3539325" y="593900"/>
            <a:ext cx="5090400" cy="40116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13. </a:t>
            </a:r>
            <a:r>
              <a:rPr b="1" lang="en"/>
              <a:t>Bandwagon</a:t>
            </a:r>
            <a:endParaRPr b="1"/>
          </a:p>
          <a:p>
            <a:pPr indent="-310832" lvl="0" marL="457200" rtl="0" algn="l">
              <a:spcBef>
                <a:spcPts val="1600"/>
              </a:spcBef>
              <a:spcAft>
                <a:spcPts val="0"/>
              </a:spcAft>
              <a:buSzPct val="100000"/>
              <a:buChar char="-"/>
            </a:pPr>
            <a:r>
              <a:rPr lang="en"/>
              <a:t>Is a fallacy in which a threat of rejection by one’s peers (peer pressure) is substituted for evidence in an argument.</a:t>
            </a:r>
            <a:endParaRPr/>
          </a:p>
          <a:p>
            <a:pPr indent="0" lvl="0" marL="457200" rtl="0" algn="l">
              <a:spcBef>
                <a:spcPts val="1600"/>
              </a:spcBef>
              <a:spcAft>
                <a:spcPts val="0"/>
              </a:spcAft>
              <a:buNone/>
            </a:pPr>
            <a:r>
              <a:rPr b="1" lang="en"/>
              <a:t>Example:</a:t>
            </a:r>
            <a:endParaRPr b="1"/>
          </a:p>
          <a:p>
            <a:pPr indent="0" lvl="0" marL="457200" rtl="0" algn="l">
              <a:spcBef>
                <a:spcPts val="1600"/>
              </a:spcBef>
              <a:spcAft>
                <a:spcPts val="0"/>
              </a:spcAft>
              <a:buNone/>
            </a:pPr>
            <a:r>
              <a:rPr lang="en"/>
              <a:t>	</a:t>
            </a:r>
            <a:r>
              <a:rPr b="1" i="1" lang="en"/>
              <a:t>John:</a:t>
            </a:r>
            <a:r>
              <a:rPr lang="en"/>
              <a:t> 	</a:t>
            </a:r>
            <a:r>
              <a:rPr i="1" lang="en"/>
              <a:t>I like Country and Western music and I think it’s of higher quality than  most modern music</a:t>
            </a:r>
            <a:endParaRPr i="1"/>
          </a:p>
          <a:p>
            <a:pPr indent="0" lvl="0" marL="457200" rtl="0" algn="l">
              <a:spcBef>
                <a:spcPts val="1600"/>
              </a:spcBef>
              <a:spcAft>
                <a:spcPts val="0"/>
              </a:spcAft>
              <a:buNone/>
            </a:pPr>
            <a:r>
              <a:rPr lang="en"/>
              <a:t>	</a:t>
            </a:r>
            <a:r>
              <a:rPr b="1" i="1" lang="en"/>
              <a:t>James:</a:t>
            </a:r>
            <a:r>
              <a:rPr lang="en"/>
              <a:t>	 </a:t>
            </a:r>
            <a:r>
              <a:rPr i="1" lang="en"/>
              <a:t>That stuff is for old people. It’s old fashioned</a:t>
            </a:r>
            <a:endParaRPr i="1"/>
          </a:p>
          <a:p>
            <a:pPr indent="0" lvl="0" marL="457200" rtl="0" algn="l">
              <a:spcBef>
                <a:spcPts val="1600"/>
              </a:spcBef>
              <a:spcAft>
                <a:spcPts val="0"/>
              </a:spcAft>
              <a:buNone/>
            </a:pPr>
            <a:r>
              <a:rPr lang="en"/>
              <a:t>	</a:t>
            </a:r>
            <a:r>
              <a:rPr b="1" i="1" lang="en"/>
              <a:t>Jim:</a:t>
            </a:r>
            <a:r>
              <a:rPr lang="en"/>
              <a:t>	</a:t>
            </a:r>
            <a:r>
              <a:rPr i="1" lang="en"/>
              <a:t>That’s true; only dull people listen to it. Besides, Pop is the best</a:t>
            </a:r>
            <a:endParaRPr i="1"/>
          </a:p>
          <a:p>
            <a:pPr indent="0" lvl="0" marL="457200" rtl="0" algn="l">
              <a:spcBef>
                <a:spcPts val="1600"/>
              </a:spcBef>
              <a:spcAft>
                <a:spcPts val="1600"/>
              </a:spcAft>
              <a:buNone/>
            </a:pPr>
            <a:r>
              <a:rPr lang="en"/>
              <a:t>	</a:t>
            </a:r>
            <a:r>
              <a:rPr b="1" i="1" lang="en"/>
              <a:t>John:</a:t>
            </a:r>
            <a:r>
              <a:rPr lang="en"/>
              <a:t>	</a:t>
            </a:r>
            <a:r>
              <a:rPr i="1" lang="en"/>
              <a:t>Well, I don’t really like it that much. Pop is much better</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811650" y="799739"/>
            <a:ext cx="6458400" cy="1479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t>Examples</a:t>
            </a:r>
            <a:endParaRPr b="1"/>
          </a:p>
        </p:txBody>
      </p:sp>
      <p:sp>
        <p:nvSpPr>
          <p:cNvPr id="299" name="Google Shape;299;p48"/>
          <p:cNvSpPr txBox="1"/>
          <p:nvPr>
            <p:ph idx="1" type="body"/>
          </p:nvPr>
        </p:nvSpPr>
        <p:spPr>
          <a:xfrm>
            <a:off x="811650" y="2432039"/>
            <a:ext cx="6458400" cy="2037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 am tired of all these sloppy students criticising their own university. 	What I say is this, Mzuni- love it or leave. And since these people obviously don’t want to leave the campus they should love it instead of criticising it.</a:t>
            </a:r>
            <a:endParaRPr/>
          </a:p>
          <a:p>
            <a:pPr indent="-342900" lvl="0" marL="34290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705600" y="1415400"/>
            <a:ext cx="3394200" cy="2249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Examples: Ad Hominem</a:t>
            </a:r>
            <a:endParaRPr/>
          </a:p>
        </p:txBody>
      </p:sp>
      <p:sp>
        <p:nvSpPr>
          <p:cNvPr id="305" name="Google Shape;305;p49"/>
          <p:cNvSpPr txBox="1"/>
          <p:nvPr>
            <p:ph idx="1" type="body"/>
          </p:nvPr>
        </p:nvSpPr>
        <p:spPr>
          <a:xfrm>
            <a:off x="4252525" y="836250"/>
            <a:ext cx="4185900" cy="3408000"/>
          </a:xfrm>
          <a:prstGeom prst="rect">
            <a:avLst/>
          </a:prstGeom>
        </p:spPr>
        <p:txBody>
          <a:bodyPr anchorCtr="0" anchor="ctr" bIns="91425" lIns="91425" spcFirstLastPara="1" rIns="91425" wrap="square" tIns="91425">
            <a:normAutofit lnSpcReduction="10000"/>
          </a:bodyPr>
          <a:lstStyle/>
          <a:p>
            <a:pPr indent="-317500" lvl="0" marL="457200" rtl="0" algn="l">
              <a:spcBef>
                <a:spcPts val="0"/>
              </a:spcBef>
              <a:spcAft>
                <a:spcPts val="0"/>
              </a:spcAft>
              <a:buSzPts val="1400"/>
              <a:buChar char="●"/>
            </a:pPr>
            <a:r>
              <a:rPr lang="en"/>
              <a:t>That face cream can't be good. Kim Kardashian is selling it.</a:t>
            </a:r>
            <a:endParaRPr/>
          </a:p>
          <a:p>
            <a:pPr indent="-317500" lvl="0" marL="457200" rtl="0" algn="l">
              <a:spcBef>
                <a:spcPts val="0"/>
              </a:spcBef>
              <a:spcAft>
                <a:spcPts val="0"/>
              </a:spcAft>
              <a:buSzPts val="1400"/>
              <a:buChar char="●"/>
            </a:pPr>
            <a:r>
              <a:rPr lang="en"/>
              <a:t>Don't listen to Dave's argument on gun control. He's not the brightest bulb in the chandelier</a:t>
            </a:r>
            <a:endParaRPr/>
          </a:p>
          <a:p>
            <a:pPr indent="-317500" lvl="0" marL="457200" rtl="0" algn="l">
              <a:spcBef>
                <a:spcPts val="0"/>
              </a:spcBef>
              <a:spcAft>
                <a:spcPts val="0"/>
              </a:spcAft>
              <a:buSzPts val="1400"/>
              <a:buChar char="●"/>
            </a:pPr>
            <a:r>
              <a:rPr lang="en"/>
              <a:t>Dumisani and Kelvin each own a diner in the same town. Although they provide similar services, Francis reminds his potential customers that Howard doesn't take part in community events as often as Francis does. Therefore, Francis states that customers should choose his diner over Howard’s because Howard doesn't volunteer in the community as much as Francis.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232550" y="609450"/>
            <a:ext cx="6355200" cy="877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Examples: Appeal to Pity</a:t>
            </a:r>
            <a:endParaRPr/>
          </a:p>
        </p:txBody>
      </p:sp>
      <p:sp>
        <p:nvSpPr>
          <p:cNvPr id="311" name="Google Shape;311;p50"/>
          <p:cNvSpPr txBox="1"/>
          <p:nvPr>
            <p:ph idx="1" type="body"/>
          </p:nvPr>
        </p:nvSpPr>
        <p:spPr>
          <a:xfrm>
            <a:off x="308775" y="2286000"/>
            <a:ext cx="2690400" cy="2248200"/>
          </a:xfrm>
          <a:prstGeom prst="rect">
            <a:avLst/>
          </a:prstGeom>
        </p:spPr>
        <p:txBody>
          <a:bodyPr anchorCtr="0" anchor="t" bIns="91425" lIns="91425" spcFirstLastPara="1" rIns="91425" wrap="square" tIns="91425">
            <a:normAutofit/>
          </a:bodyPr>
          <a:lstStyle/>
          <a:p>
            <a:pPr indent="0" lvl="0" marL="0" rtl="0" algn="l">
              <a:spcBef>
                <a:spcPts val="0"/>
              </a:spcBef>
              <a:spcAft>
                <a:spcPts val="1600"/>
              </a:spcAft>
              <a:buNone/>
            </a:pPr>
            <a:r>
              <a:rPr lang="en"/>
              <a:t>A Non-governmental organization showing starving children in Africa before asking for donations to feed them.</a:t>
            </a:r>
            <a:endParaRPr/>
          </a:p>
        </p:txBody>
      </p:sp>
      <p:sp>
        <p:nvSpPr>
          <p:cNvPr id="312" name="Google Shape;312;p50"/>
          <p:cNvSpPr txBox="1"/>
          <p:nvPr>
            <p:ph idx="2" type="body"/>
          </p:nvPr>
        </p:nvSpPr>
        <p:spPr>
          <a:xfrm>
            <a:off x="3226538" y="2286000"/>
            <a:ext cx="2690400" cy="2248200"/>
          </a:xfrm>
          <a:prstGeom prst="rect">
            <a:avLst/>
          </a:prstGeom>
        </p:spPr>
        <p:txBody>
          <a:bodyPr anchorCtr="0" anchor="t" bIns="91425" lIns="91425" spcFirstLastPara="1" rIns="91425" wrap="square" tIns="91425">
            <a:normAutofit/>
          </a:bodyPr>
          <a:lstStyle/>
          <a:p>
            <a:pPr indent="0" lvl="0" marL="0" rtl="0" algn="l">
              <a:spcBef>
                <a:spcPts val="0"/>
              </a:spcBef>
              <a:spcAft>
                <a:spcPts val="1600"/>
              </a:spcAft>
              <a:buNone/>
            </a:pPr>
            <a:r>
              <a:rPr lang="en"/>
              <a:t>Saying that you support a specific candidate for class president, only because he has recently been diagnosed with cancer.</a:t>
            </a:r>
            <a:endParaRPr/>
          </a:p>
        </p:txBody>
      </p:sp>
      <p:sp>
        <p:nvSpPr>
          <p:cNvPr id="313" name="Google Shape;313;p50"/>
          <p:cNvSpPr txBox="1"/>
          <p:nvPr>
            <p:ph idx="3" type="body"/>
          </p:nvPr>
        </p:nvSpPr>
        <p:spPr>
          <a:xfrm>
            <a:off x="6140563" y="2286000"/>
            <a:ext cx="2690400" cy="2248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600"/>
              </a:spcAft>
              <a:buNone/>
            </a:pPr>
            <a:r>
              <a:rPr lang="en"/>
              <a:t>When you did not finish an assignment on time, you tell your teacher about how your printer was out of ink, but that you didn't want to ask your mom to go to the store because she works nights, doesn't get much sleep, and she was sleeping.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