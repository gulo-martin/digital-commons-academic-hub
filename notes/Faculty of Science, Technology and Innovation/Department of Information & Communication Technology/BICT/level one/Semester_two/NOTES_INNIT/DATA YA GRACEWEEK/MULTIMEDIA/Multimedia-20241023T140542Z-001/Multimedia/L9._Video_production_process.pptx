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79" r:id="rId2"/>
    <p:sldId id="273" r:id="rId3"/>
    <p:sldId id="274" r:id="rId4"/>
    <p:sldId id="275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76" r:id="rId13"/>
    <p:sldId id="277" r:id="rId14"/>
    <p:sldId id="264" r:id="rId15"/>
    <p:sldId id="266" r:id="rId16"/>
    <p:sldId id="267" r:id="rId17"/>
    <p:sldId id="268" r:id="rId18"/>
    <p:sldId id="269" r:id="rId19"/>
    <p:sldId id="270" r:id="rId20"/>
    <p:sldId id="27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E205A3-6346-44D3-B630-B5777DA84642}" type="doc">
      <dgm:prSet loTypeId="urn:microsoft.com/office/officeart/2005/8/layout/bProcess4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8DB271D2-598F-4338-990B-C0886F5AEBD1}">
      <dgm:prSet phldrT="[Text]"/>
      <dgm:spPr/>
      <dgm:t>
        <a:bodyPr/>
        <a:lstStyle/>
        <a:p>
          <a:r>
            <a:rPr lang="en-US" b="1" dirty="0" smtClean="0"/>
            <a:t>Query</a:t>
          </a:r>
          <a:endParaRPr lang="en-US" b="1" dirty="0"/>
        </a:p>
      </dgm:t>
    </dgm:pt>
    <dgm:pt modelId="{5806EA19-6ED4-4233-B328-4E9F949C1BAD}" type="parTrans" cxnId="{6AB6E30D-D345-46D8-95C8-60B4A27CFEA3}">
      <dgm:prSet/>
      <dgm:spPr/>
      <dgm:t>
        <a:bodyPr/>
        <a:lstStyle/>
        <a:p>
          <a:endParaRPr lang="en-US"/>
        </a:p>
      </dgm:t>
    </dgm:pt>
    <dgm:pt modelId="{67CE98BC-831A-426D-B328-97419976E93C}" type="sibTrans" cxnId="{6AB6E30D-D345-46D8-95C8-60B4A27CFEA3}">
      <dgm:prSet/>
      <dgm:spPr/>
      <dgm:t>
        <a:bodyPr/>
        <a:lstStyle/>
        <a:p>
          <a:endParaRPr lang="en-US"/>
        </a:p>
      </dgm:t>
    </dgm:pt>
    <dgm:pt modelId="{BF1D8C7D-8DE3-4BDC-851B-8C73B49111BA}">
      <dgm:prSet phldrT="[Text]"/>
      <dgm:spPr/>
      <dgm:t>
        <a:bodyPr/>
        <a:lstStyle/>
        <a:p>
          <a:r>
            <a:rPr lang="en-US" b="1" dirty="0" smtClean="0"/>
            <a:t>Query Response</a:t>
          </a:r>
          <a:endParaRPr lang="en-US" b="1" dirty="0"/>
        </a:p>
      </dgm:t>
    </dgm:pt>
    <dgm:pt modelId="{70C20156-755D-4781-B6A7-6CD574CCAD55}" type="parTrans" cxnId="{463EDEE7-E3F7-4E7A-8164-DDDD14841DD4}">
      <dgm:prSet/>
      <dgm:spPr/>
      <dgm:t>
        <a:bodyPr/>
        <a:lstStyle/>
        <a:p>
          <a:endParaRPr lang="en-US"/>
        </a:p>
      </dgm:t>
    </dgm:pt>
    <dgm:pt modelId="{FCC8F8D4-8B78-49FE-B25D-1C11C6921A4E}" type="sibTrans" cxnId="{463EDEE7-E3F7-4E7A-8164-DDDD14841DD4}">
      <dgm:prSet/>
      <dgm:spPr/>
      <dgm:t>
        <a:bodyPr/>
        <a:lstStyle/>
        <a:p>
          <a:endParaRPr lang="en-US"/>
        </a:p>
      </dgm:t>
    </dgm:pt>
    <dgm:pt modelId="{D6FE3524-75FA-43EB-BEFA-DB4757503008}">
      <dgm:prSet phldrT="[Text]"/>
      <dgm:spPr/>
      <dgm:t>
        <a:bodyPr/>
        <a:lstStyle/>
        <a:p>
          <a:r>
            <a:rPr lang="en-US" b="1" dirty="0" smtClean="0"/>
            <a:t>Meeting</a:t>
          </a:r>
          <a:endParaRPr lang="en-US" b="1" dirty="0"/>
        </a:p>
      </dgm:t>
    </dgm:pt>
    <dgm:pt modelId="{1FA786C4-A31A-45DD-85FC-F38E19D943E6}" type="parTrans" cxnId="{057325B7-2091-4467-884E-C4C6F12645E5}">
      <dgm:prSet/>
      <dgm:spPr/>
      <dgm:t>
        <a:bodyPr/>
        <a:lstStyle/>
        <a:p>
          <a:endParaRPr lang="en-US"/>
        </a:p>
      </dgm:t>
    </dgm:pt>
    <dgm:pt modelId="{04C62036-991E-446A-9267-E8D04192D7C1}" type="sibTrans" cxnId="{057325B7-2091-4467-884E-C4C6F12645E5}">
      <dgm:prSet/>
      <dgm:spPr/>
      <dgm:t>
        <a:bodyPr/>
        <a:lstStyle/>
        <a:p>
          <a:endParaRPr lang="en-US"/>
        </a:p>
      </dgm:t>
    </dgm:pt>
    <dgm:pt modelId="{CCC20BAC-B1F8-4BBB-AF07-7BF1510AB0F9}">
      <dgm:prSet phldrT="[Text]"/>
      <dgm:spPr/>
      <dgm:t>
        <a:bodyPr/>
        <a:lstStyle/>
        <a:p>
          <a:r>
            <a:rPr lang="en-US" b="1" dirty="0" smtClean="0"/>
            <a:t>Storyboard</a:t>
          </a:r>
          <a:endParaRPr lang="en-US" b="1" dirty="0"/>
        </a:p>
      </dgm:t>
    </dgm:pt>
    <dgm:pt modelId="{B3D5477F-1036-4ADB-815C-4B8C8A45D104}" type="parTrans" cxnId="{F8E30973-A5CA-4470-9666-A79E0A5FD98A}">
      <dgm:prSet/>
      <dgm:spPr/>
      <dgm:t>
        <a:bodyPr/>
        <a:lstStyle/>
        <a:p>
          <a:endParaRPr lang="en-US"/>
        </a:p>
      </dgm:t>
    </dgm:pt>
    <dgm:pt modelId="{6E55BF7B-0CC1-416F-B556-9621D73F6B0F}" type="sibTrans" cxnId="{F8E30973-A5CA-4470-9666-A79E0A5FD98A}">
      <dgm:prSet/>
      <dgm:spPr/>
      <dgm:t>
        <a:bodyPr/>
        <a:lstStyle/>
        <a:p>
          <a:endParaRPr lang="en-US"/>
        </a:p>
      </dgm:t>
    </dgm:pt>
    <dgm:pt modelId="{BBF9A5F5-6AF1-4DCB-ABDF-BB42808604E5}">
      <dgm:prSet phldrT="[Text]"/>
      <dgm:spPr/>
      <dgm:t>
        <a:bodyPr/>
        <a:lstStyle/>
        <a:p>
          <a:r>
            <a:rPr lang="en-US" b="1" dirty="0" smtClean="0"/>
            <a:t>Concept</a:t>
          </a:r>
          <a:endParaRPr lang="en-US" b="1" dirty="0"/>
        </a:p>
      </dgm:t>
    </dgm:pt>
    <dgm:pt modelId="{ADAAE6F4-3D86-41A9-A5CA-1DBD9CD5F726}" type="parTrans" cxnId="{D1467BA9-639A-461D-A47A-5034DE8CF1E8}">
      <dgm:prSet/>
      <dgm:spPr/>
      <dgm:t>
        <a:bodyPr/>
        <a:lstStyle/>
        <a:p>
          <a:endParaRPr lang="en-US"/>
        </a:p>
      </dgm:t>
    </dgm:pt>
    <dgm:pt modelId="{3A8B588D-C7B4-47AE-8D4C-64E8EE782C92}" type="sibTrans" cxnId="{D1467BA9-639A-461D-A47A-5034DE8CF1E8}">
      <dgm:prSet/>
      <dgm:spPr/>
      <dgm:t>
        <a:bodyPr/>
        <a:lstStyle/>
        <a:p>
          <a:endParaRPr lang="en-US"/>
        </a:p>
      </dgm:t>
    </dgm:pt>
    <dgm:pt modelId="{F1487A01-926B-4F34-B1D1-EEE2B3207A9D}">
      <dgm:prSet phldrT="[Text]"/>
      <dgm:spPr/>
      <dgm:t>
        <a:bodyPr/>
        <a:lstStyle/>
        <a:p>
          <a:r>
            <a:rPr lang="en-US" b="1" dirty="0" smtClean="0"/>
            <a:t>Script</a:t>
          </a:r>
          <a:endParaRPr lang="en-US" b="1" dirty="0"/>
        </a:p>
      </dgm:t>
    </dgm:pt>
    <dgm:pt modelId="{80E2EBBE-0FF9-4CB9-B2FE-4D178980ED1D}" type="parTrans" cxnId="{46BA6299-2C4B-4C24-8F44-86D743F49E9A}">
      <dgm:prSet/>
      <dgm:spPr/>
      <dgm:t>
        <a:bodyPr/>
        <a:lstStyle/>
        <a:p>
          <a:endParaRPr lang="en-US"/>
        </a:p>
      </dgm:t>
    </dgm:pt>
    <dgm:pt modelId="{72B43EDB-0B76-493E-9029-C0EE2D90E2C5}" type="sibTrans" cxnId="{46BA6299-2C4B-4C24-8F44-86D743F49E9A}">
      <dgm:prSet/>
      <dgm:spPr/>
      <dgm:t>
        <a:bodyPr/>
        <a:lstStyle/>
        <a:p>
          <a:endParaRPr lang="en-US"/>
        </a:p>
      </dgm:t>
    </dgm:pt>
    <dgm:pt modelId="{08CF8BE6-05F2-42AA-A105-AAA0CBA355B5}">
      <dgm:prSet phldrT="[Text]"/>
      <dgm:spPr/>
      <dgm:t>
        <a:bodyPr/>
        <a:lstStyle/>
        <a:p>
          <a:r>
            <a:rPr lang="en-US" b="1" dirty="0" err="1" smtClean="0"/>
            <a:t>Recce</a:t>
          </a:r>
          <a:endParaRPr lang="en-US" b="1" dirty="0"/>
        </a:p>
      </dgm:t>
    </dgm:pt>
    <dgm:pt modelId="{0BBEABE7-521C-44DB-9915-9115E5DCDF0A}" type="parTrans" cxnId="{E664A930-880F-478C-A3DA-65075E74B69C}">
      <dgm:prSet/>
      <dgm:spPr/>
      <dgm:t>
        <a:bodyPr/>
        <a:lstStyle/>
        <a:p>
          <a:endParaRPr lang="en-US"/>
        </a:p>
      </dgm:t>
    </dgm:pt>
    <dgm:pt modelId="{2E6E5042-A62B-4CC0-9BC9-F69A55918098}" type="sibTrans" cxnId="{E664A930-880F-478C-A3DA-65075E74B69C}">
      <dgm:prSet/>
      <dgm:spPr/>
      <dgm:t>
        <a:bodyPr/>
        <a:lstStyle/>
        <a:p>
          <a:endParaRPr lang="en-US"/>
        </a:p>
      </dgm:t>
    </dgm:pt>
    <dgm:pt modelId="{6916E929-4913-4A86-8556-DDC857945913}">
      <dgm:prSet phldrT="[Text]"/>
      <dgm:spPr/>
      <dgm:t>
        <a:bodyPr/>
        <a:lstStyle/>
        <a:p>
          <a:r>
            <a:rPr lang="en-US" b="1" dirty="0" smtClean="0"/>
            <a:t>Shooting Schedule</a:t>
          </a:r>
          <a:endParaRPr lang="en-US" b="1" dirty="0"/>
        </a:p>
      </dgm:t>
    </dgm:pt>
    <dgm:pt modelId="{F3C880DB-5FF0-4805-BD75-CB787C600BC6}" type="parTrans" cxnId="{853591D2-0D4C-486E-97EF-A1C838D74DFF}">
      <dgm:prSet/>
      <dgm:spPr/>
      <dgm:t>
        <a:bodyPr/>
        <a:lstStyle/>
        <a:p>
          <a:endParaRPr lang="en-US"/>
        </a:p>
      </dgm:t>
    </dgm:pt>
    <dgm:pt modelId="{34364B77-A917-4152-9FB9-233738268960}" type="sibTrans" cxnId="{853591D2-0D4C-486E-97EF-A1C838D74DFF}">
      <dgm:prSet/>
      <dgm:spPr/>
      <dgm:t>
        <a:bodyPr/>
        <a:lstStyle/>
        <a:p>
          <a:endParaRPr lang="en-US"/>
        </a:p>
      </dgm:t>
    </dgm:pt>
    <dgm:pt modelId="{2F534735-5F5D-4E56-89C7-DF8C07F644FC}">
      <dgm:prSet phldrT="[Text]"/>
      <dgm:spPr/>
      <dgm:t>
        <a:bodyPr/>
        <a:lstStyle/>
        <a:p>
          <a:r>
            <a:rPr lang="en-US" b="1" dirty="0" smtClean="0"/>
            <a:t>Shooting</a:t>
          </a:r>
          <a:endParaRPr lang="en-US" b="1" dirty="0"/>
        </a:p>
      </dgm:t>
    </dgm:pt>
    <dgm:pt modelId="{D4FCB0AF-4206-47A1-9993-344D1445A30E}" type="parTrans" cxnId="{E8FB8D2F-9951-4154-B25F-9A2A4AF28705}">
      <dgm:prSet/>
      <dgm:spPr/>
      <dgm:t>
        <a:bodyPr/>
        <a:lstStyle/>
        <a:p>
          <a:endParaRPr lang="en-US"/>
        </a:p>
      </dgm:t>
    </dgm:pt>
    <dgm:pt modelId="{3A95E7DF-C209-441D-80A2-07277D29AD6A}" type="sibTrans" cxnId="{E8FB8D2F-9951-4154-B25F-9A2A4AF28705}">
      <dgm:prSet/>
      <dgm:spPr/>
      <dgm:t>
        <a:bodyPr/>
        <a:lstStyle/>
        <a:p>
          <a:endParaRPr lang="en-US"/>
        </a:p>
      </dgm:t>
    </dgm:pt>
    <dgm:pt modelId="{5F2DBE32-FF36-4E74-8FAD-5E2CE91F0BF6}" type="pres">
      <dgm:prSet presAssocID="{AEE205A3-6346-44D3-B630-B5777DA84642}" presName="Name0" presStyleCnt="0">
        <dgm:presLayoutVars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74D19DAD-4F88-461D-87EC-3AC63CF228FA}" type="pres">
      <dgm:prSet presAssocID="{8DB271D2-598F-4338-990B-C0886F5AEBD1}" presName="compNode" presStyleCnt="0"/>
      <dgm:spPr/>
      <dgm:t>
        <a:bodyPr/>
        <a:lstStyle/>
        <a:p>
          <a:endParaRPr lang="en-US"/>
        </a:p>
      </dgm:t>
    </dgm:pt>
    <dgm:pt modelId="{7BE96A5D-E90A-419D-9C46-4A3348B96C79}" type="pres">
      <dgm:prSet presAssocID="{8DB271D2-598F-4338-990B-C0886F5AEBD1}" presName="dummyConnPt" presStyleCnt="0"/>
      <dgm:spPr/>
      <dgm:t>
        <a:bodyPr/>
        <a:lstStyle/>
        <a:p>
          <a:endParaRPr lang="en-US"/>
        </a:p>
      </dgm:t>
    </dgm:pt>
    <dgm:pt modelId="{F855082D-D02A-4BA4-A76A-3AB0D70CE57F}" type="pres">
      <dgm:prSet presAssocID="{8DB271D2-598F-4338-990B-C0886F5AEBD1}" presName="node" presStyleLbl="node1" presStyleIdx="0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F6EB4A-4B88-4017-9E5B-0AC8B122CEB3}" type="pres">
      <dgm:prSet presAssocID="{67CE98BC-831A-426D-B328-97419976E93C}" presName="sibTrans" presStyleLbl="bgSibTrans2D1" presStyleIdx="0" presStyleCnt="8"/>
      <dgm:spPr/>
      <dgm:t>
        <a:bodyPr/>
        <a:lstStyle/>
        <a:p>
          <a:endParaRPr lang="en-US"/>
        </a:p>
      </dgm:t>
    </dgm:pt>
    <dgm:pt modelId="{A45B4C8F-75E8-44E7-BD3F-4C49D83C87BE}" type="pres">
      <dgm:prSet presAssocID="{BF1D8C7D-8DE3-4BDC-851B-8C73B49111BA}" presName="compNode" presStyleCnt="0"/>
      <dgm:spPr/>
      <dgm:t>
        <a:bodyPr/>
        <a:lstStyle/>
        <a:p>
          <a:endParaRPr lang="en-US"/>
        </a:p>
      </dgm:t>
    </dgm:pt>
    <dgm:pt modelId="{007C7CB0-1E5E-424A-866F-88ACE7C5FE43}" type="pres">
      <dgm:prSet presAssocID="{BF1D8C7D-8DE3-4BDC-851B-8C73B49111BA}" presName="dummyConnPt" presStyleCnt="0"/>
      <dgm:spPr/>
      <dgm:t>
        <a:bodyPr/>
        <a:lstStyle/>
        <a:p>
          <a:endParaRPr lang="en-US"/>
        </a:p>
      </dgm:t>
    </dgm:pt>
    <dgm:pt modelId="{DC2CC884-CDED-48EB-BD9F-D500B4DD732F}" type="pres">
      <dgm:prSet presAssocID="{BF1D8C7D-8DE3-4BDC-851B-8C73B49111BA}" presName="node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FC2852-5B41-41DF-91C7-9D17077C4692}" type="pres">
      <dgm:prSet presAssocID="{FCC8F8D4-8B78-49FE-B25D-1C11C6921A4E}" presName="sibTrans" presStyleLbl="bgSibTrans2D1" presStyleIdx="1" presStyleCnt="8"/>
      <dgm:spPr/>
      <dgm:t>
        <a:bodyPr/>
        <a:lstStyle/>
        <a:p>
          <a:endParaRPr lang="en-US"/>
        </a:p>
      </dgm:t>
    </dgm:pt>
    <dgm:pt modelId="{E1568996-1432-494A-8AE7-743D2129761F}" type="pres">
      <dgm:prSet presAssocID="{D6FE3524-75FA-43EB-BEFA-DB4757503008}" presName="compNode" presStyleCnt="0"/>
      <dgm:spPr/>
      <dgm:t>
        <a:bodyPr/>
        <a:lstStyle/>
        <a:p>
          <a:endParaRPr lang="en-US"/>
        </a:p>
      </dgm:t>
    </dgm:pt>
    <dgm:pt modelId="{1F474D0A-6C92-4F45-9595-567A213A88C8}" type="pres">
      <dgm:prSet presAssocID="{D6FE3524-75FA-43EB-BEFA-DB4757503008}" presName="dummyConnPt" presStyleCnt="0"/>
      <dgm:spPr/>
      <dgm:t>
        <a:bodyPr/>
        <a:lstStyle/>
        <a:p>
          <a:endParaRPr lang="en-US"/>
        </a:p>
      </dgm:t>
    </dgm:pt>
    <dgm:pt modelId="{9541C09E-F0F8-4AFA-A72A-5521AFE94BA1}" type="pres">
      <dgm:prSet presAssocID="{D6FE3524-75FA-43EB-BEFA-DB4757503008}" presName="node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DC3286E-B2F1-4700-839F-1C0EC1B6D835}" type="pres">
      <dgm:prSet presAssocID="{04C62036-991E-446A-9267-E8D04192D7C1}" presName="sibTrans" presStyleLbl="bgSibTrans2D1" presStyleIdx="2" presStyleCnt="8"/>
      <dgm:spPr/>
      <dgm:t>
        <a:bodyPr/>
        <a:lstStyle/>
        <a:p>
          <a:endParaRPr lang="en-US"/>
        </a:p>
      </dgm:t>
    </dgm:pt>
    <dgm:pt modelId="{6A190FFD-6E56-49D9-804A-AFE48C02888C}" type="pres">
      <dgm:prSet presAssocID="{CCC20BAC-B1F8-4BBB-AF07-7BF1510AB0F9}" presName="compNode" presStyleCnt="0"/>
      <dgm:spPr/>
      <dgm:t>
        <a:bodyPr/>
        <a:lstStyle/>
        <a:p>
          <a:endParaRPr lang="en-US"/>
        </a:p>
      </dgm:t>
    </dgm:pt>
    <dgm:pt modelId="{7D004C9F-1FAD-4EF0-8903-50281E55C3B8}" type="pres">
      <dgm:prSet presAssocID="{CCC20BAC-B1F8-4BBB-AF07-7BF1510AB0F9}" presName="dummyConnPt" presStyleCnt="0"/>
      <dgm:spPr/>
      <dgm:t>
        <a:bodyPr/>
        <a:lstStyle/>
        <a:p>
          <a:endParaRPr lang="en-US"/>
        </a:p>
      </dgm:t>
    </dgm:pt>
    <dgm:pt modelId="{7DD607BC-44E1-428F-8923-B0A8E49256D3}" type="pres">
      <dgm:prSet presAssocID="{CCC20BAC-B1F8-4BBB-AF07-7BF1510AB0F9}" presName="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A530331-ADD0-4F88-9366-A39637A69441}" type="pres">
      <dgm:prSet presAssocID="{6E55BF7B-0CC1-416F-B556-9621D73F6B0F}" presName="sibTrans" presStyleLbl="bgSibTrans2D1" presStyleIdx="3" presStyleCnt="8"/>
      <dgm:spPr/>
      <dgm:t>
        <a:bodyPr/>
        <a:lstStyle/>
        <a:p>
          <a:endParaRPr lang="en-US"/>
        </a:p>
      </dgm:t>
    </dgm:pt>
    <dgm:pt modelId="{C8C8483F-BFAE-43ED-B5CC-CE71FE51E192}" type="pres">
      <dgm:prSet presAssocID="{BBF9A5F5-6AF1-4DCB-ABDF-BB42808604E5}" presName="compNode" presStyleCnt="0"/>
      <dgm:spPr/>
      <dgm:t>
        <a:bodyPr/>
        <a:lstStyle/>
        <a:p>
          <a:endParaRPr lang="en-US"/>
        </a:p>
      </dgm:t>
    </dgm:pt>
    <dgm:pt modelId="{FC67729B-9302-4053-9AC0-501349722474}" type="pres">
      <dgm:prSet presAssocID="{BBF9A5F5-6AF1-4DCB-ABDF-BB42808604E5}" presName="dummyConnPt" presStyleCnt="0"/>
      <dgm:spPr/>
      <dgm:t>
        <a:bodyPr/>
        <a:lstStyle/>
        <a:p>
          <a:endParaRPr lang="en-US"/>
        </a:p>
      </dgm:t>
    </dgm:pt>
    <dgm:pt modelId="{18289961-C6FA-404C-AA70-FD3B58C1AD00}" type="pres">
      <dgm:prSet presAssocID="{BBF9A5F5-6AF1-4DCB-ABDF-BB42808604E5}" presName="node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DA9D90-6345-4C2A-BDAC-33D1D9F5CCC2}" type="pres">
      <dgm:prSet presAssocID="{3A8B588D-C7B4-47AE-8D4C-64E8EE782C92}" presName="sibTrans" presStyleLbl="bgSibTrans2D1" presStyleIdx="4" presStyleCnt="8"/>
      <dgm:spPr/>
      <dgm:t>
        <a:bodyPr/>
        <a:lstStyle/>
        <a:p>
          <a:endParaRPr lang="en-US"/>
        </a:p>
      </dgm:t>
    </dgm:pt>
    <dgm:pt modelId="{5942F353-A863-4BF4-B956-3CF5AFB10E13}" type="pres">
      <dgm:prSet presAssocID="{F1487A01-926B-4F34-B1D1-EEE2B3207A9D}" presName="compNode" presStyleCnt="0"/>
      <dgm:spPr/>
      <dgm:t>
        <a:bodyPr/>
        <a:lstStyle/>
        <a:p>
          <a:endParaRPr lang="en-US"/>
        </a:p>
      </dgm:t>
    </dgm:pt>
    <dgm:pt modelId="{7AED0CE3-4F77-4B57-8639-E632A44B23EF}" type="pres">
      <dgm:prSet presAssocID="{F1487A01-926B-4F34-B1D1-EEE2B3207A9D}" presName="dummyConnPt" presStyleCnt="0"/>
      <dgm:spPr/>
      <dgm:t>
        <a:bodyPr/>
        <a:lstStyle/>
        <a:p>
          <a:endParaRPr lang="en-US"/>
        </a:p>
      </dgm:t>
    </dgm:pt>
    <dgm:pt modelId="{02187978-FE99-464C-8943-27A960074EF1}" type="pres">
      <dgm:prSet presAssocID="{F1487A01-926B-4F34-B1D1-EEE2B3207A9D}" presName="node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85F680-12A8-42CC-8334-B7C18150729F}" type="pres">
      <dgm:prSet presAssocID="{72B43EDB-0B76-493E-9029-C0EE2D90E2C5}" presName="sibTrans" presStyleLbl="bgSibTrans2D1" presStyleIdx="5" presStyleCnt="8"/>
      <dgm:spPr/>
      <dgm:t>
        <a:bodyPr/>
        <a:lstStyle/>
        <a:p>
          <a:endParaRPr lang="en-US"/>
        </a:p>
      </dgm:t>
    </dgm:pt>
    <dgm:pt modelId="{F040F822-8988-4D6B-8A3B-256619E6FEB1}" type="pres">
      <dgm:prSet presAssocID="{08CF8BE6-05F2-42AA-A105-AAA0CBA355B5}" presName="compNode" presStyleCnt="0"/>
      <dgm:spPr/>
      <dgm:t>
        <a:bodyPr/>
        <a:lstStyle/>
        <a:p>
          <a:endParaRPr lang="en-US"/>
        </a:p>
      </dgm:t>
    </dgm:pt>
    <dgm:pt modelId="{2BB7043E-17CF-4B5E-BF0A-9E58B5DBD560}" type="pres">
      <dgm:prSet presAssocID="{08CF8BE6-05F2-42AA-A105-AAA0CBA355B5}" presName="dummyConnPt" presStyleCnt="0"/>
      <dgm:spPr/>
      <dgm:t>
        <a:bodyPr/>
        <a:lstStyle/>
        <a:p>
          <a:endParaRPr lang="en-US"/>
        </a:p>
      </dgm:t>
    </dgm:pt>
    <dgm:pt modelId="{24292ACB-6D40-4E29-9292-E17816C3690C}" type="pres">
      <dgm:prSet presAssocID="{08CF8BE6-05F2-42AA-A105-AAA0CBA355B5}" presName="node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E02AE0-6CDC-400C-8A0A-D83E64B81D11}" type="pres">
      <dgm:prSet presAssocID="{2E6E5042-A62B-4CC0-9BC9-F69A55918098}" presName="sibTrans" presStyleLbl="bgSibTrans2D1" presStyleIdx="6" presStyleCnt="8"/>
      <dgm:spPr/>
      <dgm:t>
        <a:bodyPr/>
        <a:lstStyle/>
        <a:p>
          <a:endParaRPr lang="en-US"/>
        </a:p>
      </dgm:t>
    </dgm:pt>
    <dgm:pt modelId="{BCE1E36E-9D60-4A06-B8D6-236181B834CD}" type="pres">
      <dgm:prSet presAssocID="{6916E929-4913-4A86-8556-DDC857945913}" presName="compNode" presStyleCnt="0"/>
      <dgm:spPr/>
      <dgm:t>
        <a:bodyPr/>
        <a:lstStyle/>
        <a:p>
          <a:endParaRPr lang="en-US"/>
        </a:p>
      </dgm:t>
    </dgm:pt>
    <dgm:pt modelId="{960C3959-FB81-46D0-A02F-AA30D846D966}" type="pres">
      <dgm:prSet presAssocID="{6916E929-4913-4A86-8556-DDC857945913}" presName="dummyConnPt" presStyleCnt="0"/>
      <dgm:spPr/>
      <dgm:t>
        <a:bodyPr/>
        <a:lstStyle/>
        <a:p>
          <a:endParaRPr lang="en-US"/>
        </a:p>
      </dgm:t>
    </dgm:pt>
    <dgm:pt modelId="{B7AF8140-4994-4DE2-83AC-3071BC1AFD31}" type="pres">
      <dgm:prSet presAssocID="{6916E929-4913-4A86-8556-DDC857945913}" presName="node" presStyleLbl="node1" presStyleIdx="7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AB3F6A-A3E0-4B96-8A6A-7ED36344FEA6}" type="pres">
      <dgm:prSet presAssocID="{34364B77-A917-4152-9FB9-233738268960}" presName="sibTrans" presStyleLbl="bgSibTrans2D1" presStyleIdx="7" presStyleCnt="8"/>
      <dgm:spPr/>
      <dgm:t>
        <a:bodyPr/>
        <a:lstStyle/>
        <a:p>
          <a:endParaRPr lang="en-US"/>
        </a:p>
      </dgm:t>
    </dgm:pt>
    <dgm:pt modelId="{5F2B54AA-568E-4FC8-8555-EC8DD295B6F0}" type="pres">
      <dgm:prSet presAssocID="{2F534735-5F5D-4E56-89C7-DF8C07F644FC}" presName="compNode" presStyleCnt="0"/>
      <dgm:spPr/>
      <dgm:t>
        <a:bodyPr/>
        <a:lstStyle/>
        <a:p>
          <a:endParaRPr lang="en-US"/>
        </a:p>
      </dgm:t>
    </dgm:pt>
    <dgm:pt modelId="{B5F873D2-F7C2-438A-A95C-09307934452E}" type="pres">
      <dgm:prSet presAssocID="{2F534735-5F5D-4E56-89C7-DF8C07F644FC}" presName="dummyConnPt" presStyleCnt="0"/>
      <dgm:spPr/>
      <dgm:t>
        <a:bodyPr/>
        <a:lstStyle/>
        <a:p>
          <a:endParaRPr lang="en-US"/>
        </a:p>
      </dgm:t>
    </dgm:pt>
    <dgm:pt modelId="{630E953D-CBE4-4AD4-9EF4-20E2786FF3B1}" type="pres">
      <dgm:prSet presAssocID="{2F534735-5F5D-4E56-89C7-DF8C07F644FC}" presName="node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6BA6299-2C4B-4C24-8F44-86D743F49E9A}" srcId="{AEE205A3-6346-44D3-B630-B5777DA84642}" destId="{F1487A01-926B-4F34-B1D1-EEE2B3207A9D}" srcOrd="5" destOrd="0" parTransId="{80E2EBBE-0FF9-4CB9-B2FE-4D178980ED1D}" sibTransId="{72B43EDB-0B76-493E-9029-C0EE2D90E2C5}"/>
    <dgm:cxn modelId="{DAFA8EED-1542-4D71-9CCF-CE986D7C63A4}" type="presOf" srcId="{34364B77-A917-4152-9FB9-233738268960}" destId="{5FAB3F6A-A3E0-4B96-8A6A-7ED36344FEA6}" srcOrd="0" destOrd="0" presId="urn:microsoft.com/office/officeart/2005/8/layout/bProcess4"/>
    <dgm:cxn modelId="{F62748BD-692A-4959-86F6-6245B77C3D25}" type="presOf" srcId="{F1487A01-926B-4F34-B1D1-EEE2B3207A9D}" destId="{02187978-FE99-464C-8943-27A960074EF1}" srcOrd="0" destOrd="0" presId="urn:microsoft.com/office/officeart/2005/8/layout/bProcess4"/>
    <dgm:cxn modelId="{84D32E88-526B-477D-B98C-3CF229D00865}" type="presOf" srcId="{04C62036-991E-446A-9267-E8D04192D7C1}" destId="{BDC3286E-B2F1-4700-839F-1C0EC1B6D835}" srcOrd="0" destOrd="0" presId="urn:microsoft.com/office/officeart/2005/8/layout/bProcess4"/>
    <dgm:cxn modelId="{6FF2FF56-DA2F-41F1-9198-2813FC619A2A}" type="presOf" srcId="{CCC20BAC-B1F8-4BBB-AF07-7BF1510AB0F9}" destId="{7DD607BC-44E1-428F-8923-B0A8E49256D3}" srcOrd="0" destOrd="0" presId="urn:microsoft.com/office/officeart/2005/8/layout/bProcess4"/>
    <dgm:cxn modelId="{D357170A-9EB0-405A-A3D1-A819D5BBF46A}" type="presOf" srcId="{D6FE3524-75FA-43EB-BEFA-DB4757503008}" destId="{9541C09E-F0F8-4AFA-A72A-5521AFE94BA1}" srcOrd="0" destOrd="0" presId="urn:microsoft.com/office/officeart/2005/8/layout/bProcess4"/>
    <dgm:cxn modelId="{E8FB8D2F-9951-4154-B25F-9A2A4AF28705}" srcId="{AEE205A3-6346-44D3-B630-B5777DA84642}" destId="{2F534735-5F5D-4E56-89C7-DF8C07F644FC}" srcOrd="8" destOrd="0" parTransId="{D4FCB0AF-4206-47A1-9993-344D1445A30E}" sibTransId="{3A95E7DF-C209-441D-80A2-07277D29AD6A}"/>
    <dgm:cxn modelId="{057325B7-2091-4467-884E-C4C6F12645E5}" srcId="{AEE205A3-6346-44D3-B630-B5777DA84642}" destId="{D6FE3524-75FA-43EB-BEFA-DB4757503008}" srcOrd="2" destOrd="0" parTransId="{1FA786C4-A31A-45DD-85FC-F38E19D943E6}" sibTransId="{04C62036-991E-446A-9267-E8D04192D7C1}"/>
    <dgm:cxn modelId="{DB4E40E3-1646-47D9-A874-A6BF923D2E74}" type="presOf" srcId="{BBF9A5F5-6AF1-4DCB-ABDF-BB42808604E5}" destId="{18289961-C6FA-404C-AA70-FD3B58C1AD00}" srcOrd="0" destOrd="0" presId="urn:microsoft.com/office/officeart/2005/8/layout/bProcess4"/>
    <dgm:cxn modelId="{463EDEE7-E3F7-4E7A-8164-DDDD14841DD4}" srcId="{AEE205A3-6346-44D3-B630-B5777DA84642}" destId="{BF1D8C7D-8DE3-4BDC-851B-8C73B49111BA}" srcOrd="1" destOrd="0" parTransId="{70C20156-755D-4781-B6A7-6CD574CCAD55}" sibTransId="{FCC8F8D4-8B78-49FE-B25D-1C11C6921A4E}"/>
    <dgm:cxn modelId="{6AB6E30D-D345-46D8-95C8-60B4A27CFEA3}" srcId="{AEE205A3-6346-44D3-B630-B5777DA84642}" destId="{8DB271D2-598F-4338-990B-C0886F5AEBD1}" srcOrd="0" destOrd="0" parTransId="{5806EA19-6ED4-4233-B328-4E9F949C1BAD}" sibTransId="{67CE98BC-831A-426D-B328-97419976E93C}"/>
    <dgm:cxn modelId="{853591D2-0D4C-486E-97EF-A1C838D74DFF}" srcId="{AEE205A3-6346-44D3-B630-B5777DA84642}" destId="{6916E929-4913-4A86-8556-DDC857945913}" srcOrd="7" destOrd="0" parTransId="{F3C880DB-5FF0-4805-BD75-CB787C600BC6}" sibTransId="{34364B77-A917-4152-9FB9-233738268960}"/>
    <dgm:cxn modelId="{8791F9B4-C370-44A8-8D78-F9B5E3DA5623}" type="presOf" srcId="{3A8B588D-C7B4-47AE-8D4C-64E8EE782C92}" destId="{CDDA9D90-6345-4C2A-BDAC-33D1D9F5CCC2}" srcOrd="0" destOrd="0" presId="urn:microsoft.com/office/officeart/2005/8/layout/bProcess4"/>
    <dgm:cxn modelId="{05CA69D7-0FFA-4F68-B474-D3A4AB194DCB}" type="presOf" srcId="{2E6E5042-A62B-4CC0-9BC9-F69A55918098}" destId="{44E02AE0-6CDC-400C-8A0A-D83E64B81D11}" srcOrd="0" destOrd="0" presId="urn:microsoft.com/office/officeart/2005/8/layout/bProcess4"/>
    <dgm:cxn modelId="{D6B31F95-771D-4C8F-97BF-AB6303F7C5CB}" type="presOf" srcId="{6E55BF7B-0CC1-416F-B556-9621D73F6B0F}" destId="{3A530331-ADD0-4F88-9366-A39637A69441}" srcOrd="0" destOrd="0" presId="urn:microsoft.com/office/officeart/2005/8/layout/bProcess4"/>
    <dgm:cxn modelId="{0B6B4854-AF97-4DD0-9567-BFC8658C48E9}" type="presOf" srcId="{FCC8F8D4-8B78-49FE-B25D-1C11C6921A4E}" destId="{F4FC2852-5B41-41DF-91C7-9D17077C4692}" srcOrd="0" destOrd="0" presId="urn:microsoft.com/office/officeart/2005/8/layout/bProcess4"/>
    <dgm:cxn modelId="{811E61CA-57A8-496C-B52E-E35BEE270B2B}" type="presOf" srcId="{72B43EDB-0B76-493E-9029-C0EE2D90E2C5}" destId="{8085F680-12A8-42CC-8334-B7C18150729F}" srcOrd="0" destOrd="0" presId="urn:microsoft.com/office/officeart/2005/8/layout/bProcess4"/>
    <dgm:cxn modelId="{7E53C07B-C105-4A4A-AF1B-1641731E65F0}" type="presOf" srcId="{2F534735-5F5D-4E56-89C7-DF8C07F644FC}" destId="{630E953D-CBE4-4AD4-9EF4-20E2786FF3B1}" srcOrd="0" destOrd="0" presId="urn:microsoft.com/office/officeart/2005/8/layout/bProcess4"/>
    <dgm:cxn modelId="{B11E2DB4-C91C-436F-8E2C-E145C3A61C2A}" type="presOf" srcId="{67CE98BC-831A-426D-B328-97419976E93C}" destId="{AAF6EB4A-4B88-4017-9E5B-0AC8B122CEB3}" srcOrd="0" destOrd="0" presId="urn:microsoft.com/office/officeart/2005/8/layout/bProcess4"/>
    <dgm:cxn modelId="{66F95382-26CB-48A4-A640-80ABD41CC9DE}" type="presOf" srcId="{8DB271D2-598F-4338-990B-C0886F5AEBD1}" destId="{F855082D-D02A-4BA4-A76A-3AB0D70CE57F}" srcOrd="0" destOrd="0" presId="urn:microsoft.com/office/officeart/2005/8/layout/bProcess4"/>
    <dgm:cxn modelId="{46AA3B85-DD34-4D0B-81A6-AE5049B594C4}" type="presOf" srcId="{6916E929-4913-4A86-8556-DDC857945913}" destId="{B7AF8140-4994-4DE2-83AC-3071BC1AFD31}" srcOrd="0" destOrd="0" presId="urn:microsoft.com/office/officeart/2005/8/layout/bProcess4"/>
    <dgm:cxn modelId="{8354315F-0A61-4BE2-8801-DE73F0F99105}" type="presOf" srcId="{AEE205A3-6346-44D3-B630-B5777DA84642}" destId="{5F2DBE32-FF36-4E74-8FAD-5E2CE91F0BF6}" srcOrd="0" destOrd="0" presId="urn:microsoft.com/office/officeart/2005/8/layout/bProcess4"/>
    <dgm:cxn modelId="{D1467BA9-639A-461D-A47A-5034DE8CF1E8}" srcId="{AEE205A3-6346-44D3-B630-B5777DA84642}" destId="{BBF9A5F5-6AF1-4DCB-ABDF-BB42808604E5}" srcOrd="4" destOrd="0" parTransId="{ADAAE6F4-3D86-41A9-A5CA-1DBD9CD5F726}" sibTransId="{3A8B588D-C7B4-47AE-8D4C-64E8EE782C92}"/>
    <dgm:cxn modelId="{A2C4B1A6-C586-47F7-A7AE-093C428FE1AF}" type="presOf" srcId="{08CF8BE6-05F2-42AA-A105-AAA0CBA355B5}" destId="{24292ACB-6D40-4E29-9292-E17816C3690C}" srcOrd="0" destOrd="0" presId="urn:microsoft.com/office/officeart/2005/8/layout/bProcess4"/>
    <dgm:cxn modelId="{F8E30973-A5CA-4470-9666-A79E0A5FD98A}" srcId="{AEE205A3-6346-44D3-B630-B5777DA84642}" destId="{CCC20BAC-B1F8-4BBB-AF07-7BF1510AB0F9}" srcOrd="3" destOrd="0" parTransId="{B3D5477F-1036-4ADB-815C-4B8C8A45D104}" sibTransId="{6E55BF7B-0CC1-416F-B556-9621D73F6B0F}"/>
    <dgm:cxn modelId="{6F916DD7-E48D-4C60-B09E-B9CD50CE7033}" type="presOf" srcId="{BF1D8C7D-8DE3-4BDC-851B-8C73B49111BA}" destId="{DC2CC884-CDED-48EB-BD9F-D500B4DD732F}" srcOrd="0" destOrd="0" presId="urn:microsoft.com/office/officeart/2005/8/layout/bProcess4"/>
    <dgm:cxn modelId="{E664A930-880F-478C-A3DA-65075E74B69C}" srcId="{AEE205A3-6346-44D3-B630-B5777DA84642}" destId="{08CF8BE6-05F2-42AA-A105-AAA0CBA355B5}" srcOrd="6" destOrd="0" parTransId="{0BBEABE7-521C-44DB-9915-9115E5DCDF0A}" sibTransId="{2E6E5042-A62B-4CC0-9BC9-F69A55918098}"/>
    <dgm:cxn modelId="{AC574D63-0014-4A1E-BBE8-BFA4CE325EB3}" type="presParOf" srcId="{5F2DBE32-FF36-4E74-8FAD-5E2CE91F0BF6}" destId="{74D19DAD-4F88-461D-87EC-3AC63CF228FA}" srcOrd="0" destOrd="0" presId="urn:microsoft.com/office/officeart/2005/8/layout/bProcess4"/>
    <dgm:cxn modelId="{C072C260-8C08-40E5-B088-45072AF1408B}" type="presParOf" srcId="{74D19DAD-4F88-461D-87EC-3AC63CF228FA}" destId="{7BE96A5D-E90A-419D-9C46-4A3348B96C79}" srcOrd="0" destOrd="0" presId="urn:microsoft.com/office/officeart/2005/8/layout/bProcess4"/>
    <dgm:cxn modelId="{512FDEA1-D457-4140-AF2F-BA442552227E}" type="presParOf" srcId="{74D19DAD-4F88-461D-87EC-3AC63CF228FA}" destId="{F855082D-D02A-4BA4-A76A-3AB0D70CE57F}" srcOrd="1" destOrd="0" presId="urn:microsoft.com/office/officeart/2005/8/layout/bProcess4"/>
    <dgm:cxn modelId="{9447130A-787C-4FED-A027-5B5931C43867}" type="presParOf" srcId="{5F2DBE32-FF36-4E74-8FAD-5E2CE91F0BF6}" destId="{AAF6EB4A-4B88-4017-9E5B-0AC8B122CEB3}" srcOrd="1" destOrd="0" presId="urn:microsoft.com/office/officeart/2005/8/layout/bProcess4"/>
    <dgm:cxn modelId="{7E5712D2-1088-4C7C-9BCB-0287B0831AB0}" type="presParOf" srcId="{5F2DBE32-FF36-4E74-8FAD-5E2CE91F0BF6}" destId="{A45B4C8F-75E8-44E7-BD3F-4C49D83C87BE}" srcOrd="2" destOrd="0" presId="urn:microsoft.com/office/officeart/2005/8/layout/bProcess4"/>
    <dgm:cxn modelId="{844B28EC-ED10-437E-9667-B3C220FC30D1}" type="presParOf" srcId="{A45B4C8F-75E8-44E7-BD3F-4C49D83C87BE}" destId="{007C7CB0-1E5E-424A-866F-88ACE7C5FE43}" srcOrd="0" destOrd="0" presId="urn:microsoft.com/office/officeart/2005/8/layout/bProcess4"/>
    <dgm:cxn modelId="{5F4457FB-6C21-4ABF-9EED-1A8548436543}" type="presParOf" srcId="{A45B4C8F-75E8-44E7-BD3F-4C49D83C87BE}" destId="{DC2CC884-CDED-48EB-BD9F-D500B4DD732F}" srcOrd="1" destOrd="0" presId="urn:microsoft.com/office/officeart/2005/8/layout/bProcess4"/>
    <dgm:cxn modelId="{54F8D8C6-45AE-41CC-8F1C-2C3CA370B8E3}" type="presParOf" srcId="{5F2DBE32-FF36-4E74-8FAD-5E2CE91F0BF6}" destId="{F4FC2852-5B41-41DF-91C7-9D17077C4692}" srcOrd="3" destOrd="0" presId="urn:microsoft.com/office/officeart/2005/8/layout/bProcess4"/>
    <dgm:cxn modelId="{95AD6105-5E58-4C9C-B298-36FE1E436470}" type="presParOf" srcId="{5F2DBE32-FF36-4E74-8FAD-5E2CE91F0BF6}" destId="{E1568996-1432-494A-8AE7-743D2129761F}" srcOrd="4" destOrd="0" presId="urn:microsoft.com/office/officeart/2005/8/layout/bProcess4"/>
    <dgm:cxn modelId="{BD2CF6F6-9441-4BC4-B24A-45029157A1F1}" type="presParOf" srcId="{E1568996-1432-494A-8AE7-743D2129761F}" destId="{1F474D0A-6C92-4F45-9595-567A213A88C8}" srcOrd="0" destOrd="0" presId="urn:microsoft.com/office/officeart/2005/8/layout/bProcess4"/>
    <dgm:cxn modelId="{90023127-CA58-4474-8747-14395F4BC6F4}" type="presParOf" srcId="{E1568996-1432-494A-8AE7-743D2129761F}" destId="{9541C09E-F0F8-4AFA-A72A-5521AFE94BA1}" srcOrd="1" destOrd="0" presId="urn:microsoft.com/office/officeart/2005/8/layout/bProcess4"/>
    <dgm:cxn modelId="{31D7E4CF-57D4-441E-B67C-5DDBEB3FC08A}" type="presParOf" srcId="{5F2DBE32-FF36-4E74-8FAD-5E2CE91F0BF6}" destId="{BDC3286E-B2F1-4700-839F-1C0EC1B6D835}" srcOrd="5" destOrd="0" presId="urn:microsoft.com/office/officeart/2005/8/layout/bProcess4"/>
    <dgm:cxn modelId="{E09D380C-C0B4-4DF9-BA11-6F4BEB35D666}" type="presParOf" srcId="{5F2DBE32-FF36-4E74-8FAD-5E2CE91F0BF6}" destId="{6A190FFD-6E56-49D9-804A-AFE48C02888C}" srcOrd="6" destOrd="0" presId="urn:microsoft.com/office/officeart/2005/8/layout/bProcess4"/>
    <dgm:cxn modelId="{D54E6E9F-BDB0-4551-A390-04A7783D7C31}" type="presParOf" srcId="{6A190FFD-6E56-49D9-804A-AFE48C02888C}" destId="{7D004C9F-1FAD-4EF0-8903-50281E55C3B8}" srcOrd="0" destOrd="0" presId="urn:microsoft.com/office/officeart/2005/8/layout/bProcess4"/>
    <dgm:cxn modelId="{E6B2BAFE-0F4D-4831-AEB0-EA7754514F19}" type="presParOf" srcId="{6A190FFD-6E56-49D9-804A-AFE48C02888C}" destId="{7DD607BC-44E1-428F-8923-B0A8E49256D3}" srcOrd="1" destOrd="0" presId="urn:microsoft.com/office/officeart/2005/8/layout/bProcess4"/>
    <dgm:cxn modelId="{5AC81E53-7861-46D2-8EAC-1C47594EADBD}" type="presParOf" srcId="{5F2DBE32-FF36-4E74-8FAD-5E2CE91F0BF6}" destId="{3A530331-ADD0-4F88-9366-A39637A69441}" srcOrd="7" destOrd="0" presId="urn:microsoft.com/office/officeart/2005/8/layout/bProcess4"/>
    <dgm:cxn modelId="{9A7DE5C8-FBA6-4315-BC26-0EF00CDAA5EE}" type="presParOf" srcId="{5F2DBE32-FF36-4E74-8FAD-5E2CE91F0BF6}" destId="{C8C8483F-BFAE-43ED-B5CC-CE71FE51E192}" srcOrd="8" destOrd="0" presId="urn:microsoft.com/office/officeart/2005/8/layout/bProcess4"/>
    <dgm:cxn modelId="{64CB7D00-8C52-4B7A-B504-97E509516E09}" type="presParOf" srcId="{C8C8483F-BFAE-43ED-B5CC-CE71FE51E192}" destId="{FC67729B-9302-4053-9AC0-501349722474}" srcOrd="0" destOrd="0" presId="urn:microsoft.com/office/officeart/2005/8/layout/bProcess4"/>
    <dgm:cxn modelId="{353346E8-C7CB-4A78-8354-0FC97B5B9E7F}" type="presParOf" srcId="{C8C8483F-BFAE-43ED-B5CC-CE71FE51E192}" destId="{18289961-C6FA-404C-AA70-FD3B58C1AD00}" srcOrd="1" destOrd="0" presId="urn:microsoft.com/office/officeart/2005/8/layout/bProcess4"/>
    <dgm:cxn modelId="{8BF593F7-3600-4E5C-80C0-E63E9A4C7317}" type="presParOf" srcId="{5F2DBE32-FF36-4E74-8FAD-5E2CE91F0BF6}" destId="{CDDA9D90-6345-4C2A-BDAC-33D1D9F5CCC2}" srcOrd="9" destOrd="0" presId="urn:microsoft.com/office/officeart/2005/8/layout/bProcess4"/>
    <dgm:cxn modelId="{B8D3B489-BBA4-4765-BABC-864AA60BEE00}" type="presParOf" srcId="{5F2DBE32-FF36-4E74-8FAD-5E2CE91F0BF6}" destId="{5942F353-A863-4BF4-B956-3CF5AFB10E13}" srcOrd="10" destOrd="0" presId="urn:microsoft.com/office/officeart/2005/8/layout/bProcess4"/>
    <dgm:cxn modelId="{6000EFBC-1BBF-484B-A99E-F28302200054}" type="presParOf" srcId="{5942F353-A863-4BF4-B956-3CF5AFB10E13}" destId="{7AED0CE3-4F77-4B57-8639-E632A44B23EF}" srcOrd="0" destOrd="0" presId="urn:microsoft.com/office/officeart/2005/8/layout/bProcess4"/>
    <dgm:cxn modelId="{CB605DD1-766E-4A62-9682-BAC0E65DB669}" type="presParOf" srcId="{5942F353-A863-4BF4-B956-3CF5AFB10E13}" destId="{02187978-FE99-464C-8943-27A960074EF1}" srcOrd="1" destOrd="0" presId="urn:microsoft.com/office/officeart/2005/8/layout/bProcess4"/>
    <dgm:cxn modelId="{F747CE89-FCA7-4BF9-BF27-F93F646CEA60}" type="presParOf" srcId="{5F2DBE32-FF36-4E74-8FAD-5E2CE91F0BF6}" destId="{8085F680-12A8-42CC-8334-B7C18150729F}" srcOrd="11" destOrd="0" presId="urn:microsoft.com/office/officeart/2005/8/layout/bProcess4"/>
    <dgm:cxn modelId="{79CF57C7-8F02-4084-B157-5833BF7F2474}" type="presParOf" srcId="{5F2DBE32-FF36-4E74-8FAD-5E2CE91F0BF6}" destId="{F040F822-8988-4D6B-8A3B-256619E6FEB1}" srcOrd="12" destOrd="0" presId="urn:microsoft.com/office/officeart/2005/8/layout/bProcess4"/>
    <dgm:cxn modelId="{D4E02682-B4DA-4D0E-86AE-E2073A47CD89}" type="presParOf" srcId="{F040F822-8988-4D6B-8A3B-256619E6FEB1}" destId="{2BB7043E-17CF-4B5E-BF0A-9E58B5DBD560}" srcOrd="0" destOrd="0" presId="urn:microsoft.com/office/officeart/2005/8/layout/bProcess4"/>
    <dgm:cxn modelId="{C1EED00A-D5A3-40AF-A4BB-E7195D0BBE09}" type="presParOf" srcId="{F040F822-8988-4D6B-8A3B-256619E6FEB1}" destId="{24292ACB-6D40-4E29-9292-E17816C3690C}" srcOrd="1" destOrd="0" presId="urn:microsoft.com/office/officeart/2005/8/layout/bProcess4"/>
    <dgm:cxn modelId="{D97440A6-FDFA-449B-9273-967400FCD270}" type="presParOf" srcId="{5F2DBE32-FF36-4E74-8FAD-5E2CE91F0BF6}" destId="{44E02AE0-6CDC-400C-8A0A-D83E64B81D11}" srcOrd="13" destOrd="0" presId="urn:microsoft.com/office/officeart/2005/8/layout/bProcess4"/>
    <dgm:cxn modelId="{E556A273-63BD-4E65-A201-A445251A885E}" type="presParOf" srcId="{5F2DBE32-FF36-4E74-8FAD-5E2CE91F0BF6}" destId="{BCE1E36E-9D60-4A06-B8D6-236181B834CD}" srcOrd="14" destOrd="0" presId="urn:microsoft.com/office/officeart/2005/8/layout/bProcess4"/>
    <dgm:cxn modelId="{3B7FCD59-B179-4168-8B59-D25B1B67F2FD}" type="presParOf" srcId="{BCE1E36E-9D60-4A06-B8D6-236181B834CD}" destId="{960C3959-FB81-46D0-A02F-AA30D846D966}" srcOrd="0" destOrd="0" presId="urn:microsoft.com/office/officeart/2005/8/layout/bProcess4"/>
    <dgm:cxn modelId="{A2C23391-DB13-4073-B4B7-142ED411CD96}" type="presParOf" srcId="{BCE1E36E-9D60-4A06-B8D6-236181B834CD}" destId="{B7AF8140-4994-4DE2-83AC-3071BC1AFD31}" srcOrd="1" destOrd="0" presId="urn:microsoft.com/office/officeart/2005/8/layout/bProcess4"/>
    <dgm:cxn modelId="{761CE02D-C279-4192-9DEF-47A34F551418}" type="presParOf" srcId="{5F2DBE32-FF36-4E74-8FAD-5E2CE91F0BF6}" destId="{5FAB3F6A-A3E0-4B96-8A6A-7ED36344FEA6}" srcOrd="15" destOrd="0" presId="urn:microsoft.com/office/officeart/2005/8/layout/bProcess4"/>
    <dgm:cxn modelId="{C6AC982D-C5D1-4F8A-A044-0D1C368777FA}" type="presParOf" srcId="{5F2DBE32-FF36-4E74-8FAD-5E2CE91F0BF6}" destId="{5F2B54AA-568E-4FC8-8555-EC8DD295B6F0}" srcOrd="16" destOrd="0" presId="urn:microsoft.com/office/officeart/2005/8/layout/bProcess4"/>
    <dgm:cxn modelId="{CDAED90B-E865-4C04-9AE3-B737A0832951}" type="presParOf" srcId="{5F2B54AA-568E-4FC8-8555-EC8DD295B6F0}" destId="{B5F873D2-F7C2-438A-A95C-09307934452E}" srcOrd="0" destOrd="0" presId="urn:microsoft.com/office/officeart/2005/8/layout/bProcess4"/>
    <dgm:cxn modelId="{8CFC61EB-9FCB-4F14-9F63-7CF1825D6ADF}" type="presParOf" srcId="{5F2B54AA-568E-4FC8-8555-EC8DD295B6F0}" destId="{630E953D-CBE4-4AD4-9EF4-20E2786FF3B1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E34E2CF-3869-42B9-AF3E-0615EE5431B1}" type="doc">
      <dgm:prSet loTypeId="urn:microsoft.com/office/officeart/2005/8/layout/radial3" loCatId="relationship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2105BFBC-36BF-4F6B-B59F-AC8170FEE064}">
      <dgm:prSet phldrT="[Text]"/>
      <dgm:spPr/>
      <dgm:t>
        <a:bodyPr/>
        <a:lstStyle/>
        <a:p>
          <a:r>
            <a:rPr lang="en-US" b="1" smtClean="0"/>
            <a:t>Shooting</a:t>
          </a:r>
          <a:endParaRPr lang="en-US" b="1" dirty="0"/>
        </a:p>
      </dgm:t>
    </dgm:pt>
    <dgm:pt modelId="{C17E1674-0F6D-4882-AB34-8F855149A47B}" type="parTrans" cxnId="{7C3930A2-0AD5-41BA-B25C-597FCA9826A1}">
      <dgm:prSet/>
      <dgm:spPr/>
      <dgm:t>
        <a:bodyPr/>
        <a:lstStyle/>
        <a:p>
          <a:endParaRPr lang="en-US"/>
        </a:p>
      </dgm:t>
    </dgm:pt>
    <dgm:pt modelId="{41522906-50E2-4B93-A308-B5651A3FCAE7}" type="sibTrans" cxnId="{7C3930A2-0AD5-41BA-B25C-597FCA9826A1}">
      <dgm:prSet/>
      <dgm:spPr/>
      <dgm:t>
        <a:bodyPr/>
        <a:lstStyle/>
        <a:p>
          <a:endParaRPr lang="en-US"/>
        </a:p>
      </dgm:t>
    </dgm:pt>
    <dgm:pt modelId="{28A3A366-ED12-416F-B145-B2276A7FAFB7}" type="pres">
      <dgm:prSet presAssocID="{DE34E2CF-3869-42B9-AF3E-0615EE5431B1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2C1F052-2351-485D-9559-55504C15E9C5}" type="pres">
      <dgm:prSet presAssocID="{DE34E2CF-3869-42B9-AF3E-0615EE5431B1}" presName="radial" presStyleCnt="0">
        <dgm:presLayoutVars>
          <dgm:animLvl val="ctr"/>
        </dgm:presLayoutVars>
      </dgm:prSet>
      <dgm:spPr/>
      <dgm:t>
        <a:bodyPr/>
        <a:lstStyle/>
        <a:p>
          <a:endParaRPr lang="en-US"/>
        </a:p>
      </dgm:t>
    </dgm:pt>
    <dgm:pt modelId="{7FDAF8D9-4408-46D3-B9DC-516F95E7371A}" type="pres">
      <dgm:prSet presAssocID="{2105BFBC-36BF-4F6B-B59F-AC8170FEE064}" presName="centerShape" presStyleLbl="vennNode1" presStyleIdx="0" presStyleCnt="1" custLinFactNeighborX="-3128"/>
      <dgm:spPr/>
      <dgm:t>
        <a:bodyPr/>
        <a:lstStyle/>
        <a:p>
          <a:endParaRPr lang="en-US"/>
        </a:p>
      </dgm:t>
    </dgm:pt>
  </dgm:ptLst>
  <dgm:cxnLst>
    <dgm:cxn modelId="{71B8C24C-5A0B-4724-A80F-F05CE7183993}" type="presOf" srcId="{DE34E2CF-3869-42B9-AF3E-0615EE5431B1}" destId="{28A3A366-ED12-416F-B145-B2276A7FAFB7}" srcOrd="0" destOrd="0" presId="urn:microsoft.com/office/officeart/2005/8/layout/radial3"/>
    <dgm:cxn modelId="{7C3930A2-0AD5-41BA-B25C-597FCA9826A1}" srcId="{DE34E2CF-3869-42B9-AF3E-0615EE5431B1}" destId="{2105BFBC-36BF-4F6B-B59F-AC8170FEE064}" srcOrd="0" destOrd="0" parTransId="{C17E1674-0F6D-4882-AB34-8F855149A47B}" sibTransId="{41522906-50E2-4B93-A308-B5651A3FCAE7}"/>
    <dgm:cxn modelId="{5B0B2048-5DCA-4029-AE28-D8E483EE0EB1}" type="presOf" srcId="{2105BFBC-36BF-4F6B-B59F-AC8170FEE064}" destId="{7FDAF8D9-4408-46D3-B9DC-516F95E7371A}" srcOrd="0" destOrd="0" presId="urn:microsoft.com/office/officeart/2005/8/layout/radial3"/>
    <dgm:cxn modelId="{E6BA2580-7A1F-4991-AC44-A2FA93892DDF}" type="presParOf" srcId="{28A3A366-ED12-416F-B145-B2276A7FAFB7}" destId="{D2C1F052-2351-485D-9559-55504C15E9C5}" srcOrd="0" destOrd="0" presId="urn:microsoft.com/office/officeart/2005/8/layout/radial3"/>
    <dgm:cxn modelId="{1151346C-9860-4EA3-9A79-7CF613E27C8A}" type="presParOf" srcId="{D2C1F052-2351-485D-9559-55504C15E9C5}" destId="{7FDAF8D9-4408-46D3-B9DC-516F95E7371A}" srcOrd="0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905A53-96B4-4B78-8236-04C80D35AD37}" type="doc">
      <dgm:prSet loTypeId="urn:microsoft.com/office/officeart/2005/8/layout/radial4" loCatId="relationship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15948BC-6F8A-46CF-B50A-1AE1049780D1}">
      <dgm:prSet phldrT="[Text]"/>
      <dgm:spPr/>
      <dgm:t>
        <a:bodyPr/>
        <a:lstStyle/>
        <a:p>
          <a:r>
            <a:rPr lang="en-US" b="1" dirty="0" smtClean="0"/>
            <a:t>Final Video</a:t>
          </a:r>
          <a:endParaRPr lang="en-US" b="1" dirty="0"/>
        </a:p>
      </dgm:t>
    </dgm:pt>
    <dgm:pt modelId="{6039FC08-E962-4500-AB64-5F7ACD5D2BC5}" type="parTrans" cxnId="{1B2281BE-DFF8-43ED-B5C7-4A98EC0F147E}">
      <dgm:prSet/>
      <dgm:spPr/>
      <dgm:t>
        <a:bodyPr/>
        <a:lstStyle/>
        <a:p>
          <a:endParaRPr lang="en-US"/>
        </a:p>
      </dgm:t>
    </dgm:pt>
    <dgm:pt modelId="{7B01A328-9E81-4232-8371-08E28A7A5802}" type="sibTrans" cxnId="{1B2281BE-DFF8-43ED-B5C7-4A98EC0F147E}">
      <dgm:prSet/>
      <dgm:spPr/>
      <dgm:t>
        <a:bodyPr/>
        <a:lstStyle/>
        <a:p>
          <a:endParaRPr lang="en-US"/>
        </a:p>
      </dgm:t>
    </dgm:pt>
    <dgm:pt modelId="{966D15AE-BA1D-4278-9DD8-A4BFE422176A}">
      <dgm:prSet phldrT="[Text]"/>
      <dgm:spPr/>
      <dgm:t>
        <a:bodyPr/>
        <a:lstStyle/>
        <a:p>
          <a:r>
            <a:rPr lang="en-US" b="1" dirty="0" smtClean="0"/>
            <a:t>First Cut</a:t>
          </a:r>
          <a:endParaRPr lang="en-US" b="1" dirty="0"/>
        </a:p>
      </dgm:t>
    </dgm:pt>
    <dgm:pt modelId="{F0694CF7-774F-4AD8-A193-45E6FDCF26BF}" type="parTrans" cxnId="{85D754FA-51D2-461E-A38D-E0938D311208}">
      <dgm:prSet/>
      <dgm:spPr/>
      <dgm:t>
        <a:bodyPr/>
        <a:lstStyle/>
        <a:p>
          <a:endParaRPr lang="en-US"/>
        </a:p>
      </dgm:t>
    </dgm:pt>
    <dgm:pt modelId="{10DE030E-0F57-4962-95FA-E831A8583449}" type="sibTrans" cxnId="{85D754FA-51D2-461E-A38D-E0938D311208}">
      <dgm:prSet/>
      <dgm:spPr/>
      <dgm:t>
        <a:bodyPr/>
        <a:lstStyle/>
        <a:p>
          <a:endParaRPr lang="en-US"/>
        </a:p>
      </dgm:t>
    </dgm:pt>
    <dgm:pt modelId="{0677602B-8319-4A2F-B279-9F7D98A8AE2C}">
      <dgm:prSet phldrT="[Text]"/>
      <dgm:spPr/>
      <dgm:t>
        <a:bodyPr/>
        <a:lstStyle/>
        <a:p>
          <a:r>
            <a:rPr lang="en-US" b="1" dirty="0" smtClean="0"/>
            <a:t>Editing</a:t>
          </a:r>
          <a:endParaRPr lang="en-US" b="1" dirty="0"/>
        </a:p>
      </dgm:t>
    </dgm:pt>
    <dgm:pt modelId="{7CBDFA8B-604B-418F-B1FD-81A50A947E1A}" type="parTrans" cxnId="{CB5BDA63-5A73-4F05-BDF8-DA4DDC42ED2A}">
      <dgm:prSet/>
      <dgm:spPr/>
      <dgm:t>
        <a:bodyPr/>
        <a:lstStyle/>
        <a:p>
          <a:endParaRPr lang="en-US"/>
        </a:p>
      </dgm:t>
    </dgm:pt>
    <dgm:pt modelId="{340CC506-4525-48D0-AC0C-C3C1A396F9C2}" type="sibTrans" cxnId="{CB5BDA63-5A73-4F05-BDF8-DA4DDC42ED2A}">
      <dgm:prSet/>
      <dgm:spPr/>
      <dgm:t>
        <a:bodyPr/>
        <a:lstStyle/>
        <a:p>
          <a:endParaRPr lang="en-US"/>
        </a:p>
      </dgm:t>
    </dgm:pt>
    <dgm:pt modelId="{621B50D4-704B-41D3-9D27-739736B5A599}">
      <dgm:prSet phldrT="[Text]"/>
      <dgm:spPr/>
      <dgm:t>
        <a:bodyPr/>
        <a:lstStyle/>
        <a:p>
          <a:r>
            <a:rPr lang="en-US" b="1" dirty="0" smtClean="0"/>
            <a:t>Final Cut</a:t>
          </a:r>
          <a:endParaRPr lang="en-US" b="1" dirty="0"/>
        </a:p>
      </dgm:t>
    </dgm:pt>
    <dgm:pt modelId="{D9227E40-EB9D-4A39-A9DC-84A5F1C00CCC}" type="parTrans" cxnId="{1D6631C1-5858-40D4-AE35-D8775FF61499}">
      <dgm:prSet/>
      <dgm:spPr/>
      <dgm:t>
        <a:bodyPr/>
        <a:lstStyle/>
        <a:p>
          <a:endParaRPr lang="en-US"/>
        </a:p>
      </dgm:t>
    </dgm:pt>
    <dgm:pt modelId="{3ACD19DE-F6A5-4E9F-A139-3BCAF2BF46AA}" type="sibTrans" cxnId="{1D6631C1-5858-40D4-AE35-D8775FF61499}">
      <dgm:prSet/>
      <dgm:spPr/>
      <dgm:t>
        <a:bodyPr/>
        <a:lstStyle/>
        <a:p>
          <a:endParaRPr lang="en-US"/>
        </a:p>
      </dgm:t>
    </dgm:pt>
    <dgm:pt modelId="{25FCD03D-1E01-4F30-BE79-05F60E2FAA31}" type="pres">
      <dgm:prSet presAssocID="{8D905A53-96B4-4B78-8236-04C80D35AD37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8EBBDF6-7DC7-4FC3-B242-56034CA5F813}" type="pres">
      <dgm:prSet presAssocID="{315948BC-6F8A-46CF-B50A-1AE1049780D1}" presName="centerShape" presStyleLbl="node0" presStyleIdx="0" presStyleCnt="1" custLinFactNeighborY="825"/>
      <dgm:spPr/>
      <dgm:t>
        <a:bodyPr/>
        <a:lstStyle/>
        <a:p>
          <a:endParaRPr lang="en-US"/>
        </a:p>
      </dgm:t>
    </dgm:pt>
    <dgm:pt modelId="{0D5E6149-DDF5-471E-89F3-0FFE4498CB6A}" type="pres">
      <dgm:prSet presAssocID="{F0694CF7-774F-4AD8-A193-45E6FDCF26BF}" presName="parTrans" presStyleLbl="bgSibTrans2D1" presStyleIdx="0" presStyleCnt="3"/>
      <dgm:spPr/>
      <dgm:t>
        <a:bodyPr/>
        <a:lstStyle/>
        <a:p>
          <a:endParaRPr lang="en-US"/>
        </a:p>
      </dgm:t>
    </dgm:pt>
    <dgm:pt modelId="{50A062CE-99BC-429C-9989-9535D7901E8F}" type="pres">
      <dgm:prSet presAssocID="{966D15AE-BA1D-4278-9DD8-A4BFE422176A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3CD53E-E4BA-4EA3-B04E-E9412EDA855D}" type="pres">
      <dgm:prSet presAssocID="{7CBDFA8B-604B-418F-B1FD-81A50A947E1A}" presName="parTrans" presStyleLbl="bgSibTrans2D1" presStyleIdx="1" presStyleCnt="3"/>
      <dgm:spPr/>
      <dgm:t>
        <a:bodyPr/>
        <a:lstStyle/>
        <a:p>
          <a:endParaRPr lang="en-US"/>
        </a:p>
      </dgm:t>
    </dgm:pt>
    <dgm:pt modelId="{199B9460-D075-4445-AAB4-22B7CB2D1F94}" type="pres">
      <dgm:prSet presAssocID="{0677602B-8319-4A2F-B279-9F7D98A8AE2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A24EE6-6B1B-4D28-8B4A-099AD37BB42D}" type="pres">
      <dgm:prSet presAssocID="{D9227E40-EB9D-4A39-A9DC-84A5F1C00CCC}" presName="parTrans" presStyleLbl="bgSibTrans2D1" presStyleIdx="2" presStyleCnt="3"/>
      <dgm:spPr/>
      <dgm:t>
        <a:bodyPr/>
        <a:lstStyle/>
        <a:p>
          <a:endParaRPr lang="en-US"/>
        </a:p>
      </dgm:t>
    </dgm:pt>
    <dgm:pt modelId="{08D536EC-61E6-43AF-895E-39C68213C7F0}" type="pres">
      <dgm:prSet presAssocID="{621B50D4-704B-41D3-9D27-739736B5A599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FF1AC0C-D3D8-45F4-B39A-BEB272E16227}" type="presOf" srcId="{315948BC-6F8A-46CF-B50A-1AE1049780D1}" destId="{78EBBDF6-7DC7-4FC3-B242-56034CA5F813}" srcOrd="0" destOrd="0" presId="urn:microsoft.com/office/officeart/2005/8/layout/radial4"/>
    <dgm:cxn modelId="{FBC5D7BD-027E-46F2-A55B-F69518B585EC}" type="presOf" srcId="{0677602B-8319-4A2F-B279-9F7D98A8AE2C}" destId="{199B9460-D075-4445-AAB4-22B7CB2D1F94}" srcOrd="0" destOrd="0" presId="urn:microsoft.com/office/officeart/2005/8/layout/radial4"/>
    <dgm:cxn modelId="{3F18DC79-7D95-4A50-AB9D-C568F033DC52}" type="presOf" srcId="{F0694CF7-774F-4AD8-A193-45E6FDCF26BF}" destId="{0D5E6149-DDF5-471E-89F3-0FFE4498CB6A}" srcOrd="0" destOrd="0" presId="urn:microsoft.com/office/officeart/2005/8/layout/radial4"/>
    <dgm:cxn modelId="{85D754FA-51D2-461E-A38D-E0938D311208}" srcId="{315948BC-6F8A-46CF-B50A-1AE1049780D1}" destId="{966D15AE-BA1D-4278-9DD8-A4BFE422176A}" srcOrd="0" destOrd="0" parTransId="{F0694CF7-774F-4AD8-A193-45E6FDCF26BF}" sibTransId="{10DE030E-0F57-4962-95FA-E831A8583449}"/>
    <dgm:cxn modelId="{1D6631C1-5858-40D4-AE35-D8775FF61499}" srcId="{315948BC-6F8A-46CF-B50A-1AE1049780D1}" destId="{621B50D4-704B-41D3-9D27-739736B5A599}" srcOrd="2" destOrd="0" parTransId="{D9227E40-EB9D-4A39-A9DC-84A5F1C00CCC}" sibTransId="{3ACD19DE-F6A5-4E9F-A139-3BCAF2BF46AA}"/>
    <dgm:cxn modelId="{108F99DB-6135-4765-9097-640B7F64BEC6}" type="presOf" srcId="{8D905A53-96B4-4B78-8236-04C80D35AD37}" destId="{25FCD03D-1E01-4F30-BE79-05F60E2FAA31}" srcOrd="0" destOrd="0" presId="urn:microsoft.com/office/officeart/2005/8/layout/radial4"/>
    <dgm:cxn modelId="{1B2281BE-DFF8-43ED-B5C7-4A98EC0F147E}" srcId="{8D905A53-96B4-4B78-8236-04C80D35AD37}" destId="{315948BC-6F8A-46CF-B50A-1AE1049780D1}" srcOrd="0" destOrd="0" parTransId="{6039FC08-E962-4500-AB64-5F7ACD5D2BC5}" sibTransId="{7B01A328-9E81-4232-8371-08E28A7A5802}"/>
    <dgm:cxn modelId="{ADC45ED2-B7C0-4656-AC51-E812E9EA8685}" type="presOf" srcId="{7CBDFA8B-604B-418F-B1FD-81A50A947E1A}" destId="{1B3CD53E-E4BA-4EA3-B04E-E9412EDA855D}" srcOrd="0" destOrd="0" presId="urn:microsoft.com/office/officeart/2005/8/layout/radial4"/>
    <dgm:cxn modelId="{2FFCC17B-8C1B-4D47-A65B-BE858A9EE930}" type="presOf" srcId="{966D15AE-BA1D-4278-9DD8-A4BFE422176A}" destId="{50A062CE-99BC-429C-9989-9535D7901E8F}" srcOrd="0" destOrd="0" presId="urn:microsoft.com/office/officeart/2005/8/layout/radial4"/>
    <dgm:cxn modelId="{E48715EB-F0D4-4CD9-AAEF-0E43EB28370D}" type="presOf" srcId="{621B50D4-704B-41D3-9D27-739736B5A599}" destId="{08D536EC-61E6-43AF-895E-39C68213C7F0}" srcOrd="0" destOrd="0" presId="urn:microsoft.com/office/officeart/2005/8/layout/radial4"/>
    <dgm:cxn modelId="{CB5BDA63-5A73-4F05-BDF8-DA4DDC42ED2A}" srcId="{315948BC-6F8A-46CF-B50A-1AE1049780D1}" destId="{0677602B-8319-4A2F-B279-9F7D98A8AE2C}" srcOrd="1" destOrd="0" parTransId="{7CBDFA8B-604B-418F-B1FD-81A50A947E1A}" sibTransId="{340CC506-4525-48D0-AC0C-C3C1A396F9C2}"/>
    <dgm:cxn modelId="{13DC5B09-550F-44EC-99C6-D4A7E57AB0CF}" type="presOf" srcId="{D9227E40-EB9D-4A39-A9DC-84A5F1C00CCC}" destId="{4DA24EE6-6B1B-4D28-8B4A-099AD37BB42D}" srcOrd="0" destOrd="0" presId="urn:microsoft.com/office/officeart/2005/8/layout/radial4"/>
    <dgm:cxn modelId="{701B278A-9C67-4489-AC23-2B154F35D9C2}" type="presParOf" srcId="{25FCD03D-1E01-4F30-BE79-05F60E2FAA31}" destId="{78EBBDF6-7DC7-4FC3-B242-56034CA5F813}" srcOrd="0" destOrd="0" presId="urn:microsoft.com/office/officeart/2005/8/layout/radial4"/>
    <dgm:cxn modelId="{1B2E664A-9FCE-44B0-A9E1-A4C88139161E}" type="presParOf" srcId="{25FCD03D-1E01-4F30-BE79-05F60E2FAA31}" destId="{0D5E6149-DDF5-471E-89F3-0FFE4498CB6A}" srcOrd="1" destOrd="0" presId="urn:microsoft.com/office/officeart/2005/8/layout/radial4"/>
    <dgm:cxn modelId="{55C84F69-8F02-47F8-A895-A6F0FCE02B08}" type="presParOf" srcId="{25FCD03D-1E01-4F30-BE79-05F60E2FAA31}" destId="{50A062CE-99BC-429C-9989-9535D7901E8F}" srcOrd="2" destOrd="0" presId="urn:microsoft.com/office/officeart/2005/8/layout/radial4"/>
    <dgm:cxn modelId="{A0FC91B4-D40F-436D-A9DE-4CFF3809B27E}" type="presParOf" srcId="{25FCD03D-1E01-4F30-BE79-05F60E2FAA31}" destId="{1B3CD53E-E4BA-4EA3-B04E-E9412EDA855D}" srcOrd="3" destOrd="0" presId="urn:microsoft.com/office/officeart/2005/8/layout/radial4"/>
    <dgm:cxn modelId="{614D12CC-9860-4C99-BA8E-9BD7DB6F96FE}" type="presParOf" srcId="{25FCD03D-1E01-4F30-BE79-05F60E2FAA31}" destId="{199B9460-D075-4445-AAB4-22B7CB2D1F94}" srcOrd="4" destOrd="0" presId="urn:microsoft.com/office/officeart/2005/8/layout/radial4"/>
    <dgm:cxn modelId="{E4854C69-0ADB-46B4-AAD6-4DFC691777F3}" type="presParOf" srcId="{25FCD03D-1E01-4F30-BE79-05F60E2FAA31}" destId="{4DA24EE6-6B1B-4D28-8B4A-099AD37BB42D}" srcOrd="5" destOrd="0" presId="urn:microsoft.com/office/officeart/2005/8/layout/radial4"/>
    <dgm:cxn modelId="{184F276C-56F3-418C-8A7F-E132D1CE67FB}" type="presParOf" srcId="{25FCD03D-1E01-4F30-BE79-05F60E2FAA31}" destId="{08D536EC-61E6-43AF-895E-39C68213C7F0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F6EB4A-4B88-4017-9E5B-0AC8B122CEB3}">
      <dsp:nvSpPr>
        <dsp:cNvPr id="0" name=""/>
        <dsp:cNvSpPr/>
      </dsp:nvSpPr>
      <dsp:spPr>
        <a:xfrm rot="5400000">
          <a:off x="-338729" y="1305733"/>
          <a:ext cx="1499880" cy="181164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55082D-D02A-4BA4-A76A-3AB0D70CE57F}">
      <dsp:nvSpPr>
        <dsp:cNvPr id="0" name=""/>
        <dsp:cNvSpPr/>
      </dsp:nvSpPr>
      <dsp:spPr>
        <a:xfrm>
          <a:off x="3708" y="344672"/>
          <a:ext cx="2012942" cy="12077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/>
            <a:t>Query</a:t>
          </a:r>
          <a:endParaRPr lang="en-US" sz="2300" b="1" kern="1200" dirty="0"/>
        </a:p>
      </dsp:txBody>
      <dsp:txXfrm>
        <a:off x="39082" y="380046"/>
        <a:ext cx="1942194" cy="1137017"/>
      </dsp:txXfrm>
    </dsp:sp>
    <dsp:sp modelId="{F4FC2852-5B41-41DF-91C7-9D17077C4692}">
      <dsp:nvSpPr>
        <dsp:cNvPr id="0" name=""/>
        <dsp:cNvSpPr/>
      </dsp:nvSpPr>
      <dsp:spPr>
        <a:xfrm rot="5400000">
          <a:off x="-338729" y="2815439"/>
          <a:ext cx="1499880" cy="181164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CC884-CDED-48EB-BD9F-D500B4DD732F}">
      <dsp:nvSpPr>
        <dsp:cNvPr id="0" name=""/>
        <dsp:cNvSpPr/>
      </dsp:nvSpPr>
      <dsp:spPr>
        <a:xfrm>
          <a:off x="3708" y="1854379"/>
          <a:ext cx="2012942" cy="12077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/>
            <a:t>Query Response</a:t>
          </a:r>
          <a:endParaRPr lang="en-US" sz="2300" b="1" kern="1200" dirty="0"/>
        </a:p>
      </dsp:txBody>
      <dsp:txXfrm>
        <a:off x="39082" y="1889753"/>
        <a:ext cx="1942194" cy="1137017"/>
      </dsp:txXfrm>
    </dsp:sp>
    <dsp:sp modelId="{BDC3286E-B2F1-4700-839F-1C0EC1B6D835}">
      <dsp:nvSpPr>
        <dsp:cNvPr id="0" name=""/>
        <dsp:cNvSpPr/>
      </dsp:nvSpPr>
      <dsp:spPr>
        <a:xfrm>
          <a:off x="416123" y="3570293"/>
          <a:ext cx="2667387" cy="181164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41C09E-F0F8-4AFA-A72A-5521AFE94BA1}">
      <dsp:nvSpPr>
        <dsp:cNvPr id="0" name=""/>
        <dsp:cNvSpPr/>
      </dsp:nvSpPr>
      <dsp:spPr>
        <a:xfrm>
          <a:off x="3708" y="3364086"/>
          <a:ext cx="2012942" cy="12077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/>
            <a:t>Meeting</a:t>
          </a:r>
          <a:endParaRPr lang="en-US" sz="2300" b="1" kern="1200" dirty="0"/>
        </a:p>
      </dsp:txBody>
      <dsp:txXfrm>
        <a:off x="39082" y="3399460"/>
        <a:ext cx="1942194" cy="1137017"/>
      </dsp:txXfrm>
    </dsp:sp>
    <dsp:sp modelId="{3A530331-ADD0-4F88-9366-A39637A69441}">
      <dsp:nvSpPr>
        <dsp:cNvPr id="0" name=""/>
        <dsp:cNvSpPr/>
      </dsp:nvSpPr>
      <dsp:spPr>
        <a:xfrm rot="16200000">
          <a:off x="2338483" y="2815439"/>
          <a:ext cx="1499880" cy="181164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D607BC-44E1-428F-8923-B0A8E49256D3}">
      <dsp:nvSpPr>
        <dsp:cNvPr id="0" name=""/>
        <dsp:cNvSpPr/>
      </dsp:nvSpPr>
      <dsp:spPr>
        <a:xfrm>
          <a:off x="2680922" y="3364086"/>
          <a:ext cx="2012942" cy="12077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/>
            <a:t>Storyboard</a:t>
          </a:r>
          <a:endParaRPr lang="en-US" sz="2300" b="1" kern="1200" dirty="0"/>
        </a:p>
      </dsp:txBody>
      <dsp:txXfrm>
        <a:off x="2716296" y="3399460"/>
        <a:ext cx="1942194" cy="1137017"/>
      </dsp:txXfrm>
    </dsp:sp>
    <dsp:sp modelId="{CDDA9D90-6345-4C2A-BDAC-33D1D9F5CCC2}">
      <dsp:nvSpPr>
        <dsp:cNvPr id="0" name=""/>
        <dsp:cNvSpPr/>
      </dsp:nvSpPr>
      <dsp:spPr>
        <a:xfrm rot="16200000">
          <a:off x="2338483" y="1305733"/>
          <a:ext cx="1499880" cy="181164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89961-C6FA-404C-AA70-FD3B58C1AD00}">
      <dsp:nvSpPr>
        <dsp:cNvPr id="0" name=""/>
        <dsp:cNvSpPr/>
      </dsp:nvSpPr>
      <dsp:spPr>
        <a:xfrm>
          <a:off x="2680922" y="1854379"/>
          <a:ext cx="2012942" cy="12077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/>
            <a:t>Concept</a:t>
          </a:r>
          <a:endParaRPr lang="en-US" sz="2300" b="1" kern="1200" dirty="0"/>
        </a:p>
      </dsp:txBody>
      <dsp:txXfrm>
        <a:off x="2716296" y="1889753"/>
        <a:ext cx="1942194" cy="1137017"/>
      </dsp:txXfrm>
    </dsp:sp>
    <dsp:sp modelId="{8085F680-12A8-42CC-8334-B7C18150729F}">
      <dsp:nvSpPr>
        <dsp:cNvPr id="0" name=""/>
        <dsp:cNvSpPr/>
      </dsp:nvSpPr>
      <dsp:spPr>
        <a:xfrm>
          <a:off x="3093336" y="550879"/>
          <a:ext cx="2667387" cy="181164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187978-FE99-464C-8943-27A960074EF1}">
      <dsp:nvSpPr>
        <dsp:cNvPr id="0" name=""/>
        <dsp:cNvSpPr/>
      </dsp:nvSpPr>
      <dsp:spPr>
        <a:xfrm>
          <a:off x="2680922" y="344672"/>
          <a:ext cx="2012942" cy="12077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/>
            <a:t>Script</a:t>
          </a:r>
          <a:endParaRPr lang="en-US" sz="2300" b="1" kern="1200" dirty="0"/>
        </a:p>
      </dsp:txBody>
      <dsp:txXfrm>
        <a:off x="2716296" y="380046"/>
        <a:ext cx="1942194" cy="1137017"/>
      </dsp:txXfrm>
    </dsp:sp>
    <dsp:sp modelId="{44E02AE0-6CDC-400C-8A0A-D83E64B81D11}">
      <dsp:nvSpPr>
        <dsp:cNvPr id="0" name=""/>
        <dsp:cNvSpPr/>
      </dsp:nvSpPr>
      <dsp:spPr>
        <a:xfrm rot="5400000">
          <a:off x="5015696" y="1305733"/>
          <a:ext cx="1499880" cy="181164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292ACB-6D40-4E29-9292-E17816C3690C}">
      <dsp:nvSpPr>
        <dsp:cNvPr id="0" name=""/>
        <dsp:cNvSpPr/>
      </dsp:nvSpPr>
      <dsp:spPr>
        <a:xfrm>
          <a:off x="5358135" y="344672"/>
          <a:ext cx="2012942" cy="12077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err="1" smtClean="0"/>
            <a:t>Recce</a:t>
          </a:r>
          <a:endParaRPr lang="en-US" sz="2300" b="1" kern="1200" dirty="0"/>
        </a:p>
      </dsp:txBody>
      <dsp:txXfrm>
        <a:off x="5393509" y="380046"/>
        <a:ext cx="1942194" cy="1137017"/>
      </dsp:txXfrm>
    </dsp:sp>
    <dsp:sp modelId="{5FAB3F6A-A3E0-4B96-8A6A-7ED36344FEA6}">
      <dsp:nvSpPr>
        <dsp:cNvPr id="0" name=""/>
        <dsp:cNvSpPr/>
      </dsp:nvSpPr>
      <dsp:spPr>
        <a:xfrm rot="5400000">
          <a:off x="5015696" y="2815439"/>
          <a:ext cx="1499880" cy="181164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AF8140-4994-4DE2-83AC-3071BC1AFD31}">
      <dsp:nvSpPr>
        <dsp:cNvPr id="0" name=""/>
        <dsp:cNvSpPr/>
      </dsp:nvSpPr>
      <dsp:spPr>
        <a:xfrm>
          <a:off x="5358135" y="1854379"/>
          <a:ext cx="2012942" cy="12077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/>
            <a:t>Shooting Schedule</a:t>
          </a:r>
          <a:endParaRPr lang="en-US" sz="2300" b="1" kern="1200" dirty="0"/>
        </a:p>
      </dsp:txBody>
      <dsp:txXfrm>
        <a:off x="5393509" y="1889753"/>
        <a:ext cx="1942194" cy="1137017"/>
      </dsp:txXfrm>
    </dsp:sp>
    <dsp:sp modelId="{630E953D-CBE4-4AD4-9EF4-20E2786FF3B1}">
      <dsp:nvSpPr>
        <dsp:cNvPr id="0" name=""/>
        <dsp:cNvSpPr/>
      </dsp:nvSpPr>
      <dsp:spPr>
        <a:xfrm>
          <a:off x="5358135" y="3364086"/>
          <a:ext cx="2012942" cy="120776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/>
            <a:t>Shooting</a:t>
          </a:r>
          <a:endParaRPr lang="en-US" sz="2300" b="1" kern="1200" dirty="0"/>
        </a:p>
      </dsp:txBody>
      <dsp:txXfrm>
        <a:off x="5393509" y="3399460"/>
        <a:ext cx="1942194" cy="11370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DAF8D9-4408-46D3-B9DC-516F95E7371A}">
      <dsp:nvSpPr>
        <dsp:cNvPr id="0" name=""/>
        <dsp:cNvSpPr/>
      </dsp:nvSpPr>
      <dsp:spPr>
        <a:xfrm>
          <a:off x="508008" y="0"/>
          <a:ext cx="4064000" cy="4064000"/>
        </a:xfrm>
        <a:prstGeom prst="ellipse">
          <a:avLst/>
        </a:prstGeom>
        <a:solidFill>
          <a:schemeClr val="l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lvl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600" b="1" kern="1200" smtClean="0"/>
            <a:t>Shooting</a:t>
          </a:r>
          <a:endParaRPr lang="en-US" sz="4600" b="1" kern="1200" dirty="0"/>
        </a:p>
      </dsp:txBody>
      <dsp:txXfrm>
        <a:off x="1103167" y="595159"/>
        <a:ext cx="2873682" cy="28736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EBBDF6-7DC7-4FC3-B242-56034CA5F813}">
      <dsp:nvSpPr>
        <dsp:cNvPr id="0" name=""/>
        <dsp:cNvSpPr/>
      </dsp:nvSpPr>
      <dsp:spPr>
        <a:xfrm>
          <a:off x="2259541" y="2389009"/>
          <a:ext cx="1871135" cy="18711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b="1" kern="1200" dirty="0" smtClean="0"/>
            <a:t>Final Video</a:t>
          </a:r>
          <a:endParaRPr lang="en-US" sz="3300" b="1" kern="1200" dirty="0"/>
        </a:p>
      </dsp:txBody>
      <dsp:txXfrm>
        <a:off x="2533562" y="2663030"/>
        <a:ext cx="1323093" cy="1323093"/>
      </dsp:txXfrm>
    </dsp:sp>
    <dsp:sp modelId="{0D5E6149-DDF5-471E-89F3-0FFE4498CB6A}">
      <dsp:nvSpPr>
        <dsp:cNvPr id="0" name=""/>
        <dsp:cNvSpPr/>
      </dsp:nvSpPr>
      <dsp:spPr>
        <a:xfrm rot="12901595">
          <a:off x="913226" y="2013575"/>
          <a:ext cx="1583695" cy="53327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A062CE-99BC-429C-9989-9535D7901E8F}">
      <dsp:nvSpPr>
        <dsp:cNvPr id="0" name=""/>
        <dsp:cNvSpPr/>
      </dsp:nvSpPr>
      <dsp:spPr>
        <a:xfrm>
          <a:off x="167851" y="1114695"/>
          <a:ext cx="1777578" cy="142206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59055" rIns="59055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b="1" kern="1200" dirty="0" smtClean="0"/>
            <a:t>First Cut</a:t>
          </a:r>
          <a:endParaRPr lang="en-US" sz="3100" b="1" kern="1200" dirty="0"/>
        </a:p>
      </dsp:txBody>
      <dsp:txXfrm>
        <a:off x="209502" y="1156346"/>
        <a:ext cx="1694276" cy="1338761"/>
      </dsp:txXfrm>
    </dsp:sp>
    <dsp:sp modelId="{1B3CD53E-E4BA-4EA3-B04E-E9412EDA855D}">
      <dsp:nvSpPr>
        <dsp:cNvPr id="0" name=""/>
        <dsp:cNvSpPr/>
      </dsp:nvSpPr>
      <dsp:spPr>
        <a:xfrm rot="16200000">
          <a:off x="2402963" y="1238019"/>
          <a:ext cx="1584291" cy="53327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B9460-D075-4445-AAB4-22B7CB2D1F94}">
      <dsp:nvSpPr>
        <dsp:cNvPr id="0" name=""/>
        <dsp:cNvSpPr/>
      </dsp:nvSpPr>
      <dsp:spPr>
        <a:xfrm>
          <a:off x="2306319" y="1479"/>
          <a:ext cx="1777578" cy="142206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59055" rIns="59055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b="1" kern="1200" dirty="0" smtClean="0"/>
            <a:t>Editing</a:t>
          </a:r>
          <a:endParaRPr lang="en-US" sz="3100" b="1" kern="1200" dirty="0"/>
        </a:p>
      </dsp:txBody>
      <dsp:txXfrm>
        <a:off x="2347970" y="43130"/>
        <a:ext cx="1694276" cy="1338761"/>
      </dsp:txXfrm>
    </dsp:sp>
    <dsp:sp modelId="{4DA24EE6-6B1B-4D28-8B4A-099AD37BB42D}">
      <dsp:nvSpPr>
        <dsp:cNvPr id="0" name=""/>
        <dsp:cNvSpPr/>
      </dsp:nvSpPr>
      <dsp:spPr>
        <a:xfrm rot="19498405">
          <a:off x="3893296" y="2013575"/>
          <a:ext cx="1583695" cy="53327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D536EC-61E6-43AF-895E-39C68213C7F0}">
      <dsp:nvSpPr>
        <dsp:cNvPr id="0" name=""/>
        <dsp:cNvSpPr/>
      </dsp:nvSpPr>
      <dsp:spPr>
        <a:xfrm>
          <a:off x="4444787" y="1114695"/>
          <a:ext cx="1777578" cy="142206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59055" rIns="59055" bIns="5905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b="1" kern="1200" dirty="0" smtClean="0"/>
            <a:t>Final Cut</a:t>
          </a:r>
          <a:endParaRPr lang="en-US" sz="3100" b="1" kern="1200" dirty="0"/>
        </a:p>
      </dsp:txBody>
      <dsp:txXfrm>
        <a:off x="4486438" y="1156346"/>
        <a:ext cx="1694276" cy="13387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0CE7F16C-8FF9-4C22-A8DC-C3E3595F6A5C}" type="datetimeFigureOut">
              <a:rPr lang="en-US" smtClean="0"/>
              <a:pPr/>
              <a:t>9/6/2024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DBE333D4-8338-438B-9135-F87DC31C3CB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0CE7F16C-8FF9-4C22-A8DC-C3E3595F6A5C}" type="datetimeFigureOut">
              <a:rPr lang="en-US" smtClean="0"/>
              <a:pPr/>
              <a:t>9/6/2024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BE333D4-8338-438B-9135-F87DC31C3CB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0CE7F16C-8FF9-4C22-A8DC-C3E3595F6A5C}" type="datetimeFigureOut">
              <a:rPr lang="en-US" smtClean="0"/>
              <a:pPr/>
              <a:t>9/6/2024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DBE333D4-8338-438B-9135-F87DC31C3CB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7F16C-8FF9-4C22-A8DC-C3E3595F6A5C}" type="datetimeFigureOut">
              <a:rPr lang="en-US" smtClean="0"/>
              <a:pPr/>
              <a:t>9/6/2024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33D4-8338-438B-9135-F87DC31C3CB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7F16C-8FF9-4C22-A8DC-C3E3595F6A5C}" type="datetimeFigureOut">
              <a:rPr lang="en-US" smtClean="0"/>
              <a:pPr/>
              <a:t>9/6/2024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33D4-8338-438B-9135-F87DC31C3CB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CE7F16C-8FF9-4C22-A8DC-C3E3595F6A5C}" type="datetimeFigureOut">
              <a:rPr lang="en-US" smtClean="0"/>
              <a:pPr/>
              <a:t>9/6/2024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BE333D4-8338-438B-9135-F87DC31C3CB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7F16C-8FF9-4C22-A8DC-C3E3595F6A5C}" type="datetimeFigureOut">
              <a:rPr lang="en-US" smtClean="0"/>
              <a:pPr/>
              <a:t>9/6/2024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33D4-8338-438B-9135-F87DC31C3CB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0CE7F16C-8FF9-4C22-A8DC-C3E3595F6A5C}" type="datetimeFigureOut">
              <a:rPr lang="en-US" smtClean="0"/>
              <a:pPr/>
              <a:t>9/6/2024</a:t>
            </a:fld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BE333D4-8338-438B-9135-F87DC31C3CB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CE7F16C-8FF9-4C22-A8DC-C3E3595F6A5C}" type="datetimeFigureOut">
              <a:rPr lang="en-US" smtClean="0"/>
              <a:pPr/>
              <a:t>9/6/2024</a:t>
            </a:fld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BE333D4-8338-438B-9135-F87DC31C3CB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7F16C-8FF9-4C22-A8DC-C3E3595F6A5C}" type="datetimeFigureOut">
              <a:rPr lang="en-US" smtClean="0"/>
              <a:pPr/>
              <a:t>9/6/2024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33D4-8338-438B-9135-F87DC31C3CB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7F16C-8FF9-4C22-A8DC-C3E3595F6A5C}" type="datetimeFigureOut">
              <a:rPr lang="en-US" smtClean="0"/>
              <a:pPr/>
              <a:t>9/6/2024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33D4-8338-438B-9135-F87DC31C3CB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0CE7F16C-8FF9-4C22-A8DC-C3E3595F6A5C}" type="datetimeFigureOut">
              <a:rPr lang="en-US" smtClean="0"/>
              <a:pPr/>
              <a:t>9/6/2024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BE333D4-8338-438B-9135-F87DC31C3CBB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8596" y="714356"/>
            <a:ext cx="8215370" cy="1285884"/>
          </a:xfrm>
        </p:spPr>
        <p:txBody>
          <a:bodyPr>
            <a:noAutofit/>
          </a:bodyPr>
          <a:lstStyle/>
          <a:p>
            <a:pPr algn="ctr"/>
            <a:r>
              <a:rPr lang="en-IN" sz="3600" dirty="0">
                <a:solidFill>
                  <a:schemeClr val="tx1"/>
                </a:solidFill>
              </a:rPr>
              <a:t>Video Production Process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480" y="1785926"/>
            <a:ext cx="5857916" cy="2214578"/>
          </a:xfrm>
        </p:spPr>
        <p:txBody>
          <a:bodyPr>
            <a:noAutofit/>
          </a:bodyPr>
          <a:lstStyle/>
          <a:p>
            <a:pPr algn="ctr"/>
            <a:r>
              <a:rPr lang="en-US" sz="4000" dirty="0" smtClean="0">
                <a:solidFill>
                  <a:schemeClr val="tx1"/>
                </a:solidFill>
                <a:latin typeface="Georgia" pitchFamily="18" charset="0"/>
              </a:rPr>
              <a:t> </a:t>
            </a:r>
            <a:endParaRPr lang="en-US" sz="4000" dirty="0" smtClean="0">
              <a:solidFill>
                <a:schemeClr val="tx1"/>
              </a:solidFill>
              <a:latin typeface="Georg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Video Production process</a:t>
            </a: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142984"/>
            <a:ext cx="8229600" cy="4983179"/>
          </a:xfrm>
        </p:spPr>
        <p:txBody>
          <a:bodyPr>
            <a:norm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C00000"/>
                </a:solidFill>
              </a:rPr>
              <a:t>Pre – Production</a:t>
            </a:r>
            <a:endParaRPr lang="en-US" sz="2800" b="1" dirty="0" smtClean="0">
              <a:solidFill>
                <a:srgbClr val="C00000"/>
              </a:solidFill>
            </a:endParaRPr>
          </a:p>
          <a:p>
            <a:pPr marL="514350" indent="-514350">
              <a:buNone/>
            </a:pPr>
            <a:endParaRPr lang="en-US" sz="2800" dirty="0"/>
          </a:p>
        </p:txBody>
      </p:sp>
      <p:graphicFrame>
        <p:nvGraphicFramePr>
          <p:cNvPr id="6" name="Diagram 5"/>
          <p:cNvGraphicFramePr/>
          <p:nvPr/>
        </p:nvGraphicFramePr>
        <p:xfrm>
          <a:off x="626237" y="1500174"/>
          <a:ext cx="7374787" cy="4916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Video Production process</a:t>
            </a: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142984"/>
            <a:ext cx="8229600" cy="4983179"/>
          </a:xfrm>
        </p:spPr>
        <p:txBody>
          <a:bodyPr>
            <a:norm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C00000"/>
                </a:solidFill>
              </a:rPr>
              <a:t>Production</a:t>
            </a:r>
            <a:endParaRPr lang="en-US" sz="2800" b="1" dirty="0" smtClean="0">
              <a:solidFill>
                <a:srgbClr val="C00000"/>
              </a:solidFill>
            </a:endParaRPr>
          </a:p>
          <a:p>
            <a:pPr marL="514350" indent="-514350">
              <a:buNone/>
            </a:pPr>
            <a:endParaRPr lang="en-US" sz="2800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1428728" y="186533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Video Production process</a:t>
            </a: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142984"/>
            <a:ext cx="8229600" cy="4983179"/>
          </a:xfrm>
        </p:spPr>
        <p:txBody>
          <a:bodyPr>
            <a:norm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C00000"/>
                </a:solidFill>
              </a:rPr>
              <a:t>Post - Production</a:t>
            </a:r>
            <a:endParaRPr lang="en-US" sz="2800" b="1" dirty="0" smtClean="0">
              <a:solidFill>
                <a:srgbClr val="C00000"/>
              </a:solidFill>
            </a:endParaRPr>
          </a:p>
          <a:p>
            <a:pPr marL="514350" indent="-514350">
              <a:buNone/>
            </a:pPr>
            <a:endParaRPr lang="en-US" sz="2800" dirty="0"/>
          </a:p>
        </p:txBody>
      </p:sp>
      <p:graphicFrame>
        <p:nvGraphicFramePr>
          <p:cNvPr id="6" name="Diagram 5"/>
          <p:cNvGraphicFramePr/>
          <p:nvPr/>
        </p:nvGraphicFramePr>
        <p:xfrm>
          <a:off x="1000100" y="1714488"/>
          <a:ext cx="6390218" cy="42601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Video Production process</a:t>
            </a: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142984"/>
            <a:ext cx="8229600" cy="514353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C00000"/>
                </a:solidFill>
              </a:rPr>
              <a:t>Pre – Production</a:t>
            </a:r>
          </a:p>
          <a:p>
            <a:pPr>
              <a:buFont typeface="Wingdings" pitchFamily="2" charset="2"/>
              <a:buChar char="Ø"/>
            </a:pPr>
            <a:endParaRPr lang="en-US" sz="2800" dirty="0"/>
          </a:p>
          <a:p>
            <a:pPr>
              <a:buFont typeface="Wingdings" pitchFamily="2" charset="2"/>
              <a:buChar char="Ø"/>
            </a:pPr>
            <a:endParaRPr lang="en-US" sz="2800" dirty="0" smtClean="0"/>
          </a:p>
          <a:p>
            <a:pPr>
              <a:buFont typeface="Wingdings" pitchFamily="2" charset="2"/>
              <a:buChar char="Ø"/>
            </a:pPr>
            <a:endParaRPr lang="en-US" sz="2800" dirty="0"/>
          </a:p>
          <a:p>
            <a:pPr>
              <a:buFont typeface="Wingdings" pitchFamily="2" charset="2"/>
              <a:buChar char="Ø"/>
            </a:pPr>
            <a:endParaRPr lang="en-US" sz="2800" dirty="0" smtClean="0"/>
          </a:p>
          <a:p>
            <a:pPr>
              <a:buFont typeface="Wingdings" pitchFamily="2" charset="2"/>
              <a:buChar char="Ø"/>
            </a:pPr>
            <a:endParaRPr lang="en-US" sz="2800" dirty="0"/>
          </a:p>
          <a:p>
            <a:pPr>
              <a:buNone/>
            </a:pPr>
            <a:r>
              <a:rPr lang="en-IN" sz="2800" dirty="0" smtClean="0"/>
              <a:t>Pre-production</a:t>
            </a:r>
            <a:r>
              <a:rPr lang="en-IN" sz="2800" dirty="0"/>
              <a:t> is the process of preparing all </a:t>
            </a:r>
            <a:r>
              <a:rPr lang="en-IN" sz="2800" dirty="0" smtClean="0"/>
              <a:t>the</a:t>
            </a:r>
          </a:p>
          <a:p>
            <a:pPr>
              <a:buNone/>
            </a:pPr>
            <a:r>
              <a:rPr lang="en-IN" sz="2800" dirty="0" smtClean="0"/>
              <a:t>elements </a:t>
            </a:r>
            <a:r>
              <a:rPr lang="en-IN" sz="2800" dirty="0"/>
              <a:t>involved in a </a:t>
            </a:r>
            <a:r>
              <a:rPr lang="en-IN" sz="2800" dirty="0" smtClean="0"/>
              <a:t>film. </a:t>
            </a:r>
            <a:r>
              <a:rPr lang="en-IN" sz="2800" dirty="0"/>
              <a:t>At this </a:t>
            </a:r>
            <a:r>
              <a:rPr lang="en-IN" sz="2800" dirty="0" smtClean="0"/>
              <a:t>stage,</a:t>
            </a:r>
          </a:p>
          <a:p>
            <a:pPr>
              <a:buNone/>
            </a:pPr>
            <a:r>
              <a:rPr lang="en-IN" sz="2800" dirty="0" smtClean="0"/>
              <a:t>Finalizing preparations for production</a:t>
            </a:r>
            <a:r>
              <a:rPr lang="en-IN" sz="2800" dirty="0"/>
              <a:t> go </a:t>
            </a:r>
            <a:r>
              <a:rPr lang="en-IN" sz="2800" dirty="0" smtClean="0"/>
              <a:t>into</a:t>
            </a:r>
          </a:p>
          <a:p>
            <a:pPr>
              <a:buNone/>
            </a:pPr>
            <a:r>
              <a:rPr lang="en-IN" sz="2800" dirty="0" smtClean="0"/>
              <a:t>effect.</a:t>
            </a:r>
            <a:endParaRPr lang="en-IN" sz="2800" dirty="0"/>
          </a:p>
        </p:txBody>
      </p:sp>
      <p:pic>
        <p:nvPicPr>
          <p:cNvPr id="1026" name="Picture 2" descr="D:\SHIVANGANI TASK\image process\pre pr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3240" y="1785926"/>
            <a:ext cx="3143272" cy="20917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/>
              <a:t>Stages of Pre - Production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500174"/>
            <a:ext cx="8229600" cy="5000660"/>
          </a:xfrm>
        </p:spPr>
        <p:txBody>
          <a:bodyPr/>
          <a:lstStyle/>
          <a:p>
            <a:r>
              <a:rPr lang="en-US" dirty="0" smtClean="0"/>
              <a:t>Client Query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>
              <a:buNone/>
            </a:pPr>
            <a:endParaRPr lang="en-IN" sz="2800" dirty="0" smtClean="0"/>
          </a:p>
          <a:p>
            <a:pPr>
              <a:buNone/>
            </a:pPr>
            <a:endParaRPr lang="en-IN" sz="2800" dirty="0" smtClean="0"/>
          </a:p>
          <a:p>
            <a:pPr>
              <a:buNone/>
            </a:pPr>
            <a:r>
              <a:rPr lang="en-IN" sz="2800" dirty="0" smtClean="0"/>
              <a:t>In </a:t>
            </a:r>
            <a:r>
              <a:rPr lang="en-IN" sz="2800" dirty="0"/>
              <a:t>this client express their requirement </a:t>
            </a:r>
            <a:r>
              <a:rPr lang="en-IN" sz="2800" dirty="0" smtClean="0"/>
              <a:t>or</a:t>
            </a:r>
          </a:p>
          <a:p>
            <a:pPr>
              <a:buNone/>
            </a:pPr>
            <a:r>
              <a:rPr lang="en-IN" sz="2800" dirty="0" smtClean="0"/>
              <a:t>uncertainty</a:t>
            </a:r>
            <a:r>
              <a:rPr lang="en-IN" sz="2800" dirty="0"/>
              <a:t>.</a:t>
            </a:r>
          </a:p>
          <a:p>
            <a:endParaRPr lang="en-IN" dirty="0"/>
          </a:p>
        </p:txBody>
      </p:sp>
      <p:pic>
        <p:nvPicPr>
          <p:cNvPr id="2051" name="Picture 3" descr="D:\SHIVANGANI TASK\image process\image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00364" y="2414592"/>
            <a:ext cx="3214690" cy="18002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28596" y="785794"/>
            <a:ext cx="8229600" cy="5340369"/>
          </a:xfrm>
        </p:spPr>
        <p:txBody>
          <a:bodyPr/>
          <a:lstStyle/>
          <a:p>
            <a:r>
              <a:rPr lang="en-US" sz="2800" dirty="0" smtClean="0"/>
              <a:t>Query response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IN" sz="2800" dirty="0" smtClean="0"/>
          </a:p>
          <a:p>
            <a:pPr>
              <a:buNone/>
            </a:pPr>
            <a:endParaRPr lang="en-IN" sz="2800" dirty="0" smtClean="0"/>
          </a:p>
          <a:p>
            <a:pPr>
              <a:buNone/>
            </a:pPr>
            <a:r>
              <a:rPr lang="en-IN" sz="2800" dirty="0" smtClean="0"/>
              <a:t>Doubts or </a:t>
            </a:r>
            <a:r>
              <a:rPr lang="en-IN" sz="2800" dirty="0"/>
              <a:t>questions raised by the clients </a:t>
            </a:r>
            <a:r>
              <a:rPr lang="en-IN" sz="2800" dirty="0" smtClean="0"/>
              <a:t>are</a:t>
            </a:r>
          </a:p>
          <a:p>
            <a:pPr>
              <a:buNone/>
            </a:pPr>
            <a:r>
              <a:rPr lang="en-IN" sz="2800" dirty="0" smtClean="0"/>
              <a:t>answered</a:t>
            </a:r>
            <a:r>
              <a:rPr lang="en-IN" sz="2800" dirty="0"/>
              <a:t>.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3074" name="Picture 2" descr="D:\SHIVANGANI TASK\image process\cl query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1897210"/>
            <a:ext cx="4231081" cy="18889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857232"/>
            <a:ext cx="8229600" cy="5268931"/>
          </a:xfrm>
        </p:spPr>
        <p:txBody>
          <a:bodyPr/>
          <a:lstStyle/>
          <a:p>
            <a:r>
              <a:rPr lang="en-US" sz="2800" dirty="0" smtClean="0"/>
              <a:t>Meeting schedule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>
              <a:buNone/>
            </a:pPr>
            <a:endParaRPr lang="en-IN" sz="2800" dirty="0" smtClean="0"/>
          </a:p>
          <a:p>
            <a:pPr>
              <a:buNone/>
            </a:pPr>
            <a:endParaRPr lang="en-IN" sz="2800" dirty="0" smtClean="0"/>
          </a:p>
          <a:p>
            <a:pPr>
              <a:buNone/>
            </a:pPr>
            <a:r>
              <a:rPr lang="en-IN" sz="2800" dirty="0" smtClean="0"/>
              <a:t>Is </a:t>
            </a:r>
            <a:r>
              <a:rPr lang="en-IN" sz="2800" dirty="0"/>
              <a:t>fixed to discuss the various components </a:t>
            </a:r>
            <a:r>
              <a:rPr lang="en-IN" sz="2800" dirty="0" smtClean="0"/>
              <a:t>of</a:t>
            </a:r>
          </a:p>
          <a:p>
            <a:pPr>
              <a:buNone/>
            </a:pPr>
            <a:r>
              <a:rPr lang="en-IN" sz="2800" dirty="0" smtClean="0"/>
              <a:t>films like concept</a:t>
            </a:r>
            <a:r>
              <a:rPr lang="en-IN" sz="2800" dirty="0"/>
              <a:t>, plan, budget etc.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098" name="Picture 2" descr="D:\SHIVANGANI TASK\image process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488" y="1643050"/>
            <a:ext cx="3777293" cy="25424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00108"/>
            <a:ext cx="8229600" cy="5126055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Storyboard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>
              <a:buNone/>
            </a:pPr>
            <a:endParaRPr lang="en-IN" sz="2800" dirty="0" smtClean="0"/>
          </a:p>
          <a:p>
            <a:pPr>
              <a:buNone/>
            </a:pPr>
            <a:endParaRPr lang="en-IN" sz="2800" dirty="0" smtClean="0"/>
          </a:p>
          <a:p>
            <a:pPr>
              <a:buNone/>
            </a:pPr>
            <a:r>
              <a:rPr lang="en-IN" sz="2800" dirty="0" smtClean="0"/>
              <a:t>A </a:t>
            </a:r>
            <a:r>
              <a:rPr lang="en-IN" sz="2800" dirty="0"/>
              <a:t>rough, pictorial outline of different </a:t>
            </a:r>
            <a:r>
              <a:rPr lang="en-IN" sz="2800" dirty="0" smtClean="0"/>
              <a:t>scenes,</a:t>
            </a:r>
          </a:p>
          <a:p>
            <a:pPr>
              <a:buNone/>
            </a:pPr>
            <a:r>
              <a:rPr lang="en-IN" sz="2800" dirty="0" smtClean="0"/>
              <a:t>camera </a:t>
            </a:r>
            <a:r>
              <a:rPr lang="en-IN" sz="2800" dirty="0"/>
              <a:t>angles, perspectives in a film </a:t>
            </a:r>
            <a:r>
              <a:rPr lang="en-IN" sz="2800" dirty="0" smtClean="0"/>
              <a:t>or</a:t>
            </a:r>
          </a:p>
          <a:p>
            <a:pPr>
              <a:buNone/>
            </a:pPr>
            <a:r>
              <a:rPr lang="en-IN" sz="2800" dirty="0" smtClean="0"/>
              <a:t>interactive </a:t>
            </a:r>
            <a:r>
              <a:rPr lang="en-IN" sz="2800" dirty="0"/>
              <a:t>scenes.</a:t>
            </a:r>
          </a:p>
          <a:p>
            <a:endParaRPr lang="en-IN" dirty="0"/>
          </a:p>
        </p:txBody>
      </p:sp>
      <p:pic>
        <p:nvPicPr>
          <p:cNvPr id="5122" name="Picture 2" descr="D:\SHIVANGANI TASK\image process\images (1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86050" y="1712835"/>
            <a:ext cx="3403199" cy="243054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857232"/>
            <a:ext cx="8229600" cy="5268931"/>
          </a:xfrm>
        </p:spPr>
        <p:txBody>
          <a:bodyPr/>
          <a:lstStyle/>
          <a:p>
            <a:r>
              <a:rPr lang="en-US" sz="2800" dirty="0" smtClean="0"/>
              <a:t>Concept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IN" sz="2800" dirty="0" smtClean="0"/>
          </a:p>
          <a:p>
            <a:pPr>
              <a:buNone/>
            </a:pPr>
            <a:r>
              <a:rPr lang="en-IN" sz="2800" dirty="0" smtClean="0"/>
              <a:t>The concept is an </a:t>
            </a:r>
            <a:r>
              <a:rPr lang="en-IN" sz="2800" dirty="0"/>
              <a:t>idea </a:t>
            </a:r>
            <a:r>
              <a:rPr lang="en-IN" sz="2800" dirty="0" smtClean="0"/>
              <a:t>used to tell your story by</a:t>
            </a:r>
          </a:p>
          <a:p>
            <a:pPr>
              <a:buNone/>
            </a:pPr>
            <a:r>
              <a:rPr lang="en-IN" sz="2800" dirty="0" smtClean="0"/>
              <a:t>combining </a:t>
            </a:r>
            <a:r>
              <a:rPr lang="en-IN" sz="2800" dirty="0"/>
              <a:t>all its characteristics or particulars.</a:t>
            </a:r>
          </a:p>
          <a:p>
            <a:endParaRPr lang="en-IN" dirty="0"/>
          </a:p>
        </p:txBody>
      </p:sp>
      <p:pic>
        <p:nvPicPr>
          <p:cNvPr id="6148" name="Picture 4" descr="D:\SHIVANGANI TASK\image process\images (3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3240" y="1714488"/>
            <a:ext cx="2399067" cy="239906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00108"/>
            <a:ext cx="8229600" cy="5126055"/>
          </a:xfrm>
        </p:spPr>
        <p:txBody>
          <a:bodyPr>
            <a:normAutofit fontScale="55000" lnSpcReduction="20000"/>
          </a:bodyPr>
          <a:lstStyle/>
          <a:p>
            <a:r>
              <a:rPr lang="en-US" sz="5100" dirty="0" smtClean="0"/>
              <a:t>Script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4500" dirty="0" smtClean="0"/>
          </a:p>
          <a:p>
            <a:pPr>
              <a:buNone/>
            </a:pPr>
            <a:r>
              <a:rPr lang="en-US" sz="5100" dirty="0" smtClean="0"/>
              <a:t>A video script is a product of Concept, Structure,</a:t>
            </a:r>
          </a:p>
          <a:p>
            <a:pPr>
              <a:buNone/>
            </a:pPr>
            <a:r>
              <a:rPr lang="en-US" sz="5100" dirty="0" smtClean="0"/>
              <a:t>Content, Style, and Format. Awareness of the</a:t>
            </a:r>
          </a:p>
          <a:p>
            <a:pPr>
              <a:buNone/>
            </a:pPr>
            <a:r>
              <a:rPr lang="en-US" sz="5100" dirty="0" smtClean="0"/>
              <a:t>role of each will result in scripts that are</a:t>
            </a:r>
          </a:p>
          <a:p>
            <a:pPr>
              <a:buNone/>
            </a:pPr>
            <a:r>
              <a:rPr lang="en-US" sz="5100" dirty="0" smtClean="0"/>
              <a:t>targeted to the audience and the goal of</a:t>
            </a:r>
          </a:p>
          <a:p>
            <a:pPr>
              <a:buNone/>
            </a:pPr>
            <a:r>
              <a:rPr lang="en-US" sz="5100" dirty="0" smtClean="0"/>
              <a:t>the video. </a:t>
            </a:r>
            <a:endParaRPr lang="en-IN" sz="5100" dirty="0"/>
          </a:p>
        </p:txBody>
      </p:sp>
      <p:pic>
        <p:nvPicPr>
          <p:cNvPr id="7170" name="Picture 2" descr="D:\SHIVANGANI TASK\image process\image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86050" y="1895476"/>
            <a:ext cx="2724150" cy="1676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71546"/>
            <a:ext cx="8229600" cy="5054617"/>
          </a:xfrm>
        </p:spPr>
        <p:txBody>
          <a:bodyPr/>
          <a:lstStyle/>
          <a:p>
            <a:r>
              <a:rPr lang="en-US" sz="2800" dirty="0" err="1" smtClean="0"/>
              <a:t>Recce</a:t>
            </a:r>
            <a:endParaRPr lang="en-US" sz="2800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IN" sz="2800" dirty="0" smtClean="0"/>
          </a:p>
          <a:p>
            <a:pPr>
              <a:buNone/>
            </a:pPr>
            <a:endParaRPr lang="en-IN" sz="2800" dirty="0" smtClean="0"/>
          </a:p>
          <a:p>
            <a:pPr>
              <a:buNone/>
            </a:pPr>
            <a:endParaRPr lang="en-IN" sz="2800" dirty="0" smtClean="0"/>
          </a:p>
          <a:p>
            <a:pPr>
              <a:buNone/>
            </a:pPr>
            <a:r>
              <a:rPr lang="en-IN" sz="2800" dirty="0" smtClean="0"/>
              <a:t>Preview </a:t>
            </a:r>
            <a:r>
              <a:rPr lang="en-IN" sz="2800" dirty="0"/>
              <a:t>and finalization of locations for shoot.</a:t>
            </a:r>
            <a:endParaRPr lang="en-US" sz="2800" dirty="0"/>
          </a:p>
        </p:txBody>
      </p:sp>
      <p:pic>
        <p:nvPicPr>
          <p:cNvPr id="9218" name="Picture 2" descr="D:\SHIVANGANI TASK\image process\downloa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86050" y="1857364"/>
            <a:ext cx="2846919" cy="314752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71546"/>
            <a:ext cx="8229600" cy="5054617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Shooting Schedule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2800" dirty="0" smtClean="0"/>
              <a:t>A shooting schedule is a project plan of each</a:t>
            </a:r>
          </a:p>
          <a:p>
            <a:pPr>
              <a:buNone/>
            </a:pPr>
            <a:r>
              <a:rPr lang="en-US" sz="2800" dirty="0" smtClean="0"/>
              <a:t>day's shooting for a film production. It is</a:t>
            </a:r>
          </a:p>
          <a:p>
            <a:pPr>
              <a:buNone/>
            </a:pPr>
            <a:r>
              <a:rPr lang="en-US" sz="2800" dirty="0" smtClean="0"/>
              <a:t>Normally created and managed by the assistant</a:t>
            </a:r>
          </a:p>
          <a:p>
            <a:pPr>
              <a:buNone/>
            </a:pPr>
            <a:r>
              <a:rPr lang="en-US" sz="2800" dirty="0" smtClean="0"/>
              <a:t>director, who reports to the production manager</a:t>
            </a:r>
          </a:p>
          <a:p>
            <a:pPr>
              <a:buNone/>
            </a:pPr>
            <a:r>
              <a:rPr lang="en-US" sz="2800" dirty="0" smtClean="0"/>
              <a:t>managing the production schedule.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7467600" cy="107157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b="1" dirty="0" smtClean="0">
                <a:solidFill>
                  <a:srgbClr val="C00000"/>
                </a:solidFill>
              </a:rPr>
              <a:t>Production</a:t>
            </a:r>
            <a:r>
              <a:rPr lang="en-US" b="1" dirty="0" smtClean="0">
                <a:solidFill>
                  <a:srgbClr val="C00000"/>
                </a:solidFill>
              </a:rPr>
              <a:t/>
            </a:r>
            <a:br>
              <a:rPr lang="en-US" b="1" dirty="0" smtClean="0">
                <a:solidFill>
                  <a:srgbClr val="C00000"/>
                </a:solidFill>
              </a:rPr>
            </a:b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00108"/>
            <a:ext cx="8229600" cy="5126055"/>
          </a:xfrm>
        </p:spPr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>
              <a:buNone/>
            </a:pPr>
            <a:endParaRPr lang="en-IN" sz="2800" dirty="0" smtClean="0"/>
          </a:p>
          <a:p>
            <a:pPr>
              <a:buNone/>
            </a:pPr>
            <a:r>
              <a:rPr lang="en-IN" sz="2800" dirty="0" smtClean="0"/>
              <a:t>Production </a:t>
            </a:r>
            <a:r>
              <a:rPr lang="en-IN" sz="2800" dirty="0"/>
              <a:t>refers to the tasks that </a:t>
            </a:r>
            <a:r>
              <a:rPr lang="en-IN" sz="2800" dirty="0" smtClean="0"/>
              <a:t>are executed</a:t>
            </a:r>
          </a:p>
          <a:p>
            <a:pPr>
              <a:buNone/>
            </a:pPr>
            <a:r>
              <a:rPr lang="en-IN" sz="2800" dirty="0" smtClean="0"/>
              <a:t>During the </a:t>
            </a:r>
            <a:r>
              <a:rPr lang="en-IN" sz="2800" dirty="0"/>
              <a:t>filming or shooting</a:t>
            </a:r>
            <a:r>
              <a:rPr lang="en-IN" sz="2800" dirty="0" smtClean="0"/>
              <a:t>.</a:t>
            </a:r>
            <a:r>
              <a:rPr lang="en-IN" sz="2800" dirty="0"/>
              <a:t> This </a:t>
            </a:r>
            <a:r>
              <a:rPr lang="en-IN" sz="2800" dirty="0" smtClean="0"/>
              <a:t>includes</a:t>
            </a:r>
          </a:p>
          <a:p>
            <a:pPr>
              <a:buNone/>
            </a:pPr>
            <a:r>
              <a:rPr lang="en-IN" sz="2800" dirty="0" smtClean="0"/>
              <a:t>tasks </a:t>
            </a:r>
            <a:r>
              <a:rPr lang="en-IN" sz="2800" dirty="0"/>
              <a:t>such </a:t>
            </a:r>
            <a:r>
              <a:rPr lang="en-IN" sz="2800" dirty="0" smtClean="0"/>
              <a:t>as setting </a:t>
            </a:r>
            <a:r>
              <a:rPr lang="en-IN" sz="2800" dirty="0"/>
              <a:t>up scenes, the capture </a:t>
            </a:r>
            <a:r>
              <a:rPr lang="en-IN" sz="2800" dirty="0" smtClean="0"/>
              <a:t>of</a:t>
            </a:r>
          </a:p>
          <a:p>
            <a:pPr>
              <a:buNone/>
            </a:pPr>
            <a:r>
              <a:rPr lang="en-IN" sz="2800" dirty="0" smtClean="0"/>
              <a:t>raw </a:t>
            </a:r>
            <a:r>
              <a:rPr lang="en-IN" sz="2800" dirty="0"/>
              <a:t>footage, </a:t>
            </a:r>
            <a:r>
              <a:rPr lang="en-IN" sz="2800" dirty="0" smtClean="0"/>
              <a:t>and usage </a:t>
            </a:r>
            <a:r>
              <a:rPr lang="en-IN" sz="2800" dirty="0"/>
              <a:t>of set </a:t>
            </a:r>
            <a:r>
              <a:rPr lang="en-IN" sz="2800" dirty="0" smtClean="0"/>
              <a:t>designs.</a:t>
            </a:r>
            <a:endParaRPr lang="en-IN" sz="2800" dirty="0"/>
          </a:p>
        </p:txBody>
      </p:sp>
      <p:pic>
        <p:nvPicPr>
          <p:cNvPr id="8194" name="Picture 2" descr="D:\SHIVANGANI TASK\image process\download (1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1736" y="1431864"/>
            <a:ext cx="3710412" cy="23543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857232"/>
            <a:ext cx="8229600" cy="5268931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Shooting</a:t>
            </a:r>
          </a:p>
          <a:p>
            <a:endParaRPr lang="en-US" dirty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>
              <a:buNone/>
            </a:pPr>
            <a:endParaRPr lang="en-IN" sz="2800" dirty="0" smtClean="0"/>
          </a:p>
          <a:p>
            <a:pPr>
              <a:buNone/>
            </a:pPr>
            <a:endParaRPr lang="en-IN" sz="2800" dirty="0" smtClean="0"/>
          </a:p>
          <a:p>
            <a:pPr>
              <a:buNone/>
            </a:pPr>
            <a:r>
              <a:rPr lang="en-IN" sz="2800" dirty="0" smtClean="0"/>
              <a:t>Shooting </a:t>
            </a:r>
            <a:r>
              <a:rPr lang="en-IN" sz="2800" dirty="0"/>
              <a:t>are an essential aspect of a film </a:t>
            </a:r>
            <a:r>
              <a:rPr lang="en-IN" sz="2800" dirty="0" smtClean="0"/>
              <a:t>where</a:t>
            </a:r>
          </a:p>
          <a:p>
            <a:pPr>
              <a:buNone/>
            </a:pPr>
            <a:r>
              <a:rPr lang="en-IN" sz="2800" dirty="0" smtClean="0"/>
              <a:t>angles</a:t>
            </a:r>
            <a:r>
              <a:rPr lang="en-IN" sz="2800" dirty="0"/>
              <a:t>, </a:t>
            </a:r>
            <a:r>
              <a:rPr lang="en-IN" sz="2800" dirty="0" smtClean="0"/>
              <a:t>transitions </a:t>
            </a:r>
            <a:r>
              <a:rPr lang="en-IN" sz="2800" dirty="0"/>
              <a:t>and cuts are used to </a:t>
            </a:r>
            <a:r>
              <a:rPr lang="en-IN" sz="2800" dirty="0" smtClean="0"/>
              <a:t>express</a:t>
            </a:r>
          </a:p>
          <a:p>
            <a:pPr>
              <a:buNone/>
            </a:pPr>
            <a:r>
              <a:rPr lang="en-IN" sz="2800" dirty="0" smtClean="0"/>
              <a:t>ideas </a:t>
            </a:r>
            <a:r>
              <a:rPr lang="en-IN" sz="2800" dirty="0"/>
              <a:t>and </a:t>
            </a:r>
            <a:r>
              <a:rPr lang="en-IN" sz="2800" dirty="0" smtClean="0"/>
              <a:t>movements</a:t>
            </a:r>
            <a:r>
              <a:rPr lang="en-IN" sz="2800" dirty="0"/>
              <a:t>.</a:t>
            </a:r>
          </a:p>
          <a:p>
            <a:endParaRPr lang="en-IN" dirty="0"/>
          </a:p>
        </p:txBody>
      </p:sp>
      <p:pic>
        <p:nvPicPr>
          <p:cNvPr id="10242" name="Picture 2" descr="D:\SHIVANGANI TASK\image process\download (2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1571612"/>
            <a:ext cx="4476429" cy="257092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b="1" dirty="0" smtClean="0">
                <a:solidFill>
                  <a:srgbClr val="C00000"/>
                </a:solidFill>
              </a:rPr>
              <a:t>Post – Production</a:t>
            </a:r>
            <a:endParaRPr lang="en-IN" sz="28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>
              <a:buNone/>
            </a:pPr>
            <a:endParaRPr lang="en-IN" sz="3000" dirty="0" smtClean="0"/>
          </a:p>
          <a:p>
            <a:pPr>
              <a:buNone/>
            </a:pPr>
            <a:r>
              <a:rPr lang="en-IN" sz="3000" dirty="0" smtClean="0"/>
              <a:t>It </a:t>
            </a:r>
            <a:r>
              <a:rPr lang="en-IN" sz="3000" dirty="0"/>
              <a:t>is a term for all stages of </a:t>
            </a:r>
            <a:r>
              <a:rPr lang="en-IN" sz="3000" dirty="0" smtClean="0"/>
              <a:t>production</a:t>
            </a:r>
          </a:p>
          <a:p>
            <a:pPr>
              <a:buNone/>
            </a:pPr>
            <a:r>
              <a:rPr lang="en-IN" sz="3000" dirty="0" smtClean="0"/>
              <a:t>occurring after </a:t>
            </a:r>
            <a:r>
              <a:rPr lang="en-IN" sz="3000" dirty="0"/>
              <a:t>the actual end of </a:t>
            </a:r>
            <a:r>
              <a:rPr lang="en-IN" sz="3000" dirty="0" smtClean="0"/>
              <a:t>shooting</a:t>
            </a:r>
          </a:p>
          <a:p>
            <a:pPr>
              <a:buNone/>
            </a:pPr>
            <a:r>
              <a:rPr lang="en-IN" sz="3000" dirty="0" smtClean="0"/>
              <a:t>and/or </a:t>
            </a:r>
            <a:r>
              <a:rPr lang="en-IN" sz="3000" dirty="0"/>
              <a:t>recording </a:t>
            </a:r>
            <a:r>
              <a:rPr lang="en-IN" sz="3000" dirty="0" smtClean="0"/>
              <a:t>the </a:t>
            </a:r>
            <a:r>
              <a:rPr lang="en-IN" sz="3000" dirty="0"/>
              <a:t>completed work.</a:t>
            </a:r>
          </a:p>
        </p:txBody>
      </p:sp>
      <p:pic>
        <p:nvPicPr>
          <p:cNvPr id="11266" name="Picture 2" descr="D:\SHIVANGANI TASK\image process\images (4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86116" y="1785926"/>
            <a:ext cx="1828800" cy="25050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3978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/>
              <a:t>Stages of Post - Production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28736"/>
            <a:ext cx="8229600" cy="4697427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Editing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  <a:p>
            <a:endParaRPr lang="en-US" dirty="0" smtClean="0"/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endParaRPr lang="en-IN" sz="2800" dirty="0" smtClean="0"/>
          </a:p>
          <a:p>
            <a:pPr>
              <a:buNone/>
            </a:pPr>
            <a:endParaRPr lang="en-IN" sz="2800" dirty="0" smtClean="0"/>
          </a:p>
          <a:p>
            <a:pPr>
              <a:buNone/>
            </a:pPr>
            <a:r>
              <a:rPr lang="en-IN" sz="2800" dirty="0" smtClean="0"/>
              <a:t>Is </a:t>
            </a:r>
            <a:r>
              <a:rPr lang="en-IN" sz="2800" dirty="0"/>
              <a:t>a process in which film is modified by </a:t>
            </a:r>
            <a:r>
              <a:rPr lang="en-IN" sz="2800" dirty="0" smtClean="0"/>
              <a:t>adding</a:t>
            </a:r>
          </a:p>
          <a:p>
            <a:pPr>
              <a:buNone/>
            </a:pPr>
            <a:r>
              <a:rPr lang="en-IN" sz="2800" dirty="0" smtClean="0"/>
              <a:t>(music, graphics</a:t>
            </a:r>
            <a:r>
              <a:rPr lang="en-IN" sz="2800" dirty="0"/>
              <a:t>, voice over etc).</a:t>
            </a:r>
          </a:p>
          <a:p>
            <a:endParaRPr lang="en-US" dirty="0" smtClean="0"/>
          </a:p>
        </p:txBody>
      </p:sp>
      <p:pic>
        <p:nvPicPr>
          <p:cNvPr id="12290" name="Picture 2" descr="D:\SHIVANGANI TASK\image process\images (5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69040" y="2143116"/>
            <a:ext cx="3317406" cy="220758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00108"/>
            <a:ext cx="8229600" cy="5126055"/>
          </a:xfrm>
        </p:spPr>
        <p:txBody>
          <a:bodyPr/>
          <a:lstStyle/>
          <a:p>
            <a:r>
              <a:rPr lang="en-US" sz="2800" dirty="0" smtClean="0"/>
              <a:t>First video cut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>
              <a:buNone/>
            </a:pPr>
            <a:endParaRPr lang="en-IN" sz="2800" dirty="0" smtClean="0"/>
          </a:p>
          <a:p>
            <a:pPr>
              <a:buNone/>
            </a:pPr>
            <a:endParaRPr lang="en-IN" sz="2800" dirty="0" smtClean="0"/>
          </a:p>
          <a:p>
            <a:pPr>
              <a:buNone/>
            </a:pPr>
            <a:r>
              <a:rPr lang="en-IN" sz="2800" dirty="0" smtClean="0"/>
              <a:t>Is </a:t>
            </a:r>
            <a:r>
              <a:rPr lang="en-IN" sz="2800" dirty="0"/>
              <a:t>a rough preview of film before finalizing.</a:t>
            </a:r>
          </a:p>
        </p:txBody>
      </p:sp>
      <p:pic>
        <p:nvPicPr>
          <p:cNvPr id="13315" name="Picture 3" descr="D:\SHIVANGANI TASK\image process\images (7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488" y="1930047"/>
            <a:ext cx="3575819" cy="249908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14356"/>
            <a:ext cx="8229600" cy="5411807"/>
          </a:xfrm>
        </p:spPr>
        <p:txBody>
          <a:bodyPr>
            <a:normAutofit/>
          </a:bodyPr>
          <a:lstStyle/>
          <a:p>
            <a:r>
              <a:rPr lang="en-US" sz="2800" dirty="0" smtClean="0"/>
              <a:t>Final video cut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>
              <a:buNone/>
            </a:pPr>
            <a:endParaRPr lang="en-IN" sz="2800" dirty="0" smtClean="0"/>
          </a:p>
          <a:p>
            <a:pPr>
              <a:buNone/>
            </a:pPr>
            <a:endParaRPr lang="en-IN" sz="2800" dirty="0" smtClean="0"/>
          </a:p>
          <a:p>
            <a:pPr>
              <a:buNone/>
            </a:pPr>
            <a:r>
              <a:rPr lang="en-IN" sz="2800" dirty="0" smtClean="0"/>
              <a:t>Is </a:t>
            </a:r>
            <a:r>
              <a:rPr lang="en-IN" sz="2800" dirty="0"/>
              <a:t>the process where editor works with the raw </a:t>
            </a:r>
            <a:endParaRPr lang="en-IN" sz="2800" dirty="0" smtClean="0"/>
          </a:p>
          <a:p>
            <a:pPr>
              <a:buNone/>
            </a:pPr>
            <a:r>
              <a:rPr lang="en-IN" sz="2800" dirty="0" smtClean="0"/>
              <a:t>footage</a:t>
            </a:r>
            <a:r>
              <a:rPr lang="en-IN" sz="2800" dirty="0"/>
              <a:t>, selecting shots and combining them </a:t>
            </a:r>
            <a:endParaRPr lang="en-IN" sz="2800" dirty="0" smtClean="0"/>
          </a:p>
          <a:p>
            <a:pPr>
              <a:buNone/>
            </a:pPr>
            <a:r>
              <a:rPr lang="en-IN" sz="2800" dirty="0" smtClean="0"/>
              <a:t>into </a:t>
            </a:r>
            <a:r>
              <a:rPr lang="en-IN" sz="2800" dirty="0"/>
              <a:t>sequence to create a finished motion film.</a:t>
            </a:r>
          </a:p>
          <a:p>
            <a:endParaRPr lang="en-IN" dirty="0"/>
          </a:p>
        </p:txBody>
      </p:sp>
      <p:pic>
        <p:nvPicPr>
          <p:cNvPr id="14338" name="Picture 2" descr="D:\SHIVANGANI TASK\image process\images (6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28926" y="1586345"/>
            <a:ext cx="3230014" cy="248559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857232"/>
            <a:ext cx="8229600" cy="5268931"/>
          </a:xfrm>
        </p:spPr>
        <p:txBody>
          <a:bodyPr/>
          <a:lstStyle/>
          <a:p>
            <a:r>
              <a:rPr lang="en-US" sz="2800" dirty="0" smtClean="0"/>
              <a:t>Feedback</a:t>
            </a:r>
          </a:p>
          <a:p>
            <a:endParaRPr lang="en-US" dirty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>
              <a:buNone/>
            </a:pPr>
            <a:endParaRPr lang="en-IN" sz="2800" dirty="0" smtClean="0"/>
          </a:p>
          <a:p>
            <a:pPr>
              <a:buNone/>
            </a:pPr>
            <a:r>
              <a:rPr lang="en-IN" sz="2800" dirty="0" smtClean="0"/>
              <a:t>An </a:t>
            </a:r>
            <a:r>
              <a:rPr lang="en-IN" sz="2800" dirty="0"/>
              <a:t>important part of the production process </a:t>
            </a:r>
            <a:r>
              <a:rPr lang="en-IN" sz="2800" dirty="0" smtClean="0"/>
              <a:t>as</a:t>
            </a:r>
          </a:p>
          <a:p>
            <a:pPr>
              <a:buNone/>
            </a:pPr>
            <a:r>
              <a:rPr lang="en-IN" sz="2800" dirty="0" smtClean="0"/>
              <a:t> </a:t>
            </a:r>
            <a:r>
              <a:rPr lang="en-IN" sz="2800" dirty="0"/>
              <a:t>it speaks about the quality of work done.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15362" name="Picture 2" descr="D:\SHIVANGANI TASK\image process\images (8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3174" y="1684052"/>
            <a:ext cx="3924635" cy="26022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195</TotalTime>
  <Words>427</Words>
  <Application>Microsoft Office PowerPoint</Application>
  <PresentationFormat>On-screen Show (4:3)</PresentationFormat>
  <Paragraphs>193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Century Schoolbook</vt:lpstr>
      <vt:lpstr>Georgia</vt:lpstr>
      <vt:lpstr>Wingdings</vt:lpstr>
      <vt:lpstr>Wingdings 2</vt:lpstr>
      <vt:lpstr>Oriel</vt:lpstr>
      <vt:lpstr>Video Production Process</vt:lpstr>
      <vt:lpstr>Video Production process </vt:lpstr>
      <vt:lpstr>Video Production process </vt:lpstr>
      <vt:lpstr>Video Production process </vt:lpstr>
      <vt:lpstr>Video Production process </vt:lpstr>
      <vt:lpstr>Stages of Pre - Production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Production </vt:lpstr>
      <vt:lpstr>PowerPoint Presentation</vt:lpstr>
      <vt:lpstr>Post – Production</vt:lpstr>
      <vt:lpstr>Stages of Post - Production</vt:lpstr>
      <vt:lpstr>PowerPoint Presentation</vt:lpstr>
      <vt:lpstr>PowerPoint Presentation</vt:lpstr>
      <vt:lpstr>PowerPoint Presentation</vt:lpstr>
    </vt:vector>
  </TitlesOfParts>
  <Company>MD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Production process By Media Designs, video production company, corporate film maker</dc:title>
  <dc:subject>Video Production process By Media Designs, video production company, corporate film maker</dc:subject>
  <dc:creator>Media Designs</dc:creator>
  <cp:keywords>Video Production process By Media Designs, video production company, corporate film maker</cp:keywords>
  <cp:lastModifiedBy>JAMIE</cp:lastModifiedBy>
  <cp:revision>26</cp:revision>
  <dcterms:created xsi:type="dcterms:W3CDTF">2015-02-12T10:38:11Z</dcterms:created>
  <dcterms:modified xsi:type="dcterms:W3CDTF">2024-09-06T11:39:53Z</dcterms:modified>
</cp:coreProperties>
</file>