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57" r:id="rId6"/>
    <p:sldId id="260" r:id="rId7"/>
    <p:sldId id="274" r:id="rId8"/>
    <p:sldId id="258" r:id="rId9"/>
    <p:sldId id="259" r:id="rId10"/>
    <p:sldId id="261" r:id="rId11"/>
    <p:sldId id="262" r:id="rId12"/>
    <p:sldId id="264" r:id="rId13"/>
    <p:sldId id="263" r:id="rId14"/>
    <p:sldId id="265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6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6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1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3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9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4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67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4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1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4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5C6BA-7C22-438E-B27A-94A8A7FBF037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8D2CA-06BB-4EA0-8E5C-EABDDEB3C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9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</a:schemeClr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sto MT" panose="020406030505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sto MT" panose="020406030505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sto MT" panose="020406030505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sto MT" panose="020406030505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sto MT" panose="02040603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Installing and Configuring Output Devices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734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i="1" dirty="0"/>
              <a:t>output device </a:t>
            </a:r>
            <a:r>
              <a:rPr lang="en-US" dirty="0"/>
              <a:t>is a device that sends data out of the computer and </a:t>
            </a:r>
            <a:r>
              <a:rPr lang="en-US" dirty="0" smtClean="0"/>
              <a:t>creates a </a:t>
            </a:r>
            <a:r>
              <a:rPr lang="en-US" dirty="0"/>
              <a:t>tangible </a:t>
            </a:r>
            <a:r>
              <a:rPr lang="en-US" dirty="0" smtClean="0"/>
              <a:t>output.</a:t>
            </a:r>
          </a:p>
          <a:p>
            <a:r>
              <a:rPr lang="en-US" dirty="0" smtClean="0"/>
              <a:t>Examples </a:t>
            </a:r>
            <a:r>
              <a:rPr lang="en-US" dirty="0"/>
              <a:t>of output for the system are </a:t>
            </a:r>
            <a:r>
              <a:rPr lang="en-US" dirty="0" smtClean="0"/>
              <a:t>displaying information </a:t>
            </a:r>
            <a:r>
              <a:rPr lang="en-US" dirty="0"/>
              <a:t>on the monitor, printing out a report, or even listening to </a:t>
            </a:r>
            <a:r>
              <a:rPr lang="en-US" dirty="0" smtClean="0"/>
              <a:t>the sound </a:t>
            </a:r>
            <a:r>
              <a:rPr lang="en-US" dirty="0"/>
              <a:t>that the sound card puts through the speakers when playing </a:t>
            </a:r>
            <a:r>
              <a:rPr lang="en-US" dirty="0" smtClean="0"/>
              <a:t>your favorite </a:t>
            </a:r>
            <a:r>
              <a:rPr lang="en-US" dirty="0"/>
              <a:t>computer games.</a:t>
            </a:r>
            <a:endParaRPr lang="en-PH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53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Video Adapters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lso </a:t>
            </a:r>
            <a:r>
              <a:rPr lang="en-US" dirty="0"/>
              <a:t>known as the </a:t>
            </a:r>
            <a:r>
              <a:rPr lang="en-US" i="1" dirty="0"/>
              <a:t>video card, </a:t>
            </a:r>
            <a:r>
              <a:rPr lang="en-US" dirty="0"/>
              <a:t>is the interface between </a:t>
            </a:r>
            <a:r>
              <a:rPr lang="en-US" dirty="0" smtClean="0"/>
              <a:t>the monitor </a:t>
            </a:r>
            <a:r>
              <a:rPr lang="en-US" dirty="0"/>
              <a:t>and the computer and is responsible for converting the digital </a:t>
            </a:r>
            <a:r>
              <a:rPr lang="en-US" dirty="0" smtClean="0"/>
              <a:t>data from </a:t>
            </a:r>
            <a:r>
              <a:rPr lang="en-US" dirty="0"/>
              <a:t>the computer into analog information.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9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B</a:t>
            </a:r>
            <a:r>
              <a:rPr lang="en-US" b="0" dirty="0" smtClean="0"/>
              <a:t>asic </a:t>
            </a:r>
            <a:r>
              <a:rPr lang="en-US" b="0" dirty="0"/>
              <a:t>role of </a:t>
            </a:r>
            <a:r>
              <a:rPr lang="en-US" b="0" dirty="0" smtClean="0"/>
              <a:t>video adapter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Data </a:t>
            </a:r>
            <a:r>
              <a:rPr lang="en-US" dirty="0"/>
              <a:t>is sent to the video card via the expansion bus that the video </a:t>
            </a:r>
            <a:r>
              <a:rPr lang="en-US" dirty="0" smtClean="0"/>
              <a:t>card resides </a:t>
            </a:r>
            <a:r>
              <a:rPr lang="en-US" dirty="0"/>
              <a:t>in.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video chipset on the video card writes the data to memory </a:t>
            </a:r>
            <a:r>
              <a:rPr lang="en-US" dirty="0" smtClean="0"/>
              <a:t>located on </a:t>
            </a:r>
            <a:r>
              <a:rPr lang="en-US" dirty="0"/>
              <a:t>the </a:t>
            </a:r>
            <a:r>
              <a:rPr lang="en-US" dirty="0" smtClean="0"/>
              <a:t>card.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After </a:t>
            </a:r>
            <a:r>
              <a:rPr lang="en-US" dirty="0"/>
              <a:t>being stored in memory, the data is passed to the </a:t>
            </a:r>
            <a:r>
              <a:rPr lang="en-US" i="1" dirty="0" smtClean="0"/>
              <a:t>digital-to-analog converter </a:t>
            </a:r>
            <a:r>
              <a:rPr lang="en-US" i="1" dirty="0"/>
              <a:t>(DAC), </a:t>
            </a:r>
            <a:r>
              <a:rPr lang="en-US" dirty="0"/>
              <a:t>where it is converted from digital signals to analog </a:t>
            </a:r>
            <a:r>
              <a:rPr lang="en-US" dirty="0" smtClean="0"/>
              <a:t>signals that </a:t>
            </a:r>
            <a:r>
              <a:rPr lang="en-US" dirty="0"/>
              <a:t>the monitor can understand.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data is passed to the monitor, which then displays the data on </a:t>
            </a:r>
            <a:r>
              <a:rPr lang="en-US" dirty="0" smtClean="0"/>
              <a:t>the screen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566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Adapter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485" y="1872342"/>
            <a:ext cx="10491305" cy="41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1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V</a:t>
            </a:r>
            <a:r>
              <a:rPr lang="en-US" b="0" dirty="0" smtClean="0"/>
              <a:t>ideo </a:t>
            </a:r>
            <a:r>
              <a:rPr lang="en-US" b="0" dirty="0"/>
              <a:t>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Monochrome Display Adapter (MDA): </a:t>
            </a:r>
            <a:r>
              <a:rPr lang="en-US" dirty="0"/>
              <a:t>The MDA standard displays </a:t>
            </a:r>
            <a:r>
              <a:rPr lang="en-US" dirty="0" smtClean="0"/>
              <a:t>data in </a:t>
            </a:r>
            <a:r>
              <a:rPr lang="en-US" dirty="0"/>
              <a:t>a text format with a single color — white text on the black </a:t>
            </a:r>
            <a:r>
              <a:rPr lang="en-US" dirty="0" smtClean="0"/>
              <a:t>screen. This </a:t>
            </a:r>
            <a:r>
              <a:rPr lang="en-US" dirty="0"/>
              <a:t>standard is pretty much obsolete, but you may encounter an </a:t>
            </a:r>
            <a:r>
              <a:rPr lang="en-US" dirty="0" smtClean="0"/>
              <a:t>old server </a:t>
            </a:r>
            <a:r>
              <a:rPr lang="en-US" dirty="0"/>
              <a:t>that still uses it.</a:t>
            </a:r>
          </a:p>
          <a:p>
            <a:r>
              <a:rPr lang="en-US" b="1" dirty="0" smtClean="0"/>
              <a:t>Color </a:t>
            </a:r>
            <a:r>
              <a:rPr lang="en-US" b="1" dirty="0"/>
              <a:t>Graphics Adapter (CGA): </a:t>
            </a:r>
            <a:r>
              <a:rPr lang="en-US" dirty="0"/>
              <a:t>The CGA standard is the next </a:t>
            </a:r>
            <a:r>
              <a:rPr lang="en-US" dirty="0" smtClean="0"/>
              <a:t>step above </a:t>
            </a:r>
            <a:r>
              <a:rPr lang="en-US" dirty="0"/>
              <a:t>MDA and supports four colors in a 320 x 200 resolution but </a:t>
            </a:r>
            <a:r>
              <a:rPr lang="en-US" dirty="0" smtClean="0"/>
              <a:t>supports only </a:t>
            </a:r>
            <a:r>
              <a:rPr lang="en-US" dirty="0"/>
              <a:t>two colors with a resolution of 640 x 200. CGA video </a:t>
            </a:r>
            <a:r>
              <a:rPr lang="en-US" dirty="0" smtClean="0"/>
              <a:t>adapters were </a:t>
            </a:r>
            <a:r>
              <a:rPr lang="en-US" dirty="0"/>
              <a:t>the first adapters to support color.</a:t>
            </a:r>
          </a:p>
          <a:p>
            <a:r>
              <a:rPr lang="en-US" b="1" dirty="0" smtClean="0"/>
              <a:t>Enhanced </a:t>
            </a:r>
            <a:r>
              <a:rPr lang="en-US" b="1" dirty="0"/>
              <a:t>Graphics Adapter (EGA): </a:t>
            </a:r>
            <a:r>
              <a:rPr lang="en-US" dirty="0"/>
              <a:t>The next step after CGA is </a:t>
            </a:r>
            <a:r>
              <a:rPr lang="en-US" dirty="0" smtClean="0"/>
              <a:t>EGA, which </a:t>
            </a:r>
            <a:r>
              <a:rPr lang="en-US" dirty="0"/>
              <a:t>is much improved over the CGA graphics standard. EGA </a:t>
            </a:r>
            <a:r>
              <a:rPr lang="en-US" dirty="0" smtClean="0"/>
              <a:t>supports 16 </a:t>
            </a:r>
            <a:r>
              <a:rPr lang="en-US" dirty="0"/>
              <a:t>colors at 640 x 350 resolution.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8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V</a:t>
            </a:r>
            <a:r>
              <a:rPr lang="en-US" b="0" dirty="0" smtClean="0"/>
              <a:t>ideo standards…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Video Graphics Array (VGA): </a:t>
            </a:r>
            <a:r>
              <a:rPr lang="en-US" dirty="0"/>
              <a:t>VGA is a video graphics standard </a:t>
            </a:r>
            <a:r>
              <a:rPr lang="en-US" dirty="0" smtClean="0"/>
              <a:t>that allows </a:t>
            </a:r>
            <a:r>
              <a:rPr lang="en-US" dirty="0"/>
              <a:t>for a resolution of 640 x 480 with 16 colors, but also supports </a:t>
            </a:r>
            <a:r>
              <a:rPr lang="en-US" dirty="0" smtClean="0"/>
              <a:t>256 colors </a:t>
            </a:r>
            <a:r>
              <a:rPr lang="en-US" dirty="0"/>
              <a:t>at lower resolutions.</a:t>
            </a:r>
          </a:p>
          <a:p>
            <a:r>
              <a:rPr lang="en-US" b="1" dirty="0" smtClean="0"/>
              <a:t>Super </a:t>
            </a:r>
            <a:r>
              <a:rPr lang="en-US" b="1" dirty="0"/>
              <a:t>VGA (SVGA): </a:t>
            </a:r>
            <a:r>
              <a:rPr lang="en-US" dirty="0"/>
              <a:t>Super VGA supports 16 million colors at </a:t>
            </a:r>
            <a:r>
              <a:rPr lang="en-US" dirty="0" smtClean="0"/>
              <a:t>resolutions as </a:t>
            </a:r>
            <a:r>
              <a:rPr lang="en-US" dirty="0"/>
              <a:t>high as 1280 x 1024 and is the graphics standard of today.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13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Installing a video card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dirty="0" smtClean="0"/>
              <a:t>nstalling </a:t>
            </a:r>
            <a:r>
              <a:rPr lang="en-US" dirty="0"/>
              <a:t>any other card, </a:t>
            </a:r>
            <a:r>
              <a:rPr lang="en-US" dirty="0"/>
              <a:t>y</a:t>
            </a:r>
            <a:r>
              <a:rPr lang="en-US" dirty="0" smtClean="0"/>
              <a:t>ou </a:t>
            </a:r>
            <a:r>
              <a:rPr lang="en-US" dirty="0"/>
              <a:t>simply need to place the card into a supported bus</a:t>
            </a:r>
          </a:p>
          <a:p>
            <a:r>
              <a:rPr lang="en-US" dirty="0"/>
              <a:t>architecture, typically either PCI or AGP, and then load the driver.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32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Power </a:t>
            </a:r>
            <a:r>
              <a:rPr lang="en-US" b="1" dirty="0"/>
              <a:t>off and unplug the computer.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Open </a:t>
            </a:r>
            <a:r>
              <a:rPr lang="en-US" b="1" dirty="0"/>
              <a:t>the case or side panel of the computer so that you can access </a:t>
            </a:r>
            <a:r>
              <a:rPr lang="en-US" b="1" dirty="0" smtClean="0"/>
              <a:t>the expansion </a:t>
            </a:r>
            <a:r>
              <a:rPr lang="en-US" b="1" dirty="0"/>
              <a:t>slots.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If </a:t>
            </a:r>
            <a:r>
              <a:rPr lang="en-US" b="1" dirty="0"/>
              <a:t>you are replacing a video card, take out the old </a:t>
            </a:r>
            <a:r>
              <a:rPr lang="en-US" b="1" dirty="0" smtClean="0"/>
              <a:t>one. </a:t>
            </a:r>
            <a:r>
              <a:rPr lang="en-US" dirty="0" smtClean="0"/>
              <a:t>If </a:t>
            </a:r>
            <a:r>
              <a:rPr lang="en-US" dirty="0"/>
              <a:t>the old video card is integrated into the motherboard, you will not </a:t>
            </a:r>
            <a:r>
              <a:rPr lang="en-US" dirty="0" smtClean="0"/>
              <a:t>be able </a:t>
            </a:r>
            <a:r>
              <a:rPr lang="en-US" dirty="0"/>
              <a:t>to remove it, but you may be able to disable it in CMOS.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If you are adding the first video card to the system, then remove the blanking </a:t>
            </a:r>
            <a:r>
              <a:rPr lang="en-US" b="1" dirty="0"/>
              <a:t>plate for the AGP or PCI slot you wish to use.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Insert </a:t>
            </a:r>
            <a:r>
              <a:rPr lang="en-US" b="1" dirty="0"/>
              <a:t>the card into the slot until it fits firmly.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Screw </a:t>
            </a:r>
            <a:r>
              <a:rPr lang="en-US" b="1" dirty="0"/>
              <a:t>the video card’s plate into place to secure the card.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Place </a:t>
            </a:r>
            <a:r>
              <a:rPr lang="en-US" b="1" dirty="0"/>
              <a:t>the cover back on the computer, plug it back in, and power it 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66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power up the system, Plug and Play should kick in and </a:t>
            </a:r>
            <a:r>
              <a:rPr lang="en-US" dirty="0" smtClean="0"/>
              <a:t>detect the </a:t>
            </a:r>
            <a:r>
              <a:rPr lang="en-US" dirty="0"/>
              <a:t>newly added device and either load a driver or prompt you for </a:t>
            </a:r>
            <a:r>
              <a:rPr lang="en-US" dirty="0" smtClean="0"/>
              <a:t>the driver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the driver is loaded, you will be able to configure the </a:t>
            </a:r>
            <a:r>
              <a:rPr lang="en-US" dirty="0" smtClean="0"/>
              <a:t>display settings.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17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Using Your Monitor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you install the video </a:t>
            </a:r>
            <a:r>
              <a:rPr lang="en-US" dirty="0" smtClean="0"/>
              <a:t>adapter, you </a:t>
            </a:r>
            <a:r>
              <a:rPr lang="en-US" dirty="0"/>
              <a:t>then </a:t>
            </a:r>
            <a:r>
              <a:rPr lang="en-US" dirty="0" smtClean="0"/>
              <a:t>need to </a:t>
            </a:r>
            <a:r>
              <a:rPr lang="en-US" dirty="0"/>
              <a:t>connect the monitor to the video </a:t>
            </a:r>
            <a:r>
              <a:rPr lang="en-US" dirty="0" smtClean="0"/>
              <a:t>adapter.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00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Types of displays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Cathode Ray Tube (</a:t>
            </a:r>
            <a:r>
              <a:rPr lang="en-US" b="1" dirty="0" smtClean="0"/>
              <a:t>CRT): </a:t>
            </a:r>
            <a:r>
              <a:rPr lang="en-US" i="1" dirty="0" smtClean="0"/>
              <a:t>Cathode </a:t>
            </a:r>
            <a:r>
              <a:rPr lang="en-US" i="1" dirty="0"/>
              <a:t>Ray Tube (CRT) </a:t>
            </a:r>
            <a:r>
              <a:rPr lang="en-US" dirty="0"/>
              <a:t>monitors were popular for computing for </a:t>
            </a:r>
            <a:r>
              <a:rPr lang="en-US" dirty="0" smtClean="0"/>
              <a:t>many years </a:t>
            </a:r>
            <a:r>
              <a:rPr lang="en-US" dirty="0"/>
              <a:t>and were also popular as television screens.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receiving a </a:t>
            </a:r>
            <a:r>
              <a:rPr lang="en-US" dirty="0" smtClean="0"/>
              <a:t>signal from </a:t>
            </a:r>
            <a:r>
              <a:rPr lang="en-US" dirty="0"/>
              <a:t>the video card, a CRT monitor displays the image by using an </a:t>
            </a:r>
            <a:r>
              <a:rPr lang="en-US" dirty="0" smtClean="0"/>
              <a:t>electron gun </a:t>
            </a:r>
            <a:r>
              <a:rPr lang="en-US" dirty="0"/>
              <a:t>that shoots electrons at the phosphors covering the back of the </a:t>
            </a:r>
            <a:r>
              <a:rPr lang="en-US" dirty="0" smtClean="0"/>
              <a:t>screen, causing </a:t>
            </a:r>
            <a:r>
              <a:rPr lang="en-US" dirty="0"/>
              <a:t>those areas of the screen to glow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LCD: </a:t>
            </a:r>
            <a:r>
              <a:rPr lang="en-US" dirty="0" smtClean="0"/>
              <a:t>A </a:t>
            </a:r>
            <a:r>
              <a:rPr lang="en-US" i="1" dirty="0"/>
              <a:t>Liquid Crystal Display (LCD) </a:t>
            </a:r>
            <a:r>
              <a:rPr lang="en-US" dirty="0"/>
              <a:t>is a flat monitor type that has been used </a:t>
            </a:r>
            <a:r>
              <a:rPr lang="en-US" dirty="0" smtClean="0"/>
              <a:t>with laptops </a:t>
            </a:r>
            <a:r>
              <a:rPr lang="en-US" dirty="0"/>
              <a:t>for many years and is now used for flat-screen desktop monitors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4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displays…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Projector: </a:t>
            </a:r>
            <a:r>
              <a:rPr lang="en-US" dirty="0" smtClean="0"/>
              <a:t>Screen </a:t>
            </a:r>
            <a:r>
              <a:rPr lang="en-US" dirty="0"/>
              <a:t>projectors are becoming popular both for </a:t>
            </a:r>
            <a:r>
              <a:rPr lang="en-US" dirty="0" smtClean="0"/>
              <a:t>home theater </a:t>
            </a:r>
            <a:r>
              <a:rPr lang="en-US" dirty="0"/>
              <a:t>systems and in boardrooms</a:t>
            </a:r>
            <a:r>
              <a:rPr lang="en-US" dirty="0" smtClean="0"/>
              <a:t>.</a:t>
            </a:r>
          </a:p>
          <a:p>
            <a:r>
              <a:rPr lang="en-US" dirty="0"/>
              <a:t>When using a computer or laptop with a projector, the projector connects </a:t>
            </a:r>
            <a:r>
              <a:rPr lang="en-US" dirty="0" smtClean="0"/>
              <a:t>to </a:t>
            </a:r>
            <a:r>
              <a:rPr lang="pt-BR" dirty="0" smtClean="0"/>
              <a:t>the </a:t>
            </a:r>
            <a:r>
              <a:rPr lang="pt-BR" dirty="0"/>
              <a:t>video adapter via a 15-pin video 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73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Configuring your display 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Choose </a:t>
            </a:r>
            <a:r>
              <a:rPr lang="en-US" b="1" dirty="0" err="1"/>
              <a:t>Start</a:t>
            </a:r>
            <a:r>
              <a:rPr lang="en-US" dirty="0" err="1"/>
              <a:t>➪</a:t>
            </a:r>
            <a:r>
              <a:rPr lang="en-US" b="1" dirty="0" err="1"/>
              <a:t>Control</a:t>
            </a:r>
            <a:r>
              <a:rPr lang="en-US" b="1" dirty="0"/>
              <a:t> </a:t>
            </a:r>
            <a:r>
              <a:rPr lang="en-US" b="1" dirty="0" err="1"/>
              <a:t>Panel</a:t>
            </a:r>
            <a:r>
              <a:rPr lang="en-US" dirty="0" err="1"/>
              <a:t>➪</a:t>
            </a:r>
            <a:r>
              <a:rPr lang="en-US" b="1" dirty="0" err="1"/>
              <a:t>Appearance</a:t>
            </a:r>
            <a:r>
              <a:rPr lang="en-US" b="1" dirty="0"/>
              <a:t> and </a:t>
            </a:r>
            <a:r>
              <a:rPr lang="en-US" b="1" dirty="0" err="1"/>
              <a:t>Themes</a:t>
            </a:r>
            <a:r>
              <a:rPr lang="en-US" dirty="0" err="1"/>
              <a:t>➪</a:t>
            </a:r>
            <a:r>
              <a:rPr lang="en-US" b="1" dirty="0" err="1"/>
              <a:t>Display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Click </a:t>
            </a:r>
            <a:r>
              <a:rPr lang="en-US" b="1" dirty="0"/>
              <a:t>the Settings </a:t>
            </a:r>
            <a:r>
              <a:rPr lang="en-US" b="1" dirty="0" smtClean="0"/>
              <a:t>tab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From the Color Quality drop-down list, choose how many colors </a:t>
            </a:r>
            <a:r>
              <a:rPr lang="en-US" b="1" dirty="0" smtClean="0"/>
              <a:t>you want </a:t>
            </a:r>
            <a:r>
              <a:rPr lang="en-US" b="1" dirty="0"/>
              <a:t>your display to </a:t>
            </a:r>
            <a:r>
              <a:rPr lang="en-US" b="1" dirty="0" smtClean="0"/>
              <a:t>support . </a:t>
            </a:r>
            <a:r>
              <a:rPr lang="en-US" i="1" dirty="0" smtClean="0"/>
              <a:t>16-bit </a:t>
            </a:r>
            <a:r>
              <a:rPr lang="en-US" dirty="0"/>
              <a:t>supports 65,536 </a:t>
            </a:r>
            <a:r>
              <a:rPr lang="en-US" dirty="0" smtClean="0"/>
              <a:t>colors,  </a:t>
            </a:r>
            <a:r>
              <a:rPr lang="fr-FR" i="1" dirty="0" smtClean="0"/>
              <a:t>24-bit </a:t>
            </a:r>
            <a:r>
              <a:rPr lang="fr-FR" dirty="0"/>
              <a:t>supports 16 million </a:t>
            </a:r>
            <a:r>
              <a:rPr lang="fr-FR" dirty="0" err="1" smtClean="0"/>
              <a:t>colors</a:t>
            </a:r>
            <a:r>
              <a:rPr lang="fr-FR" dirty="0" smtClean="0"/>
              <a:t>. </a:t>
            </a:r>
            <a:r>
              <a:rPr lang="en-US" i="1" dirty="0" smtClean="0"/>
              <a:t>32-bit </a:t>
            </a:r>
            <a:r>
              <a:rPr lang="en-US" dirty="0"/>
              <a:t>supports over 16 million colors.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In </a:t>
            </a:r>
            <a:r>
              <a:rPr lang="en-US" b="1" dirty="0"/>
              <a:t>the Screen Resolution section, move the slider to set the </a:t>
            </a:r>
            <a:r>
              <a:rPr lang="en-US" b="1" dirty="0" smtClean="0"/>
              <a:t>resolution of </a:t>
            </a:r>
            <a:r>
              <a:rPr lang="en-US" b="1" dirty="0"/>
              <a:t>your monitor to the desired setting.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Click </a:t>
            </a:r>
            <a:r>
              <a:rPr lang="en-US" b="1" dirty="0"/>
              <a:t>OK.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When </a:t>
            </a:r>
            <a:r>
              <a:rPr lang="en-US" b="1" dirty="0"/>
              <a:t>asked if the display looks okay, click Yes.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on Configuring </a:t>
            </a:r>
            <a:r>
              <a:rPr lang="en-US" dirty="0"/>
              <a:t>multi-display support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91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868</Words>
  <Application>Microsoft Office PowerPoint</Application>
  <PresentationFormat>Widescreen</PresentationFormat>
  <Paragraphs>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Calisto MT</vt:lpstr>
      <vt:lpstr>Century Gothic</vt:lpstr>
      <vt:lpstr>Office Theme</vt:lpstr>
      <vt:lpstr>Installing and Configuring Output Devices</vt:lpstr>
      <vt:lpstr>PowerPoint Presentation</vt:lpstr>
      <vt:lpstr>Video Adapters</vt:lpstr>
      <vt:lpstr>Basic role of video adapter</vt:lpstr>
      <vt:lpstr>Video Adapter</vt:lpstr>
      <vt:lpstr>Video standards</vt:lpstr>
      <vt:lpstr>Video standards…</vt:lpstr>
      <vt:lpstr>Installing a video card</vt:lpstr>
      <vt:lpstr>Steps</vt:lpstr>
      <vt:lpstr>PowerPoint Presentation</vt:lpstr>
      <vt:lpstr>Using Your Monitor</vt:lpstr>
      <vt:lpstr>Types of displays</vt:lpstr>
      <vt:lpstr>Types of displays…</vt:lpstr>
      <vt:lpstr>Configuring your display settings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JAMIE</dc:creator>
  <cp:lastModifiedBy>JAMIE</cp:lastModifiedBy>
  <cp:revision>33</cp:revision>
  <dcterms:created xsi:type="dcterms:W3CDTF">2024-08-02T15:16:03Z</dcterms:created>
  <dcterms:modified xsi:type="dcterms:W3CDTF">2024-08-09T06:46:54Z</dcterms:modified>
</cp:coreProperties>
</file>