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67" r:id="rId4"/>
    <p:sldId id="268" r:id="rId5"/>
    <p:sldId id="257" r:id="rId6"/>
    <p:sldId id="260" r:id="rId7"/>
    <p:sldId id="274" r:id="rId8"/>
    <p:sldId id="275" r:id="rId9"/>
    <p:sldId id="258" r:id="rId10"/>
    <p:sldId id="259" r:id="rId11"/>
    <p:sldId id="27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69" autoAdjust="0"/>
    <p:restoredTop sz="94660"/>
  </p:normalViewPr>
  <p:slideViewPr>
    <p:cSldViewPr snapToGrid="0">
      <p:cViewPr varScale="1">
        <p:scale>
          <a:sx n="88" d="100"/>
          <a:sy n="88" d="100"/>
        </p:scale>
        <p:origin x="2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962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8658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011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132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995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447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667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114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6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5C6BA-7C22-438E-B27A-94A8A7FBF03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645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05C6BA-7C22-438E-B27A-94A8A7FBF037}" type="datetimeFigureOut">
              <a:rPr lang="en-US" smtClean="0"/>
              <a:t>8/9/2024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8D2CA-06BB-4EA0-8E5C-EABDDEB3CD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196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Arial Black" panose="020B0A04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sto MT" panose="02040603050505030304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sto MT" panose="02040603050505030304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sto MT" panose="02040603050505030304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sto MT" panose="02040603050505030304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sto MT" panose="020406030505050303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dirty="0" smtClean="0"/>
              <a:t>Installing and Configuring Input Devices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8734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Installing a keyboard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Installing a keyboard is fairly straightforward — you pretty much plug </a:t>
            </a:r>
            <a:r>
              <a:rPr lang="en-US" dirty="0" smtClean="0"/>
              <a:t>the keyboard </a:t>
            </a:r>
            <a:r>
              <a:rPr lang="en-US" dirty="0"/>
              <a:t>into the system, and Windows uses a keyboard driver to </a:t>
            </a:r>
            <a:r>
              <a:rPr lang="en-US" dirty="0" smtClean="0"/>
              <a:t>communicate with </a:t>
            </a:r>
            <a:r>
              <a:rPr lang="en-US" dirty="0"/>
              <a:t>the device.</a:t>
            </a:r>
            <a:endParaRPr lang="en-PH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75350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K</a:t>
            </a:r>
            <a:r>
              <a:rPr lang="en-US" b="0" dirty="0" smtClean="0"/>
              <a:t>eyboard </a:t>
            </a:r>
            <a:r>
              <a:rPr lang="en-US" b="0" dirty="0"/>
              <a:t>connectors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 smtClean="0"/>
              <a:t>DIN-5 </a:t>
            </a:r>
            <a:r>
              <a:rPr lang="en-US" b="1" dirty="0"/>
              <a:t>connector: </a:t>
            </a:r>
            <a:r>
              <a:rPr lang="en-US" dirty="0"/>
              <a:t>The </a:t>
            </a:r>
            <a:r>
              <a:rPr lang="en-US" i="1" dirty="0"/>
              <a:t>DIN connector </a:t>
            </a:r>
            <a:r>
              <a:rPr lang="en-US" dirty="0"/>
              <a:t>is also known as the </a:t>
            </a:r>
            <a:r>
              <a:rPr lang="en-US" i="1" dirty="0"/>
              <a:t>AT </a:t>
            </a:r>
            <a:r>
              <a:rPr lang="en-US" i="1" dirty="0" smtClean="0"/>
              <a:t>connector </a:t>
            </a:r>
            <a:r>
              <a:rPr lang="en-US" dirty="0" smtClean="0"/>
              <a:t>and </a:t>
            </a:r>
            <a:r>
              <a:rPr lang="en-US" dirty="0"/>
              <a:t>is used on older systems to connect the keyboard to the </a:t>
            </a:r>
            <a:r>
              <a:rPr lang="en-US" dirty="0" smtClean="0"/>
              <a:t>computer. You </a:t>
            </a:r>
            <a:r>
              <a:rPr lang="en-US" dirty="0"/>
              <a:t>can always tell the DIN connector because it is large and round.</a:t>
            </a:r>
          </a:p>
          <a:p>
            <a:r>
              <a:rPr lang="en-US" b="1" dirty="0" smtClean="0"/>
              <a:t>PS/2 </a:t>
            </a:r>
            <a:r>
              <a:rPr lang="en-US" b="1" dirty="0"/>
              <a:t>connector: </a:t>
            </a:r>
            <a:r>
              <a:rPr lang="en-US" dirty="0"/>
              <a:t>The </a:t>
            </a:r>
            <a:r>
              <a:rPr lang="en-US" i="1" dirty="0"/>
              <a:t>PS/2 connector, </a:t>
            </a:r>
            <a:r>
              <a:rPr lang="en-US" dirty="0"/>
              <a:t>also known as the </a:t>
            </a:r>
            <a:r>
              <a:rPr lang="en-US" i="1" dirty="0"/>
              <a:t>Mini-DIN 6 </a:t>
            </a:r>
            <a:r>
              <a:rPr lang="en-US" i="1" dirty="0" smtClean="0"/>
              <a:t>connector, </a:t>
            </a:r>
            <a:r>
              <a:rPr lang="en-US" dirty="0" smtClean="0"/>
              <a:t>is </a:t>
            </a:r>
            <a:r>
              <a:rPr lang="en-US" dirty="0"/>
              <a:t>the most popular keyboard connector on today’s computers. </a:t>
            </a:r>
            <a:r>
              <a:rPr lang="en-US" dirty="0" smtClean="0"/>
              <a:t>It is </a:t>
            </a:r>
            <a:r>
              <a:rPr lang="en-US" dirty="0"/>
              <a:t>identical to what is found on a typical mouse. Figure 2-3 shows a </a:t>
            </a:r>
            <a:r>
              <a:rPr lang="en-US" dirty="0" smtClean="0"/>
              <a:t>DIN-5 connector </a:t>
            </a:r>
            <a:r>
              <a:rPr lang="en-US" dirty="0"/>
              <a:t>beside a PS/2 connector.</a:t>
            </a:r>
          </a:p>
          <a:p>
            <a:r>
              <a:rPr lang="en-US" b="1" dirty="0" smtClean="0"/>
              <a:t>USB </a:t>
            </a:r>
            <a:r>
              <a:rPr lang="en-US" b="1" dirty="0"/>
              <a:t>connector: </a:t>
            </a:r>
            <a:r>
              <a:rPr lang="en-US" dirty="0"/>
              <a:t>Keyboards that connect to the system via a USB </a:t>
            </a:r>
            <a:r>
              <a:rPr lang="en-US" dirty="0" smtClean="0"/>
              <a:t>connector are </a:t>
            </a:r>
            <a:r>
              <a:rPr lang="en-US" dirty="0"/>
              <a:t>becoming very popular. A number of systems today are </a:t>
            </a:r>
            <a:r>
              <a:rPr lang="en-US" dirty="0" smtClean="0"/>
              <a:t>getting away </a:t>
            </a:r>
            <a:r>
              <a:rPr lang="en-US" dirty="0"/>
              <a:t>from the PS/2 connections for keyboards and mice and using </a:t>
            </a:r>
            <a:r>
              <a:rPr lang="en-US" dirty="0" smtClean="0"/>
              <a:t>USB</a:t>
            </a:r>
            <a:r>
              <a:rPr lang="en-US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494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0" dirty="0" smtClean="0"/>
              <a:t>Keyboard connectors</a:t>
            </a:r>
            <a:endParaRPr lang="en-US" b="1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95580" y="2449069"/>
            <a:ext cx="3703899" cy="277792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960655"/>
            <a:ext cx="4973471" cy="3387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566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configure the keyboard options in Windows XP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 smtClean="0"/>
              <a:t>Choose </a:t>
            </a:r>
            <a:r>
              <a:rPr lang="en-US" b="1" dirty="0" err="1"/>
              <a:t>Start</a:t>
            </a:r>
            <a:r>
              <a:rPr lang="en-US" dirty="0" err="1"/>
              <a:t>➪</a:t>
            </a:r>
            <a:r>
              <a:rPr lang="en-US" b="1" dirty="0" err="1"/>
              <a:t>Control</a:t>
            </a:r>
            <a:r>
              <a:rPr lang="en-US" b="1" dirty="0"/>
              <a:t> </a:t>
            </a:r>
            <a:r>
              <a:rPr lang="en-US" b="1" dirty="0" err="1"/>
              <a:t>Panel</a:t>
            </a:r>
            <a:r>
              <a:rPr lang="en-US" dirty="0" err="1"/>
              <a:t>➪</a:t>
            </a:r>
            <a:r>
              <a:rPr lang="en-US" b="1" dirty="0" err="1"/>
              <a:t>Printer</a:t>
            </a:r>
            <a:r>
              <a:rPr lang="en-US" b="1" dirty="0"/>
              <a:t> and Other </a:t>
            </a:r>
            <a:r>
              <a:rPr lang="en-US" b="1" dirty="0" err="1"/>
              <a:t>Hardware</a:t>
            </a:r>
            <a:r>
              <a:rPr lang="en-US" dirty="0" err="1"/>
              <a:t>➪</a:t>
            </a:r>
            <a:r>
              <a:rPr lang="en-US" b="1" dirty="0" err="1" smtClean="0"/>
              <a:t>Keyboard</a:t>
            </a:r>
            <a:r>
              <a:rPr lang="en-US" b="1" dirty="0" smtClean="0"/>
              <a:t>. </a:t>
            </a:r>
            <a:r>
              <a:rPr lang="en-US" dirty="0" smtClean="0"/>
              <a:t>The </a:t>
            </a:r>
            <a:r>
              <a:rPr lang="en-US" dirty="0"/>
              <a:t>Keyboard Properties dialog box </a:t>
            </a:r>
            <a:r>
              <a:rPr lang="en-US" dirty="0" smtClean="0"/>
              <a:t>appears.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smtClean="0"/>
              <a:t>Adjust </a:t>
            </a:r>
            <a:r>
              <a:rPr lang="en-US" b="1" dirty="0"/>
              <a:t>the settings to suit your </a:t>
            </a:r>
            <a:r>
              <a:rPr lang="en-US" b="1" dirty="0" smtClean="0"/>
              <a:t>needs. </a:t>
            </a:r>
          </a:p>
          <a:p>
            <a:pPr marL="0" indent="0">
              <a:buNone/>
            </a:pPr>
            <a:r>
              <a:rPr lang="en-US" b="1" dirty="0" smtClean="0"/>
              <a:t>        </a:t>
            </a:r>
            <a:r>
              <a:rPr lang="en-US" dirty="0" smtClean="0"/>
              <a:t>Here </a:t>
            </a:r>
            <a:r>
              <a:rPr lang="en-US" dirty="0"/>
              <a:t>you can configure the character repeat options and the </a:t>
            </a:r>
            <a:r>
              <a:rPr lang="en-US" dirty="0" smtClean="0"/>
              <a:t>cursor blink </a:t>
            </a:r>
            <a:r>
              <a:rPr lang="en-US" dirty="0"/>
              <a:t>rate. The </a:t>
            </a:r>
            <a:r>
              <a:rPr lang="en-US" dirty="0"/>
              <a:t> </a:t>
            </a:r>
            <a:r>
              <a:rPr lang="en-US" dirty="0" smtClean="0"/>
              <a:t>     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 smtClean="0"/>
              <a:t>       following </a:t>
            </a:r>
            <a:r>
              <a:rPr lang="en-US" dirty="0"/>
              <a:t>options are </a:t>
            </a:r>
            <a:r>
              <a:rPr lang="en-US" dirty="0" smtClean="0"/>
              <a:t>available:</a:t>
            </a:r>
          </a:p>
          <a:p>
            <a:pPr lvl="1"/>
            <a:r>
              <a:rPr lang="en-US" b="1" dirty="0" smtClean="0"/>
              <a:t>Repeat </a:t>
            </a:r>
            <a:r>
              <a:rPr lang="en-US" b="1" dirty="0"/>
              <a:t>Delay: </a:t>
            </a:r>
            <a:r>
              <a:rPr lang="en-US" dirty="0"/>
              <a:t>The repeat delay controls the length of time </a:t>
            </a:r>
            <a:r>
              <a:rPr lang="en-US" dirty="0" smtClean="0"/>
              <a:t>between when </a:t>
            </a:r>
            <a:r>
              <a:rPr lang="en-US" dirty="0"/>
              <a:t>you first hold down a key and when the character begins </a:t>
            </a:r>
            <a:r>
              <a:rPr lang="en-US" dirty="0" smtClean="0"/>
              <a:t>to repeat </a:t>
            </a:r>
            <a:r>
              <a:rPr lang="en-US" dirty="0"/>
              <a:t>on-screen.</a:t>
            </a:r>
          </a:p>
          <a:p>
            <a:pPr lvl="1"/>
            <a:r>
              <a:rPr lang="en-US" b="1" dirty="0" smtClean="0"/>
              <a:t>Repeat </a:t>
            </a:r>
            <a:r>
              <a:rPr lang="en-US" b="1" dirty="0"/>
              <a:t>Rate: </a:t>
            </a:r>
            <a:r>
              <a:rPr lang="en-US" dirty="0"/>
              <a:t>The repeat rate controls how quickly additional </a:t>
            </a:r>
            <a:r>
              <a:rPr lang="en-US" dirty="0" smtClean="0"/>
              <a:t>characters are </a:t>
            </a:r>
            <a:r>
              <a:rPr lang="en-US" dirty="0"/>
              <a:t>displayed when the key is held down.</a:t>
            </a:r>
          </a:p>
          <a:p>
            <a:pPr lvl="1"/>
            <a:r>
              <a:rPr lang="en-US" b="1" dirty="0" smtClean="0"/>
              <a:t>Cursor </a:t>
            </a:r>
            <a:r>
              <a:rPr lang="en-US" b="1" dirty="0"/>
              <a:t>Blink Rate: </a:t>
            </a:r>
            <a:r>
              <a:rPr lang="en-US" dirty="0"/>
              <a:t>The cursor blink rate controls how fast </a:t>
            </a:r>
            <a:r>
              <a:rPr lang="en-US" dirty="0" smtClean="0"/>
              <a:t>the cursor blinks.</a:t>
            </a:r>
          </a:p>
          <a:p>
            <a:pPr marL="0" indent="0">
              <a:buNone/>
            </a:pPr>
            <a:r>
              <a:rPr lang="en-US" b="1" dirty="0" smtClean="0"/>
              <a:t>3.   Click </a:t>
            </a:r>
            <a:r>
              <a:rPr lang="en-US" b="1" dirty="0"/>
              <a:t>OK to apply your settings and close the dialog box.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9614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Mouse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Mouse is </a:t>
            </a:r>
            <a:r>
              <a:rPr lang="en-US" dirty="0"/>
              <a:t>one of the primary input devices due to the </a:t>
            </a:r>
            <a:r>
              <a:rPr lang="en-US" i="1" dirty="0" smtClean="0"/>
              <a:t>graphical user </a:t>
            </a:r>
            <a:r>
              <a:rPr lang="en-US" i="1" dirty="0"/>
              <a:t>interface (GUI) </a:t>
            </a:r>
            <a:r>
              <a:rPr lang="en-US" dirty="0"/>
              <a:t>features of today’s operating systems.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681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Types of mice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 smtClean="0"/>
              <a:t>Mechanical</a:t>
            </a:r>
            <a:r>
              <a:rPr lang="en-US" b="1" dirty="0"/>
              <a:t>: </a:t>
            </a:r>
            <a:r>
              <a:rPr lang="en-US" dirty="0"/>
              <a:t>A mechanical mouse was the only type of mouse used </a:t>
            </a:r>
            <a:r>
              <a:rPr lang="en-US" dirty="0" smtClean="0"/>
              <a:t>with computers </a:t>
            </a:r>
            <a:r>
              <a:rPr lang="en-US" dirty="0"/>
              <a:t>for many years. The mechanical mouse uses a rubber ball </a:t>
            </a:r>
            <a:r>
              <a:rPr lang="en-US" dirty="0" smtClean="0"/>
              <a:t>that moves </a:t>
            </a:r>
            <a:r>
              <a:rPr lang="en-US" dirty="0"/>
              <a:t>a pair of wheels inside the mouse that control, or capture, the </a:t>
            </a:r>
            <a:r>
              <a:rPr lang="en-US" dirty="0" smtClean="0"/>
              <a:t>horizontal and </a:t>
            </a:r>
            <a:r>
              <a:rPr lang="en-US" dirty="0"/>
              <a:t>vertical movements of the mouse and then send that </a:t>
            </a:r>
            <a:r>
              <a:rPr lang="en-US" dirty="0" smtClean="0"/>
              <a:t>information to </a:t>
            </a:r>
            <a:r>
              <a:rPr lang="en-US" dirty="0"/>
              <a:t>the computer. The movement is then displayed on the screen.</a:t>
            </a:r>
          </a:p>
          <a:p>
            <a:r>
              <a:rPr lang="en-US" b="1" dirty="0" err="1" smtClean="0"/>
              <a:t>Opto</a:t>
            </a:r>
            <a:r>
              <a:rPr lang="en-US" b="1" dirty="0" smtClean="0"/>
              <a:t>-mechanical</a:t>
            </a:r>
            <a:r>
              <a:rPr lang="en-US" b="1" dirty="0"/>
              <a:t>: </a:t>
            </a:r>
            <a:r>
              <a:rPr lang="en-US" dirty="0"/>
              <a:t>The </a:t>
            </a:r>
            <a:r>
              <a:rPr lang="en-US" dirty="0" err="1"/>
              <a:t>opto</a:t>
            </a:r>
            <a:r>
              <a:rPr lang="en-US" dirty="0"/>
              <a:t>-mechanical mouse is a very popular </a:t>
            </a:r>
            <a:r>
              <a:rPr lang="en-US" dirty="0" smtClean="0"/>
              <a:t>mouse today</a:t>
            </a:r>
            <a:r>
              <a:rPr lang="en-US" dirty="0"/>
              <a:t>. It uses a rubber ball that moves rollers that control the </a:t>
            </a:r>
            <a:r>
              <a:rPr lang="en-US" dirty="0" smtClean="0"/>
              <a:t>movement </a:t>
            </a:r>
            <a:r>
              <a:rPr lang="en-US" dirty="0"/>
              <a:t>of a disc, known as the encoding disc, which has holes along the side of it.</a:t>
            </a:r>
          </a:p>
          <a:p>
            <a:r>
              <a:rPr lang="en-US" dirty="0"/>
              <a:t>The term “</a:t>
            </a:r>
            <a:r>
              <a:rPr lang="en-US" dirty="0" err="1"/>
              <a:t>opto</a:t>
            </a:r>
            <a:r>
              <a:rPr lang="en-US" dirty="0"/>
              <a:t>” comes from the fact that there are LEDs and sensors </a:t>
            </a:r>
            <a:r>
              <a:rPr lang="en-US" dirty="0" smtClean="0"/>
              <a:t>that use </a:t>
            </a:r>
            <a:r>
              <a:rPr lang="en-US" dirty="0"/>
              <a:t>an infrared light beam to determine the movement of the mouse.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6139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Types of </a:t>
            </a:r>
            <a:r>
              <a:rPr lang="en-US" b="0" dirty="0" smtClean="0"/>
              <a:t>mice…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Optical</a:t>
            </a:r>
            <a:r>
              <a:rPr lang="en-US" b="1" dirty="0"/>
              <a:t>: </a:t>
            </a:r>
            <a:r>
              <a:rPr lang="en-US" dirty="0"/>
              <a:t>An optical mouse is different than an </a:t>
            </a:r>
            <a:r>
              <a:rPr lang="en-US" dirty="0" err="1"/>
              <a:t>opto</a:t>
            </a:r>
            <a:r>
              <a:rPr lang="en-US" dirty="0"/>
              <a:t>-mechanical </a:t>
            </a:r>
            <a:r>
              <a:rPr lang="en-US" dirty="0" smtClean="0"/>
              <a:t>mouse because </a:t>
            </a:r>
            <a:r>
              <a:rPr lang="en-US" dirty="0"/>
              <a:t>the optical mouse has no moving parts. The rubber ball </a:t>
            </a:r>
            <a:r>
              <a:rPr lang="en-US" dirty="0" smtClean="0"/>
              <a:t>and wheels </a:t>
            </a:r>
            <a:r>
              <a:rPr lang="en-US" dirty="0"/>
              <a:t>are replaced with an optical scanning system that works </a:t>
            </a:r>
            <a:r>
              <a:rPr lang="en-US" dirty="0" smtClean="0"/>
              <a:t>on pretty </a:t>
            </a:r>
            <a:r>
              <a:rPr lang="en-US" dirty="0"/>
              <a:t>much any surface.</a:t>
            </a:r>
          </a:p>
          <a:p>
            <a:r>
              <a:rPr lang="en-US" dirty="0"/>
              <a:t>The optical scanning system is made up of optical sensors and a </a:t>
            </a:r>
            <a:r>
              <a:rPr lang="en-US" i="1" dirty="0" smtClean="0"/>
              <a:t>Digital Signal </a:t>
            </a:r>
            <a:r>
              <a:rPr lang="en-US" i="1" dirty="0"/>
              <a:t>Processor </a:t>
            </a:r>
            <a:r>
              <a:rPr lang="en-US" dirty="0"/>
              <a:t>(DSP). The optical mouse captures images of the </a:t>
            </a:r>
            <a:r>
              <a:rPr lang="en-US" dirty="0" smtClean="0"/>
              <a:t>surface at </a:t>
            </a:r>
            <a:r>
              <a:rPr lang="en-US" dirty="0"/>
              <a:t>a rate of 1500 images per second. The DSP then analyzes </a:t>
            </a:r>
            <a:r>
              <a:rPr lang="en-US" dirty="0" smtClean="0"/>
              <a:t>and compares </a:t>
            </a:r>
            <a:r>
              <a:rPr lang="en-US" dirty="0"/>
              <a:t>the images to detect the mouse movement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912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Installing a </a:t>
            </a:r>
            <a:r>
              <a:rPr lang="en-US" b="0" dirty="0" smtClean="0"/>
              <a:t>mouse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Installing a mouse is very similar and just as easy as installing a keyboard.</a:t>
            </a:r>
          </a:p>
          <a:p>
            <a:r>
              <a:rPr lang="en-US" dirty="0"/>
              <a:t>You pretty much just plug the mouse in and the Windows mouse driver </a:t>
            </a:r>
            <a:r>
              <a:rPr lang="en-US" dirty="0" smtClean="0"/>
              <a:t>controls the </a:t>
            </a:r>
            <a:r>
              <a:rPr lang="en-US" dirty="0"/>
              <a:t>device.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8326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D</a:t>
            </a:r>
            <a:r>
              <a:rPr lang="en-US" b="0" dirty="0" smtClean="0"/>
              <a:t>ifferent </a:t>
            </a:r>
            <a:r>
              <a:rPr lang="en-US" b="0" dirty="0"/>
              <a:t>types of interfaces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Serial</a:t>
            </a:r>
            <a:r>
              <a:rPr lang="en-US" b="1" dirty="0"/>
              <a:t>: </a:t>
            </a:r>
            <a:r>
              <a:rPr lang="en-US" dirty="0"/>
              <a:t>A serial mouse is a mouse that connects to the serial port on </a:t>
            </a:r>
            <a:r>
              <a:rPr lang="en-US" dirty="0" smtClean="0"/>
              <a:t>the computer.</a:t>
            </a:r>
          </a:p>
          <a:p>
            <a:r>
              <a:rPr lang="en-US" dirty="0" smtClean="0"/>
              <a:t>The </a:t>
            </a:r>
            <a:r>
              <a:rPr lang="en-US" dirty="0"/>
              <a:t>serial port is the male 9-pin or 25-pin port on the back of</a:t>
            </a:r>
          </a:p>
          <a:p>
            <a:pPr marL="0" indent="0">
              <a:buNone/>
            </a:pPr>
            <a:r>
              <a:rPr lang="en-US" dirty="0" smtClean="0"/>
              <a:t> the </a:t>
            </a:r>
            <a:r>
              <a:rPr lang="en-US" dirty="0"/>
              <a:t>computer that sends data one bit at a </a:t>
            </a:r>
            <a:r>
              <a:rPr lang="en-US" dirty="0" smtClean="0"/>
              <a:t>time.</a:t>
            </a:r>
          </a:p>
          <a:p>
            <a:pPr marL="0" indent="0">
              <a:buNone/>
            </a:pPr>
            <a:r>
              <a:rPr lang="en-US" dirty="0" smtClean="0"/>
              <a:t>Serial </a:t>
            </a:r>
            <a:r>
              <a:rPr lang="en-US" dirty="0"/>
              <a:t>mice are not </a:t>
            </a:r>
            <a:r>
              <a:rPr lang="en-US" dirty="0" smtClean="0"/>
              <a:t>as popular </a:t>
            </a:r>
            <a:r>
              <a:rPr lang="en-US" dirty="0"/>
              <a:t>today as they once were</a:t>
            </a:r>
            <a:r>
              <a:rPr lang="en-US" dirty="0" smtClean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766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D</a:t>
            </a:r>
            <a:r>
              <a:rPr lang="en-US" b="0" dirty="0" smtClean="0"/>
              <a:t>ifferent </a:t>
            </a:r>
            <a:r>
              <a:rPr lang="en-US" b="0" dirty="0"/>
              <a:t>types of </a:t>
            </a:r>
            <a:r>
              <a:rPr lang="en-US" b="0" dirty="0" smtClean="0"/>
              <a:t>interfaces…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PS/2</a:t>
            </a:r>
            <a:r>
              <a:rPr lang="en-US" b="1" dirty="0"/>
              <a:t>: </a:t>
            </a:r>
            <a:r>
              <a:rPr lang="en-US" dirty="0"/>
              <a:t>One of the most popular interfaces for a mouse on desktop </a:t>
            </a:r>
            <a:r>
              <a:rPr lang="en-US" dirty="0" smtClean="0"/>
              <a:t>computers is </a:t>
            </a:r>
            <a:r>
              <a:rPr lang="en-US" dirty="0"/>
              <a:t>the PS/2 connection. The PS/2 connection is also known as </a:t>
            </a:r>
            <a:r>
              <a:rPr lang="en-US" dirty="0" smtClean="0"/>
              <a:t>the Mini-DIN </a:t>
            </a:r>
            <a:r>
              <a:rPr lang="en-US" dirty="0"/>
              <a:t>6 connector.</a:t>
            </a:r>
          </a:p>
          <a:p>
            <a:r>
              <a:rPr lang="en-US" b="1" dirty="0" smtClean="0"/>
              <a:t>USB</a:t>
            </a:r>
            <a:r>
              <a:rPr lang="en-US" b="1" dirty="0"/>
              <a:t>: </a:t>
            </a:r>
            <a:r>
              <a:rPr lang="en-US" dirty="0"/>
              <a:t>Becoming the most popular type of connection for mice today is </a:t>
            </a:r>
            <a:r>
              <a:rPr lang="en-US" dirty="0" smtClean="0"/>
              <a:t>the USB </a:t>
            </a:r>
            <a:r>
              <a:rPr lang="en-US" dirty="0"/>
              <a:t>connector. Simply plug the mouse into the USB port and click </a:t>
            </a:r>
            <a:r>
              <a:rPr lang="en-US" dirty="0" smtClean="0"/>
              <a:t>away! As </a:t>
            </a:r>
            <a:r>
              <a:rPr lang="en-US" dirty="0"/>
              <a:t>you find out in many chapters of this book, USB is hot-swappable </a:t>
            </a:r>
            <a:r>
              <a:rPr lang="en-US" dirty="0" smtClean="0"/>
              <a:t>—meaning </a:t>
            </a:r>
            <a:r>
              <a:rPr lang="en-US" dirty="0"/>
              <a:t>that you can plug and unplug a USB device without </a:t>
            </a:r>
            <a:r>
              <a:rPr lang="en-US" dirty="0" smtClean="0"/>
              <a:t>shutting down </a:t>
            </a:r>
            <a:r>
              <a:rPr lang="en-US" dirty="0"/>
              <a:t>the system. USB can transfer data at 12 Mbps (USB 1.1) or 480 </a:t>
            </a:r>
            <a:r>
              <a:rPr lang="en-US" dirty="0" smtClean="0"/>
              <a:t>Mbps (USB </a:t>
            </a:r>
            <a:r>
              <a:rPr lang="en-US" dirty="0"/>
              <a:t>2.0).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165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1582</TotalTime>
  <Words>768</Words>
  <Application>Microsoft Office PowerPoint</Application>
  <PresentationFormat>Widescreen</PresentationFormat>
  <Paragraphs>37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Arial Black</vt:lpstr>
      <vt:lpstr>Calibri</vt:lpstr>
      <vt:lpstr>Calisto MT</vt:lpstr>
      <vt:lpstr>Century Gothic</vt:lpstr>
      <vt:lpstr>Office Theme</vt:lpstr>
      <vt:lpstr>Installing and Configuring Input Devices</vt:lpstr>
      <vt:lpstr>Installing a keyboard</vt:lpstr>
      <vt:lpstr>Keyboard connectors</vt:lpstr>
      <vt:lpstr>Keyboard connectors</vt:lpstr>
      <vt:lpstr>configure the keyboard options in Windows XP</vt:lpstr>
      <vt:lpstr>Mouse</vt:lpstr>
      <vt:lpstr>Types of mice</vt:lpstr>
      <vt:lpstr>Types of mice…</vt:lpstr>
      <vt:lpstr>Installing a mouse</vt:lpstr>
      <vt:lpstr>Different types of interfaces</vt:lpstr>
      <vt:lpstr>Different types of interfaces…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JAMIE</dc:creator>
  <cp:lastModifiedBy>JAMIE</cp:lastModifiedBy>
  <cp:revision>40</cp:revision>
  <dcterms:created xsi:type="dcterms:W3CDTF">2024-08-02T15:16:03Z</dcterms:created>
  <dcterms:modified xsi:type="dcterms:W3CDTF">2024-08-09T07:08:03Z</dcterms:modified>
</cp:coreProperties>
</file>