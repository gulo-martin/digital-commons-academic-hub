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6" r:id="rId1"/>
  </p:sldMasterIdLst>
  <p:sldIdLst>
    <p:sldId id="256" r:id="rId2"/>
    <p:sldId id="290" r:id="rId3"/>
    <p:sldId id="291" r:id="rId4"/>
    <p:sldId id="292" r:id="rId5"/>
    <p:sldId id="293" r:id="rId6"/>
    <p:sldId id="294" r:id="rId7"/>
    <p:sldId id="295" r:id="rId8"/>
    <p:sldId id="296" r:id="rId9"/>
    <p:sldId id="297" r:id="rId10"/>
    <p:sldId id="298" r:id="rId11"/>
    <p:sldId id="299" r:id="rId12"/>
    <p:sldId id="300" r:id="rId13"/>
    <p:sldId id="301" r:id="rId14"/>
    <p:sldId id="257" r:id="rId15"/>
    <p:sldId id="258" r:id="rId16"/>
    <p:sldId id="259" r:id="rId17"/>
    <p:sldId id="284" r:id="rId18"/>
    <p:sldId id="260" r:id="rId19"/>
    <p:sldId id="261" r:id="rId20"/>
    <p:sldId id="285"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86" r:id="rId35"/>
    <p:sldId id="275" r:id="rId36"/>
    <p:sldId id="276" r:id="rId37"/>
    <p:sldId id="277" r:id="rId38"/>
    <p:sldId id="278" r:id="rId39"/>
    <p:sldId id="287" r:id="rId40"/>
    <p:sldId id="288" r:id="rId41"/>
    <p:sldId id="279" r:id="rId42"/>
    <p:sldId id="280" r:id="rId43"/>
    <p:sldId id="281"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83" d="100"/>
          <a:sy n="83" d="100"/>
        </p:scale>
        <p:origin x="1450" y="67"/>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1226569-03E5-472C-B325-158EEE1653CF}" type="doc">
      <dgm:prSet loTypeId="urn:microsoft.com/office/officeart/2005/8/layout/lProcess2" loCatId="list" qsTypeId="urn:microsoft.com/office/officeart/2005/8/quickstyle/3d2" qsCatId="3D" csTypeId="urn:microsoft.com/office/officeart/2005/8/colors/accent2_2" csCatId="accent2" phldr="1"/>
      <dgm:spPr/>
      <dgm:t>
        <a:bodyPr/>
        <a:lstStyle/>
        <a:p>
          <a:pPr rtl="1"/>
          <a:endParaRPr lang="ar-SA"/>
        </a:p>
      </dgm:t>
    </dgm:pt>
    <dgm:pt modelId="{80F7698B-D704-44C3-9D51-06043AB396CC}">
      <dgm:prSet phldrT="[نص]" custT="1"/>
      <dgm:spPr/>
      <dgm:t>
        <a:bodyPr/>
        <a:lstStyle/>
        <a:p>
          <a:pPr rtl="1"/>
          <a:r>
            <a:rPr lang="en-US" sz="1600" b="1" dirty="0">
              <a:effectLst>
                <a:outerShdw blurRad="38100" dist="38100" dir="2700000" algn="tl">
                  <a:srgbClr val="000000">
                    <a:alpha val="43137"/>
                  </a:srgbClr>
                </a:outerShdw>
              </a:effectLst>
              <a:latin typeface="+mn-lt"/>
            </a:rPr>
            <a:t>Windows</a:t>
          </a:r>
          <a:endParaRPr lang="ar-SA" sz="1600" b="1" dirty="0">
            <a:effectLst>
              <a:outerShdw blurRad="38100" dist="38100" dir="2700000" algn="tl">
                <a:srgbClr val="000000">
                  <a:alpha val="43137"/>
                </a:srgbClr>
              </a:outerShdw>
            </a:effectLst>
            <a:latin typeface="+mn-lt"/>
          </a:endParaRPr>
        </a:p>
      </dgm:t>
    </dgm:pt>
    <dgm:pt modelId="{55F1D1B9-7CD2-4D28-B536-CB6BE4D6881C}" type="parTrans" cxnId="{CD98E741-3A7B-4379-94CD-CEDD88ED7A75}">
      <dgm:prSet/>
      <dgm:spPr/>
      <dgm:t>
        <a:bodyPr/>
        <a:lstStyle/>
        <a:p>
          <a:pPr rtl="1"/>
          <a:endParaRPr lang="ar-SA"/>
        </a:p>
      </dgm:t>
    </dgm:pt>
    <dgm:pt modelId="{07A0BE47-071E-4A63-A536-C527A6871D8B}" type="sibTrans" cxnId="{CD98E741-3A7B-4379-94CD-CEDD88ED7A75}">
      <dgm:prSet/>
      <dgm:spPr/>
      <dgm:t>
        <a:bodyPr/>
        <a:lstStyle/>
        <a:p>
          <a:pPr rtl="1"/>
          <a:endParaRPr lang="ar-SA"/>
        </a:p>
      </dgm:t>
    </dgm:pt>
    <dgm:pt modelId="{8D2F8C94-3DAD-4B2B-8258-17DC4E3FC855}">
      <dgm:prSet phldrT="[نص]" custT="1"/>
      <dgm:spPr/>
      <dgm:t>
        <a:bodyPr/>
        <a:lstStyle/>
        <a:p>
          <a:pPr rtl="1"/>
          <a:r>
            <a:rPr lang="en-US" sz="1200" b="1" dirty="0">
              <a:effectLst>
                <a:outerShdw blurRad="38100" dist="38100" dir="2700000" algn="tl">
                  <a:srgbClr val="000000">
                    <a:alpha val="43137"/>
                  </a:srgbClr>
                </a:outerShdw>
              </a:effectLst>
              <a:latin typeface="+mn-lt"/>
            </a:rPr>
            <a:t>There are has many viruses.</a:t>
          </a:r>
          <a:endParaRPr lang="ar-SA" sz="1200" b="1" dirty="0">
            <a:effectLst>
              <a:outerShdw blurRad="38100" dist="38100" dir="2700000" algn="tl">
                <a:srgbClr val="000000">
                  <a:alpha val="43137"/>
                </a:srgbClr>
              </a:outerShdw>
            </a:effectLst>
            <a:latin typeface="+mn-lt"/>
          </a:endParaRPr>
        </a:p>
      </dgm:t>
    </dgm:pt>
    <dgm:pt modelId="{266AA0B9-3938-47B0-A1EE-BB89C49934B9}" type="parTrans" cxnId="{A29EDA86-03CD-42F4-8E0F-B2100EABDDD8}">
      <dgm:prSet/>
      <dgm:spPr/>
      <dgm:t>
        <a:bodyPr/>
        <a:lstStyle/>
        <a:p>
          <a:pPr rtl="1"/>
          <a:endParaRPr lang="ar-SA"/>
        </a:p>
      </dgm:t>
    </dgm:pt>
    <dgm:pt modelId="{6E269F10-ABBA-40E4-98FE-67FE39EAE9AF}" type="sibTrans" cxnId="{A29EDA86-03CD-42F4-8E0F-B2100EABDDD8}">
      <dgm:prSet/>
      <dgm:spPr/>
      <dgm:t>
        <a:bodyPr/>
        <a:lstStyle/>
        <a:p>
          <a:pPr rtl="1"/>
          <a:endParaRPr lang="ar-SA"/>
        </a:p>
      </dgm:t>
    </dgm:pt>
    <dgm:pt modelId="{A4BAB818-EFC2-4556-93D6-C326AC5A2F39}">
      <dgm:prSet phldrT="[نص]" custT="1"/>
      <dgm:spPr/>
      <dgm:t>
        <a:bodyPr/>
        <a:lstStyle/>
        <a:p>
          <a:pPr rtl="1"/>
          <a:r>
            <a:rPr lang="en-US" sz="1200" b="1" dirty="0">
              <a:effectLst>
                <a:outerShdw blurRad="38100" dist="38100" dir="2700000" algn="tl">
                  <a:srgbClr val="000000">
                    <a:alpha val="43137"/>
                  </a:srgbClr>
                </a:outerShdw>
              </a:effectLst>
            </a:rPr>
            <a:t>Is less expensive than MAC.</a:t>
          </a:r>
          <a:endParaRPr lang="ar-SA" sz="1200" b="1" dirty="0">
            <a:effectLst>
              <a:outerShdw blurRad="38100" dist="38100" dir="2700000" algn="tl">
                <a:srgbClr val="000000">
                  <a:alpha val="43137"/>
                </a:srgbClr>
              </a:outerShdw>
            </a:effectLst>
          </a:endParaRPr>
        </a:p>
      </dgm:t>
    </dgm:pt>
    <dgm:pt modelId="{3B7DA32F-A17A-4E44-8200-C1EBCEB9C74E}" type="parTrans" cxnId="{2A4EFA36-42F7-465D-8F83-266E6B6FC968}">
      <dgm:prSet/>
      <dgm:spPr/>
      <dgm:t>
        <a:bodyPr/>
        <a:lstStyle/>
        <a:p>
          <a:pPr rtl="1"/>
          <a:endParaRPr lang="ar-SA"/>
        </a:p>
      </dgm:t>
    </dgm:pt>
    <dgm:pt modelId="{6C2D9806-32F7-4388-9CAD-94D76A994216}" type="sibTrans" cxnId="{2A4EFA36-42F7-465D-8F83-266E6B6FC968}">
      <dgm:prSet/>
      <dgm:spPr/>
      <dgm:t>
        <a:bodyPr/>
        <a:lstStyle/>
        <a:p>
          <a:pPr rtl="1"/>
          <a:endParaRPr lang="ar-SA"/>
        </a:p>
      </dgm:t>
    </dgm:pt>
    <dgm:pt modelId="{0F9B4A37-CA45-47B5-8E6D-D81D213EE83B}">
      <dgm:prSet phldrT="[نص]" custT="1"/>
      <dgm:spPr/>
      <dgm:t>
        <a:bodyPr/>
        <a:lstStyle/>
        <a:p>
          <a:pPr rtl="1"/>
          <a:r>
            <a:rPr lang="en-US" sz="1600" b="1" dirty="0">
              <a:effectLst>
                <a:outerShdw blurRad="38100" dist="38100" dir="2700000" algn="tl">
                  <a:srgbClr val="000000">
                    <a:alpha val="43137"/>
                  </a:srgbClr>
                </a:outerShdw>
              </a:effectLst>
            </a:rPr>
            <a:t>MAC</a:t>
          </a:r>
          <a:endParaRPr lang="ar-SA" sz="1600" b="1" dirty="0">
            <a:effectLst>
              <a:outerShdw blurRad="38100" dist="38100" dir="2700000" algn="tl">
                <a:srgbClr val="000000">
                  <a:alpha val="43137"/>
                </a:srgbClr>
              </a:outerShdw>
            </a:effectLst>
          </a:endParaRPr>
        </a:p>
      </dgm:t>
    </dgm:pt>
    <dgm:pt modelId="{E381E44E-9203-460A-B8F5-3EA04A2EBF56}" type="parTrans" cxnId="{8B019D0E-3E9C-4611-8045-C8F53C9FABF6}">
      <dgm:prSet/>
      <dgm:spPr/>
      <dgm:t>
        <a:bodyPr/>
        <a:lstStyle/>
        <a:p>
          <a:pPr rtl="1"/>
          <a:endParaRPr lang="ar-SA"/>
        </a:p>
      </dgm:t>
    </dgm:pt>
    <dgm:pt modelId="{F941F76A-E975-498D-BE46-93D8FDB8AA17}" type="sibTrans" cxnId="{8B019D0E-3E9C-4611-8045-C8F53C9FABF6}">
      <dgm:prSet/>
      <dgm:spPr/>
      <dgm:t>
        <a:bodyPr/>
        <a:lstStyle/>
        <a:p>
          <a:pPr rtl="1"/>
          <a:endParaRPr lang="ar-SA"/>
        </a:p>
      </dgm:t>
    </dgm:pt>
    <dgm:pt modelId="{22793480-9B1D-4280-8929-A832B1EEFEBF}">
      <dgm:prSet phldrT="[نص]" custT="1"/>
      <dgm:spPr/>
      <dgm:t>
        <a:bodyPr/>
        <a:lstStyle/>
        <a:p>
          <a:pPr algn="ctr" rtl="1"/>
          <a:r>
            <a:rPr lang="en-US" sz="1200" b="1" dirty="0">
              <a:effectLst>
                <a:outerShdw blurRad="38100" dist="38100" dir="2700000" algn="tl">
                  <a:srgbClr val="000000">
                    <a:alpha val="43137"/>
                  </a:srgbClr>
                </a:outerShdw>
              </a:effectLst>
              <a:latin typeface="+mn-lt"/>
            </a:rPr>
            <a:t> There are no viruses.</a:t>
          </a:r>
          <a:endParaRPr lang="ar-SA" sz="1200" b="1" dirty="0">
            <a:effectLst>
              <a:outerShdw blurRad="38100" dist="38100" dir="2700000" algn="tl">
                <a:srgbClr val="000000">
                  <a:alpha val="43137"/>
                </a:srgbClr>
              </a:outerShdw>
            </a:effectLst>
            <a:latin typeface="+mn-lt"/>
          </a:endParaRPr>
        </a:p>
      </dgm:t>
    </dgm:pt>
    <dgm:pt modelId="{C412979C-6CDC-4CD8-8340-1C50009FCD99}" type="parTrans" cxnId="{15FCD216-8868-4C1F-A7AB-50EEEEF14421}">
      <dgm:prSet/>
      <dgm:spPr/>
      <dgm:t>
        <a:bodyPr/>
        <a:lstStyle/>
        <a:p>
          <a:pPr rtl="1"/>
          <a:endParaRPr lang="ar-SA"/>
        </a:p>
      </dgm:t>
    </dgm:pt>
    <dgm:pt modelId="{3D5329DD-D16A-4361-A357-ACF3D5D81B23}" type="sibTrans" cxnId="{15FCD216-8868-4C1F-A7AB-50EEEEF14421}">
      <dgm:prSet/>
      <dgm:spPr/>
      <dgm:t>
        <a:bodyPr/>
        <a:lstStyle/>
        <a:p>
          <a:pPr rtl="1"/>
          <a:endParaRPr lang="ar-SA"/>
        </a:p>
      </dgm:t>
    </dgm:pt>
    <dgm:pt modelId="{CD6447C8-31C0-4CE5-A5CC-A32A1EEC1D7A}">
      <dgm:prSet phldrT="[نص]" custT="1"/>
      <dgm:spPr/>
      <dgm:t>
        <a:bodyPr/>
        <a:lstStyle/>
        <a:p>
          <a:pPr rtl="1"/>
          <a:r>
            <a:rPr lang="en-US" sz="1200" b="1" dirty="0">
              <a:effectLst>
                <a:outerShdw blurRad="38100" dist="38100" dir="2700000" algn="tl">
                  <a:srgbClr val="000000">
                    <a:alpha val="43137"/>
                  </a:srgbClr>
                </a:outerShdw>
              </a:effectLst>
            </a:rPr>
            <a:t>Too much expensive.</a:t>
          </a:r>
          <a:endParaRPr lang="ar-SA" sz="1200" b="1" dirty="0">
            <a:effectLst>
              <a:outerShdw blurRad="38100" dist="38100" dir="2700000" algn="tl">
                <a:srgbClr val="000000">
                  <a:alpha val="43137"/>
                </a:srgbClr>
              </a:outerShdw>
            </a:effectLst>
          </a:endParaRPr>
        </a:p>
      </dgm:t>
    </dgm:pt>
    <dgm:pt modelId="{AEAE3E43-2418-43EF-8C22-EAF67F18F205}" type="parTrans" cxnId="{7AA2C268-0175-40B8-8FCA-623A9AE64C15}">
      <dgm:prSet/>
      <dgm:spPr/>
      <dgm:t>
        <a:bodyPr/>
        <a:lstStyle/>
        <a:p>
          <a:pPr rtl="1"/>
          <a:endParaRPr lang="ar-SA"/>
        </a:p>
      </dgm:t>
    </dgm:pt>
    <dgm:pt modelId="{EE2E137D-7C6A-439D-95E0-B945189C316A}" type="sibTrans" cxnId="{7AA2C268-0175-40B8-8FCA-623A9AE64C15}">
      <dgm:prSet/>
      <dgm:spPr/>
      <dgm:t>
        <a:bodyPr/>
        <a:lstStyle/>
        <a:p>
          <a:pPr rtl="1"/>
          <a:endParaRPr lang="ar-SA"/>
        </a:p>
      </dgm:t>
    </dgm:pt>
    <dgm:pt modelId="{28DB8EE0-9713-4087-AA66-AC2CD2FE425A}">
      <dgm:prSet phldrT="[نص]" custT="1"/>
      <dgm:spPr/>
      <dgm:t>
        <a:bodyPr/>
        <a:lstStyle/>
        <a:p>
          <a:pPr rtl="1"/>
          <a:r>
            <a:rPr lang="en-US" sz="1600" b="1" dirty="0">
              <a:effectLst>
                <a:outerShdw blurRad="38100" dist="38100" dir="2700000" algn="tl">
                  <a:srgbClr val="000000">
                    <a:alpha val="43137"/>
                  </a:srgbClr>
                </a:outerShdw>
              </a:effectLst>
              <a:latin typeface="+mn-lt"/>
            </a:rPr>
            <a:t>Linux</a:t>
          </a:r>
          <a:endParaRPr lang="ar-SA" sz="1600" b="1" dirty="0">
            <a:effectLst>
              <a:outerShdw blurRad="38100" dist="38100" dir="2700000" algn="tl">
                <a:srgbClr val="000000">
                  <a:alpha val="43137"/>
                </a:srgbClr>
              </a:outerShdw>
            </a:effectLst>
            <a:latin typeface="+mn-lt"/>
          </a:endParaRPr>
        </a:p>
      </dgm:t>
    </dgm:pt>
    <dgm:pt modelId="{C9958D34-0586-43DD-89EA-9279410D75B0}" type="parTrans" cxnId="{1E2672BB-EA7F-4AD6-AF62-A6F0DA1854DF}">
      <dgm:prSet/>
      <dgm:spPr/>
      <dgm:t>
        <a:bodyPr/>
        <a:lstStyle/>
        <a:p>
          <a:pPr rtl="1"/>
          <a:endParaRPr lang="ar-SA"/>
        </a:p>
      </dgm:t>
    </dgm:pt>
    <dgm:pt modelId="{5B75C70E-30BC-415D-8578-F6FE064C6FD3}" type="sibTrans" cxnId="{1E2672BB-EA7F-4AD6-AF62-A6F0DA1854DF}">
      <dgm:prSet/>
      <dgm:spPr/>
      <dgm:t>
        <a:bodyPr/>
        <a:lstStyle/>
        <a:p>
          <a:pPr rtl="1"/>
          <a:endParaRPr lang="ar-SA"/>
        </a:p>
      </dgm:t>
    </dgm:pt>
    <dgm:pt modelId="{DF5B2372-74F1-4916-8B37-D5199CB797DC}">
      <dgm:prSet phldrT="[نص]" custT="1"/>
      <dgm:spPr/>
      <dgm:t>
        <a:bodyPr/>
        <a:lstStyle/>
        <a:p>
          <a:pPr rtl="1"/>
          <a:r>
            <a:rPr lang="en-US" sz="1200" b="1" dirty="0">
              <a:effectLst>
                <a:outerShdw blurRad="38100" dist="38100" dir="2700000" algn="tl">
                  <a:srgbClr val="000000">
                    <a:alpha val="43137"/>
                  </a:srgbClr>
                </a:outerShdw>
              </a:effectLst>
              <a:latin typeface="+mn-lt"/>
            </a:rPr>
            <a:t>There are lesser viruses.</a:t>
          </a:r>
          <a:endParaRPr lang="ar-SA" sz="1200" b="1" dirty="0">
            <a:effectLst>
              <a:outerShdw blurRad="38100" dist="38100" dir="2700000" algn="tl">
                <a:srgbClr val="000000">
                  <a:alpha val="43137"/>
                </a:srgbClr>
              </a:outerShdw>
            </a:effectLst>
            <a:latin typeface="+mn-lt"/>
          </a:endParaRPr>
        </a:p>
      </dgm:t>
    </dgm:pt>
    <dgm:pt modelId="{373DF40B-112B-4E44-BE6A-C606A9CBC795}" type="parTrans" cxnId="{1A044B30-8454-4DFB-ABF3-74CB8D1C5230}">
      <dgm:prSet/>
      <dgm:spPr/>
      <dgm:t>
        <a:bodyPr/>
        <a:lstStyle/>
        <a:p>
          <a:pPr rtl="1"/>
          <a:endParaRPr lang="ar-SA"/>
        </a:p>
      </dgm:t>
    </dgm:pt>
    <dgm:pt modelId="{4C90A5CD-50CE-45D5-9582-B5DE9A0ABA85}" type="sibTrans" cxnId="{1A044B30-8454-4DFB-ABF3-74CB8D1C5230}">
      <dgm:prSet/>
      <dgm:spPr/>
      <dgm:t>
        <a:bodyPr/>
        <a:lstStyle/>
        <a:p>
          <a:pPr rtl="1"/>
          <a:endParaRPr lang="ar-SA"/>
        </a:p>
      </dgm:t>
    </dgm:pt>
    <dgm:pt modelId="{00252DC4-04EB-433A-B6ED-2DF132BE6763}">
      <dgm:prSet phldrT="[نص]" custT="1"/>
      <dgm:spPr/>
      <dgm:t>
        <a:bodyPr/>
        <a:lstStyle/>
        <a:p>
          <a:pPr rtl="1"/>
          <a:r>
            <a:rPr lang="en-US" sz="1200" b="1" dirty="0">
              <a:effectLst>
                <a:outerShdw blurRad="38100" dist="38100" dir="2700000" algn="tl">
                  <a:srgbClr val="000000">
                    <a:alpha val="43137"/>
                  </a:srgbClr>
                </a:outerShdw>
              </a:effectLst>
            </a:rPr>
            <a:t>Software is totally free.</a:t>
          </a:r>
          <a:endParaRPr lang="ar-SA" sz="1200" b="1" dirty="0">
            <a:effectLst>
              <a:outerShdw blurRad="38100" dist="38100" dir="2700000" algn="tl">
                <a:srgbClr val="000000">
                  <a:alpha val="43137"/>
                </a:srgbClr>
              </a:outerShdw>
            </a:effectLst>
          </a:endParaRPr>
        </a:p>
      </dgm:t>
    </dgm:pt>
    <dgm:pt modelId="{F824FC5A-D97B-4E34-832E-59C2E4B8145B}" type="parTrans" cxnId="{1CEB5A32-F823-4065-8172-85BFFDA5305D}">
      <dgm:prSet/>
      <dgm:spPr/>
      <dgm:t>
        <a:bodyPr/>
        <a:lstStyle/>
        <a:p>
          <a:pPr rtl="1"/>
          <a:endParaRPr lang="ar-SA"/>
        </a:p>
      </dgm:t>
    </dgm:pt>
    <dgm:pt modelId="{A27B518B-7D2A-4083-8E39-D091029E805D}" type="sibTrans" cxnId="{1CEB5A32-F823-4065-8172-85BFFDA5305D}">
      <dgm:prSet/>
      <dgm:spPr/>
      <dgm:t>
        <a:bodyPr/>
        <a:lstStyle/>
        <a:p>
          <a:pPr rtl="1"/>
          <a:endParaRPr lang="ar-SA"/>
        </a:p>
      </dgm:t>
    </dgm:pt>
    <dgm:pt modelId="{5CED1151-BB10-4975-BC49-1D6E75B24E40}">
      <dgm:prSet custT="1"/>
      <dgm:spPr/>
      <dgm:t>
        <a:bodyPr/>
        <a:lstStyle/>
        <a:p>
          <a:pPr rtl="1"/>
          <a:r>
            <a:rPr lang="en-US" sz="1200" b="1" dirty="0">
              <a:effectLst>
                <a:outerShdw blurRad="38100" dist="38100" dir="2700000" algn="tl">
                  <a:srgbClr val="000000">
                    <a:alpha val="43137"/>
                  </a:srgbClr>
                </a:outerShdw>
              </a:effectLst>
              <a:latin typeface="+mn-lt"/>
            </a:rPr>
            <a:t>All of software are compatible with Windows.</a:t>
          </a:r>
          <a:endParaRPr lang="ar-SA" sz="1200" b="1" dirty="0">
            <a:effectLst>
              <a:outerShdw blurRad="38100" dist="38100" dir="2700000" algn="tl">
                <a:srgbClr val="000000">
                  <a:alpha val="43137"/>
                </a:srgbClr>
              </a:outerShdw>
            </a:effectLst>
            <a:latin typeface="+mn-lt"/>
          </a:endParaRPr>
        </a:p>
      </dgm:t>
    </dgm:pt>
    <dgm:pt modelId="{149E49E8-13E3-48EF-93D5-C10232FD0090}" type="parTrans" cxnId="{99A5334F-96E2-4616-8E22-A829C792C087}">
      <dgm:prSet/>
      <dgm:spPr/>
      <dgm:t>
        <a:bodyPr/>
        <a:lstStyle/>
        <a:p>
          <a:pPr rtl="1"/>
          <a:endParaRPr lang="ar-SA"/>
        </a:p>
      </dgm:t>
    </dgm:pt>
    <dgm:pt modelId="{57EAF09E-AA97-440D-B32D-7158CF834884}" type="sibTrans" cxnId="{99A5334F-96E2-4616-8E22-A829C792C087}">
      <dgm:prSet/>
      <dgm:spPr/>
      <dgm:t>
        <a:bodyPr/>
        <a:lstStyle/>
        <a:p>
          <a:pPr rtl="1"/>
          <a:endParaRPr lang="ar-SA"/>
        </a:p>
      </dgm:t>
    </dgm:pt>
    <dgm:pt modelId="{47D2A575-7B2B-4A22-9A02-4076CCD4AAE9}">
      <dgm:prSet custT="1"/>
      <dgm:spPr/>
      <dgm:t>
        <a:bodyPr/>
        <a:lstStyle/>
        <a:p>
          <a:pPr rtl="1"/>
          <a:r>
            <a:rPr lang="en-US" sz="1200" b="1" dirty="0">
              <a:effectLst>
                <a:outerShdw blurRad="38100" dist="38100" dir="2700000" algn="tl">
                  <a:srgbClr val="000000">
                    <a:alpha val="43137"/>
                  </a:srgbClr>
                </a:outerShdw>
              </a:effectLst>
              <a:latin typeface="+mn-lt"/>
            </a:rPr>
            <a:t>Many of software are not compatible with MAC.</a:t>
          </a:r>
          <a:endParaRPr lang="ar-SA" sz="1200" b="1" dirty="0">
            <a:effectLst>
              <a:outerShdw blurRad="38100" dist="38100" dir="2700000" algn="tl">
                <a:srgbClr val="000000">
                  <a:alpha val="43137"/>
                </a:srgbClr>
              </a:outerShdw>
            </a:effectLst>
            <a:latin typeface="+mn-lt"/>
          </a:endParaRPr>
        </a:p>
      </dgm:t>
    </dgm:pt>
    <dgm:pt modelId="{ABB7C053-4218-4F69-BC4A-DE0FECF59813}" type="parTrans" cxnId="{257099D2-88D6-4CB8-A932-D6B48714C157}">
      <dgm:prSet/>
      <dgm:spPr/>
      <dgm:t>
        <a:bodyPr/>
        <a:lstStyle/>
        <a:p>
          <a:pPr rtl="1"/>
          <a:endParaRPr lang="ar-SA"/>
        </a:p>
      </dgm:t>
    </dgm:pt>
    <dgm:pt modelId="{49B548D6-5F38-4B69-95AE-B903F5CAF539}" type="sibTrans" cxnId="{257099D2-88D6-4CB8-A932-D6B48714C157}">
      <dgm:prSet/>
      <dgm:spPr/>
      <dgm:t>
        <a:bodyPr/>
        <a:lstStyle/>
        <a:p>
          <a:pPr rtl="1"/>
          <a:endParaRPr lang="ar-SA"/>
        </a:p>
      </dgm:t>
    </dgm:pt>
    <dgm:pt modelId="{A63BA706-5BCD-4E51-917A-342BCA53CBEC}">
      <dgm:prSet custT="1"/>
      <dgm:spPr/>
      <dgm:t>
        <a:bodyPr/>
        <a:lstStyle/>
        <a:p>
          <a:pPr rtl="1"/>
          <a:r>
            <a:rPr lang="en-US" sz="1200" b="1" dirty="0">
              <a:effectLst>
                <a:outerShdw blurRad="38100" dist="38100" dir="2700000" algn="tl">
                  <a:srgbClr val="000000">
                    <a:alpha val="43137"/>
                  </a:srgbClr>
                </a:outerShdw>
              </a:effectLst>
              <a:latin typeface="+mn-lt"/>
            </a:rPr>
            <a:t>Is open source software.</a:t>
          </a:r>
          <a:endParaRPr lang="ar-SA" sz="1200" b="1" dirty="0">
            <a:effectLst>
              <a:outerShdw blurRad="38100" dist="38100" dir="2700000" algn="tl">
                <a:srgbClr val="000000">
                  <a:alpha val="43137"/>
                </a:srgbClr>
              </a:outerShdw>
            </a:effectLst>
            <a:latin typeface="+mn-lt"/>
          </a:endParaRPr>
        </a:p>
      </dgm:t>
    </dgm:pt>
    <dgm:pt modelId="{5DA6B5A9-3C2B-4998-AE3A-8551BC5A76D5}" type="parTrans" cxnId="{41302A80-4E18-4DBC-9AFC-D3B7B9C0CE6A}">
      <dgm:prSet/>
      <dgm:spPr/>
      <dgm:t>
        <a:bodyPr/>
        <a:lstStyle/>
        <a:p>
          <a:pPr rtl="1"/>
          <a:endParaRPr lang="ar-SA"/>
        </a:p>
      </dgm:t>
    </dgm:pt>
    <dgm:pt modelId="{F1C82FC3-54D8-4BB1-BBAF-4BE1725814FB}" type="sibTrans" cxnId="{41302A80-4E18-4DBC-9AFC-D3B7B9C0CE6A}">
      <dgm:prSet/>
      <dgm:spPr/>
      <dgm:t>
        <a:bodyPr/>
        <a:lstStyle/>
        <a:p>
          <a:pPr rtl="1"/>
          <a:endParaRPr lang="ar-SA"/>
        </a:p>
      </dgm:t>
    </dgm:pt>
    <dgm:pt modelId="{9B0BB69B-AB72-4C7F-9542-ED129C6F205E}">
      <dgm:prSet custT="1"/>
      <dgm:spPr/>
      <dgm:t>
        <a:bodyPr/>
        <a:lstStyle/>
        <a:p>
          <a:pPr rtl="1"/>
          <a:r>
            <a:rPr lang="en-US" sz="1200" b="1" dirty="0">
              <a:effectLst>
                <a:outerShdw blurRad="38100" dist="38100" dir="2700000" algn="tl">
                  <a:srgbClr val="000000">
                    <a:alpha val="43137"/>
                  </a:srgbClr>
                </a:outerShdw>
              </a:effectLst>
              <a:latin typeface="+mn-lt"/>
            </a:rPr>
            <a:t>Is reliable but due to viruses.</a:t>
          </a:r>
          <a:endParaRPr lang="ar-SA" sz="1200" b="1" dirty="0">
            <a:effectLst>
              <a:outerShdw blurRad="38100" dist="38100" dir="2700000" algn="tl">
                <a:srgbClr val="000000">
                  <a:alpha val="43137"/>
                </a:srgbClr>
              </a:outerShdw>
            </a:effectLst>
            <a:latin typeface="+mn-lt"/>
          </a:endParaRPr>
        </a:p>
      </dgm:t>
    </dgm:pt>
    <dgm:pt modelId="{7CDD6937-6196-4659-BDF2-63FF8D699742}" type="parTrans" cxnId="{A85C06EA-8708-4070-A743-E1B161745D07}">
      <dgm:prSet/>
      <dgm:spPr/>
      <dgm:t>
        <a:bodyPr/>
        <a:lstStyle/>
        <a:p>
          <a:pPr rtl="1"/>
          <a:endParaRPr lang="ar-SA"/>
        </a:p>
      </dgm:t>
    </dgm:pt>
    <dgm:pt modelId="{76DF26E5-816A-421C-8FF0-73D798C48124}" type="sibTrans" cxnId="{A85C06EA-8708-4070-A743-E1B161745D07}">
      <dgm:prSet/>
      <dgm:spPr/>
      <dgm:t>
        <a:bodyPr/>
        <a:lstStyle/>
        <a:p>
          <a:pPr rtl="1"/>
          <a:endParaRPr lang="ar-SA"/>
        </a:p>
      </dgm:t>
    </dgm:pt>
    <dgm:pt modelId="{3C4BC44D-3EF4-4831-B294-AF69FA4F3E7E}">
      <dgm:prSet custT="1"/>
      <dgm:spPr/>
      <dgm:t>
        <a:bodyPr/>
        <a:lstStyle/>
        <a:p>
          <a:pPr rtl="1"/>
          <a:r>
            <a:rPr lang="en-US" sz="1200" b="1" dirty="0">
              <a:effectLst>
                <a:outerShdw blurRad="38100" dist="38100" dir="2700000" algn="tl">
                  <a:srgbClr val="000000">
                    <a:alpha val="43137"/>
                  </a:srgbClr>
                </a:outerShdw>
              </a:effectLst>
            </a:rPr>
            <a:t>Not reliable because in not a complete OS you can modify it for that type of use you want.</a:t>
          </a:r>
          <a:endParaRPr lang="ar-SA" sz="1200" b="1" dirty="0">
            <a:effectLst>
              <a:outerShdw blurRad="38100" dist="38100" dir="2700000" algn="tl">
                <a:srgbClr val="000000">
                  <a:alpha val="43137"/>
                </a:srgbClr>
              </a:outerShdw>
            </a:effectLst>
          </a:endParaRPr>
        </a:p>
      </dgm:t>
    </dgm:pt>
    <dgm:pt modelId="{E81A2C4A-D9A4-4E3E-8179-A9083440FCEC}" type="parTrans" cxnId="{7C954D73-D18B-4B00-BF75-CF01A976F78B}">
      <dgm:prSet/>
      <dgm:spPr/>
      <dgm:t>
        <a:bodyPr/>
        <a:lstStyle/>
        <a:p>
          <a:pPr rtl="1"/>
          <a:endParaRPr lang="ar-SA"/>
        </a:p>
      </dgm:t>
    </dgm:pt>
    <dgm:pt modelId="{94FF168A-3BF1-4898-9DF4-38FA277F7C0C}" type="sibTrans" cxnId="{7C954D73-D18B-4B00-BF75-CF01A976F78B}">
      <dgm:prSet/>
      <dgm:spPr/>
      <dgm:t>
        <a:bodyPr/>
        <a:lstStyle/>
        <a:p>
          <a:pPr rtl="1"/>
          <a:endParaRPr lang="ar-SA"/>
        </a:p>
      </dgm:t>
    </dgm:pt>
    <dgm:pt modelId="{8303B94E-38CD-4D26-B1A9-D35481ED04F1}">
      <dgm:prSet custT="1"/>
      <dgm:spPr/>
      <dgm:t>
        <a:bodyPr/>
        <a:lstStyle/>
        <a:p>
          <a:pPr rtl="1"/>
          <a:r>
            <a:rPr lang="en-US" sz="1200" b="1" dirty="0">
              <a:effectLst>
                <a:outerShdw blurRad="38100" dist="38100" dir="2700000" algn="tl">
                  <a:srgbClr val="000000">
                    <a:alpha val="43137"/>
                  </a:srgbClr>
                </a:outerShdw>
              </a:effectLst>
              <a:latin typeface="+mn-lt"/>
            </a:rPr>
            <a:t>Too much reliable and smooth because it has no viruses..</a:t>
          </a:r>
          <a:endParaRPr lang="ar-SA" sz="1200" b="1" dirty="0">
            <a:effectLst>
              <a:outerShdw blurRad="38100" dist="38100" dir="2700000" algn="tl">
                <a:srgbClr val="000000">
                  <a:alpha val="43137"/>
                </a:srgbClr>
              </a:outerShdw>
            </a:effectLst>
            <a:latin typeface="+mn-lt"/>
          </a:endParaRPr>
        </a:p>
      </dgm:t>
    </dgm:pt>
    <dgm:pt modelId="{D85A543F-328B-4093-BFAE-7D7BF0A478DE}" type="parTrans" cxnId="{1F8A1DE1-2449-43D7-B17A-E7C4DF579BA8}">
      <dgm:prSet/>
      <dgm:spPr/>
      <dgm:t>
        <a:bodyPr/>
        <a:lstStyle/>
        <a:p>
          <a:pPr rtl="1"/>
          <a:endParaRPr lang="ar-SA"/>
        </a:p>
      </dgm:t>
    </dgm:pt>
    <dgm:pt modelId="{2A8FF14F-BC13-496E-BB59-AF15035C581D}" type="sibTrans" cxnId="{1F8A1DE1-2449-43D7-B17A-E7C4DF579BA8}">
      <dgm:prSet/>
      <dgm:spPr/>
      <dgm:t>
        <a:bodyPr/>
        <a:lstStyle/>
        <a:p>
          <a:pPr rtl="1"/>
          <a:endParaRPr lang="ar-SA"/>
        </a:p>
      </dgm:t>
    </dgm:pt>
    <dgm:pt modelId="{519C14C0-CBA2-45E9-B19F-E8753E706C0E}" type="pres">
      <dgm:prSet presAssocID="{31226569-03E5-472C-B325-158EEE1653CF}" presName="theList" presStyleCnt="0">
        <dgm:presLayoutVars>
          <dgm:dir/>
          <dgm:animLvl val="lvl"/>
          <dgm:resizeHandles val="exact"/>
        </dgm:presLayoutVars>
      </dgm:prSet>
      <dgm:spPr/>
      <dgm:t>
        <a:bodyPr/>
        <a:lstStyle/>
        <a:p>
          <a:endParaRPr lang="en-US"/>
        </a:p>
      </dgm:t>
    </dgm:pt>
    <dgm:pt modelId="{BAE01E27-E203-4233-BD49-840B2BB7DE49}" type="pres">
      <dgm:prSet presAssocID="{80F7698B-D704-44C3-9D51-06043AB396CC}" presName="compNode" presStyleCnt="0"/>
      <dgm:spPr/>
    </dgm:pt>
    <dgm:pt modelId="{574AD761-F657-484E-964A-44D9BFF7557C}" type="pres">
      <dgm:prSet presAssocID="{80F7698B-D704-44C3-9D51-06043AB396CC}" presName="aNode" presStyleLbl="bgShp" presStyleIdx="0" presStyleCnt="3"/>
      <dgm:spPr/>
      <dgm:t>
        <a:bodyPr/>
        <a:lstStyle/>
        <a:p>
          <a:endParaRPr lang="en-US"/>
        </a:p>
      </dgm:t>
    </dgm:pt>
    <dgm:pt modelId="{08DE5A0D-EB99-4E01-A840-BF9A0056514A}" type="pres">
      <dgm:prSet presAssocID="{80F7698B-D704-44C3-9D51-06043AB396CC}" presName="textNode" presStyleLbl="bgShp" presStyleIdx="0" presStyleCnt="3"/>
      <dgm:spPr/>
      <dgm:t>
        <a:bodyPr/>
        <a:lstStyle/>
        <a:p>
          <a:endParaRPr lang="en-US"/>
        </a:p>
      </dgm:t>
    </dgm:pt>
    <dgm:pt modelId="{CFAD237E-DEA0-4461-BA9F-8130EE481F94}" type="pres">
      <dgm:prSet presAssocID="{80F7698B-D704-44C3-9D51-06043AB396CC}" presName="compChildNode" presStyleCnt="0"/>
      <dgm:spPr/>
    </dgm:pt>
    <dgm:pt modelId="{27EECCA2-4AB0-4356-9785-2739FA2F691A}" type="pres">
      <dgm:prSet presAssocID="{80F7698B-D704-44C3-9D51-06043AB396CC}" presName="theInnerList" presStyleCnt="0"/>
      <dgm:spPr/>
    </dgm:pt>
    <dgm:pt modelId="{3263F28D-C06C-449E-A0DB-6DD5C79E7E9E}" type="pres">
      <dgm:prSet presAssocID="{8D2F8C94-3DAD-4B2B-8258-17DC4E3FC855}" presName="childNode" presStyleLbl="node1" presStyleIdx="0" presStyleCnt="12">
        <dgm:presLayoutVars>
          <dgm:bulletEnabled val="1"/>
        </dgm:presLayoutVars>
      </dgm:prSet>
      <dgm:spPr/>
      <dgm:t>
        <a:bodyPr/>
        <a:lstStyle/>
        <a:p>
          <a:endParaRPr lang="en-US"/>
        </a:p>
      </dgm:t>
    </dgm:pt>
    <dgm:pt modelId="{48E98296-49FF-418A-AA6D-DE2701476269}" type="pres">
      <dgm:prSet presAssocID="{8D2F8C94-3DAD-4B2B-8258-17DC4E3FC855}" presName="aSpace2" presStyleCnt="0"/>
      <dgm:spPr/>
    </dgm:pt>
    <dgm:pt modelId="{862EFA52-27BA-40CD-ABCF-0DE8343F8047}" type="pres">
      <dgm:prSet presAssocID="{A4BAB818-EFC2-4556-93D6-C326AC5A2F39}" presName="childNode" presStyleLbl="node1" presStyleIdx="1" presStyleCnt="12">
        <dgm:presLayoutVars>
          <dgm:bulletEnabled val="1"/>
        </dgm:presLayoutVars>
      </dgm:prSet>
      <dgm:spPr/>
      <dgm:t>
        <a:bodyPr/>
        <a:lstStyle/>
        <a:p>
          <a:endParaRPr lang="en-US"/>
        </a:p>
      </dgm:t>
    </dgm:pt>
    <dgm:pt modelId="{0E33C27D-05C9-4144-BFB1-5F4482BA34F2}" type="pres">
      <dgm:prSet presAssocID="{A4BAB818-EFC2-4556-93D6-C326AC5A2F39}" presName="aSpace2" presStyleCnt="0"/>
      <dgm:spPr/>
    </dgm:pt>
    <dgm:pt modelId="{374A60A8-0600-48B0-BF9E-18D21256E4DD}" type="pres">
      <dgm:prSet presAssocID="{5CED1151-BB10-4975-BC49-1D6E75B24E40}" presName="childNode" presStyleLbl="node1" presStyleIdx="2" presStyleCnt="12">
        <dgm:presLayoutVars>
          <dgm:bulletEnabled val="1"/>
        </dgm:presLayoutVars>
      </dgm:prSet>
      <dgm:spPr/>
      <dgm:t>
        <a:bodyPr/>
        <a:lstStyle/>
        <a:p>
          <a:endParaRPr lang="en-US"/>
        </a:p>
      </dgm:t>
    </dgm:pt>
    <dgm:pt modelId="{C0871C7A-35F1-4C3E-B4C3-565AE2C2A4DC}" type="pres">
      <dgm:prSet presAssocID="{5CED1151-BB10-4975-BC49-1D6E75B24E40}" presName="aSpace2" presStyleCnt="0"/>
      <dgm:spPr/>
    </dgm:pt>
    <dgm:pt modelId="{40E40AE9-0332-4ECF-90B4-38ED0F12F3EF}" type="pres">
      <dgm:prSet presAssocID="{9B0BB69B-AB72-4C7F-9542-ED129C6F205E}" presName="childNode" presStyleLbl="node1" presStyleIdx="3" presStyleCnt="12">
        <dgm:presLayoutVars>
          <dgm:bulletEnabled val="1"/>
        </dgm:presLayoutVars>
      </dgm:prSet>
      <dgm:spPr/>
      <dgm:t>
        <a:bodyPr/>
        <a:lstStyle/>
        <a:p>
          <a:endParaRPr lang="en-US"/>
        </a:p>
      </dgm:t>
    </dgm:pt>
    <dgm:pt modelId="{8A9692E5-96C2-4E9B-8F18-4A526903CA64}" type="pres">
      <dgm:prSet presAssocID="{80F7698B-D704-44C3-9D51-06043AB396CC}" presName="aSpace" presStyleCnt="0"/>
      <dgm:spPr/>
    </dgm:pt>
    <dgm:pt modelId="{D7D2BD61-8C7A-42A1-A721-547B8B2AC2B6}" type="pres">
      <dgm:prSet presAssocID="{0F9B4A37-CA45-47B5-8E6D-D81D213EE83B}" presName="compNode" presStyleCnt="0"/>
      <dgm:spPr/>
    </dgm:pt>
    <dgm:pt modelId="{DBBC5E41-D7FB-4F05-8A37-00123A2937A4}" type="pres">
      <dgm:prSet presAssocID="{0F9B4A37-CA45-47B5-8E6D-D81D213EE83B}" presName="aNode" presStyleLbl="bgShp" presStyleIdx="1" presStyleCnt="3"/>
      <dgm:spPr/>
      <dgm:t>
        <a:bodyPr/>
        <a:lstStyle/>
        <a:p>
          <a:endParaRPr lang="en-US"/>
        </a:p>
      </dgm:t>
    </dgm:pt>
    <dgm:pt modelId="{4F137D2A-5CDF-4070-AA87-6170ED2DF69B}" type="pres">
      <dgm:prSet presAssocID="{0F9B4A37-CA45-47B5-8E6D-D81D213EE83B}" presName="textNode" presStyleLbl="bgShp" presStyleIdx="1" presStyleCnt="3"/>
      <dgm:spPr/>
      <dgm:t>
        <a:bodyPr/>
        <a:lstStyle/>
        <a:p>
          <a:endParaRPr lang="en-US"/>
        </a:p>
      </dgm:t>
    </dgm:pt>
    <dgm:pt modelId="{8D5BC254-B1BB-4F83-B0FB-C025A70FCA1E}" type="pres">
      <dgm:prSet presAssocID="{0F9B4A37-CA45-47B5-8E6D-D81D213EE83B}" presName="compChildNode" presStyleCnt="0"/>
      <dgm:spPr/>
    </dgm:pt>
    <dgm:pt modelId="{BD05DD39-9C8A-4226-9A51-612A70432A2F}" type="pres">
      <dgm:prSet presAssocID="{0F9B4A37-CA45-47B5-8E6D-D81D213EE83B}" presName="theInnerList" presStyleCnt="0"/>
      <dgm:spPr/>
    </dgm:pt>
    <dgm:pt modelId="{0009A59E-AABB-4C75-8587-42AC81434BB1}" type="pres">
      <dgm:prSet presAssocID="{22793480-9B1D-4280-8929-A832B1EEFEBF}" presName="childNode" presStyleLbl="node1" presStyleIdx="4" presStyleCnt="12">
        <dgm:presLayoutVars>
          <dgm:bulletEnabled val="1"/>
        </dgm:presLayoutVars>
      </dgm:prSet>
      <dgm:spPr/>
      <dgm:t>
        <a:bodyPr/>
        <a:lstStyle/>
        <a:p>
          <a:endParaRPr lang="en-US"/>
        </a:p>
      </dgm:t>
    </dgm:pt>
    <dgm:pt modelId="{F0C21E14-3063-4C9D-AB58-450487DD722E}" type="pres">
      <dgm:prSet presAssocID="{22793480-9B1D-4280-8929-A832B1EEFEBF}" presName="aSpace2" presStyleCnt="0"/>
      <dgm:spPr/>
    </dgm:pt>
    <dgm:pt modelId="{FE0291C4-E7B2-4D93-BABF-9478D39B6F0B}" type="pres">
      <dgm:prSet presAssocID="{CD6447C8-31C0-4CE5-A5CC-A32A1EEC1D7A}" presName="childNode" presStyleLbl="node1" presStyleIdx="5" presStyleCnt="12">
        <dgm:presLayoutVars>
          <dgm:bulletEnabled val="1"/>
        </dgm:presLayoutVars>
      </dgm:prSet>
      <dgm:spPr/>
      <dgm:t>
        <a:bodyPr/>
        <a:lstStyle/>
        <a:p>
          <a:endParaRPr lang="en-US"/>
        </a:p>
      </dgm:t>
    </dgm:pt>
    <dgm:pt modelId="{05B453EC-793E-4127-89CF-3B8FDA335C98}" type="pres">
      <dgm:prSet presAssocID="{CD6447C8-31C0-4CE5-A5CC-A32A1EEC1D7A}" presName="aSpace2" presStyleCnt="0"/>
      <dgm:spPr/>
    </dgm:pt>
    <dgm:pt modelId="{CD5FE6AC-945E-4AF2-943F-87EFAAC38584}" type="pres">
      <dgm:prSet presAssocID="{47D2A575-7B2B-4A22-9A02-4076CCD4AAE9}" presName="childNode" presStyleLbl="node1" presStyleIdx="6" presStyleCnt="12">
        <dgm:presLayoutVars>
          <dgm:bulletEnabled val="1"/>
        </dgm:presLayoutVars>
      </dgm:prSet>
      <dgm:spPr/>
      <dgm:t>
        <a:bodyPr/>
        <a:lstStyle/>
        <a:p>
          <a:endParaRPr lang="en-US"/>
        </a:p>
      </dgm:t>
    </dgm:pt>
    <dgm:pt modelId="{40487CC1-2283-4DE9-890E-CAC39BE7FC48}" type="pres">
      <dgm:prSet presAssocID="{47D2A575-7B2B-4A22-9A02-4076CCD4AAE9}" presName="aSpace2" presStyleCnt="0"/>
      <dgm:spPr/>
    </dgm:pt>
    <dgm:pt modelId="{FA6F4199-280E-4867-AA00-B0964FDC819C}" type="pres">
      <dgm:prSet presAssocID="{8303B94E-38CD-4D26-B1A9-D35481ED04F1}" presName="childNode" presStyleLbl="node1" presStyleIdx="7" presStyleCnt="12">
        <dgm:presLayoutVars>
          <dgm:bulletEnabled val="1"/>
        </dgm:presLayoutVars>
      </dgm:prSet>
      <dgm:spPr/>
      <dgm:t>
        <a:bodyPr/>
        <a:lstStyle/>
        <a:p>
          <a:endParaRPr lang="en-US"/>
        </a:p>
      </dgm:t>
    </dgm:pt>
    <dgm:pt modelId="{DE117124-491C-4712-8A77-F74765377D69}" type="pres">
      <dgm:prSet presAssocID="{0F9B4A37-CA45-47B5-8E6D-D81D213EE83B}" presName="aSpace" presStyleCnt="0"/>
      <dgm:spPr/>
    </dgm:pt>
    <dgm:pt modelId="{A8D9CC61-F492-4635-9848-27D15EECCCCE}" type="pres">
      <dgm:prSet presAssocID="{28DB8EE0-9713-4087-AA66-AC2CD2FE425A}" presName="compNode" presStyleCnt="0"/>
      <dgm:spPr/>
    </dgm:pt>
    <dgm:pt modelId="{ED32AD47-FE30-4470-BCD3-DDCEB4F61A9F}" type="pres">
      <dgm:prSet presAssocID="{28DB8EE0-9713-4087-AA66-AC2CD2FE425A}" presName="aNode" presStyleLbl="bgShp" presStyleIdx="2" presStyleCnt="3"/>
      <dgm:spPr/>
      <dgm:t>
        <a:bodyPr/>
        <a:lstStyle/>
        <a:p>
          <a:endParaRPr lang="en-US"/>
        </a:p>
      </dgm:t>
    </dgm:pt>
    <dgm:pt modelId="{9ADA1B35-95D9-4182-8313-7EDD2624968F}" type="pres">
      <dgm:prSet presAssocID="{28DB8EE0-9713-4087-AA66-AC2CD2FE425A}" presName="textNode" presStyleLbl="bgShp" presStyleIdx="2" presStyleCnt="3"/>
      <dgm:spPr/>
      <dgm:t>
        <a:bodyPr/>
        <a:lstStyle/>
        <a:p>
          <a:endParaRPr lang="en-US"/>
        </a:p>
      </dgm:t>
    </dgm:pt>
    <dgm:pt modelId="{C7626E5D-5E37-4932-867F-B2EEFC75776E}" type="pres">
      <dgm:prSet presAssocID="{28DB8EE0-9713-4087-AA66-AC2CD2FE425A}" presName="compChildNode" presStyleCnt="0"/>
      <dgm:spPr/>
    </dgm:pt>
    <dgm:pt modelId="{CCF609DE-7947-4FA5-9EEF-313537EBA199}" type="pres">
      <dgm:prSet presAssocID="{28DB8EE0-9713-4087-AA66-AC2CD2FE425A}" presName="theInnerList" presStyleCnt="0"/>
      <dgm:spPr/>
    </dgm:pt>
    <dgm:pt modelId="{7887BE45-3E22-44E7-A872-6756F3E6C7B6}" type="pres">
      <dgm:prSet presAssocID="{DF5B2372-74F1-4916-8B37-D5199CB797DC}" presName="childNode" presStyleLbl="node1" presStyleIdx="8" presStyleCnt="12">
        <dgm:presLayoutVars>
          <dgm:bulletEnabled val="1"/>
        </dgm:presLayoutVars>
      </dgm:prSet>
      <dgm:spPr/>
      <dgm:t>
        <a:bodyPr/>
        <a:lstStyle/>
        <a:p>
          <a:endParaRPr lang="en-US"/>
        </a:p>
      </dgm:t>
    </dgm:pt>
    <dgm:pt modelId="{81DBE31E-FAD4-4366-8A88-4A8422FBBF5C}" type="pres">
      <dgm:prSet presAssocID="{DF5B2372-74F1-4916-8B37-D5199CB797DC}" presName="aSpace2" presStyleCnt="0"/>
      <dgm:spPr/>
    </dgm:pt>
    <dgm:pt modelId="{D4B596E7-E0A4-4017-AA47-C28D6AD4C614}" type="pres">
      <dgm:prSet presAssocID="{00252DC4-04EB-433A-B6ED-2DF132BE6763}" presName="childNode" presStyleLbl="node1" presStyleIdx="9" presStyleCnt="12">
        <dgm:presLayoutVars>
          <dgm:bulletEnabled val="1"/>
        </dgm:presLayoutVars>
      </dgm:prSet>
      <dgm:spPr/>
      <dgm:t>
        <a:bodyPr/>
        <a:lstStyle/>
        <a:p>
          <a:endParaRPr lang="en-US"/>
        </a:p>
      </dgm:t>
    </dgm:pt>
    <dgm:pt modelId="{42EA4ACF-F41D-4F91-A2FC-DAE7DAE2AD85}" type="pres">
      <dgm:prSet presAssocID="{00252DC4-04EB-433A-B6ED-2DF132BE6763}" presName="aSpace2" presStyleCnt="0"/>
      <dgm:spPr/>
    </dgm:pt>
    <dgm:pt modelId="{A01E1FD1-A0C0-4FA9-845E-F5F4E4577DBF}" type="pres">
      <dgm:prSet presAssocID="{A63BA706-5BCD-4E51-917A-342BCA53CBEC}" presName="childNode" presStyleLbl="node1" presStyleIdx="10" presStyleCnt="12">
        <dgm:presLayoutVars>
          <dgm:bulletEnabled val="1"/>
        </dgm:presLayoutVars>
      </dgm:prSet>
      <dgm:spPr/>
      <dgm:t>
        <a:bodyPr/>
        <a:lstStyle/>
        <a:p>
          <a:endParaRPr lang="en-US"/>
        </a:p>
      </dgm:t>
    </dgm:pt>
    <dgm:pt modelId="{453DC99C-C4D1-4F2D-BFC3-2FC4765ABD49}" type="pres">
      <dgm:prSet presAssocID="{A63BA706-5BCD-4E51-917A-342BCA53CBEC}" presName="aSpace2" presStyleCnt="0"/>
      <dgm:spPr/>
    </dgm:pt>
    <dgm:pt modelId="{2C9C81F2-29A0-4745-BBA8-A6BD77066C3A}" type="pres">
      <dgm:prSet presAssocID="{3C4BC44D-3EF4-4831-B294-AF69FA4F3E7E}" presName="childNode" presStyleLbl="node1" presStyleIdx="11" presStyleCnt="12">
        <dgm:presLayoutVars>
          <dgm:bulletEnabled val="1"/>
        </dgm:presLayoutVars>
      </dgm:prSet>
      <dgm:spPr/>
      <dgm:t>
        <a:bodyPr/>
        <a:lstStyle/>
        <a:p>
          <a:endParaRPr lang="en-US"/>
        </a:p>
      </dgm:t>
    </dgm:pt>
  </dgm:ptLst>
  <dgm:cxnLst>
    <dgm:cxn modelId="{A85C06EA-8708-4070-A743-E1B161745D07}" srcId="{80F7698B-D704-44C3-9D51-06043AB396CC}" destId="{9B0BB69B-AB72-4C7F-9542-ED129C6F205E}" srcOrd="3" destOrd="0" parTransId="{7CDD6937-6196-4659-BDF2-63FF8D699742}" sibTransId="{76DF26E5-816A-421C-8FF0-73D798C48124}"/>
    <dgm:cxn modelId="{7AA2C268-0175-40B8-8FCA-623A9AE64C15}" srcId="{0F9B4A37-CA45-47B5-8E6D-D81D213EE83B}" destId="{CD6447C8-31C0-4CE5-A5CC-A32A1EEC1D7A}" srcOrd="1" destOrd="0" parTransId="{AEAE3E43-2418-43EF-8C22-EAF67F18F205}" sibTransId="{EE2E137D-7C6A-439D-95E0-B945189C316A}"/>
    <dgm:cxn modelId="{8B019D0E-3E9C-4611-8045-C8F53C9FABF6}" srcId="{31226569-03E5-472C-B325-158EEE1653CF}" destId="{0F9B4A37-CA45-47B5-8E6D-D81D213EE83B}" srcOrd="1" destOrd="0" parTransId="{E381E44E-9203-460A-B8F5-3EA04A2EBF56}" sibTransId="{F941F76A-E975-498D-BE46-93D8FDB8AA17}"/>
    <dgm:cxn modelId="{ADD2817A-6B58-484E-BFEA-CDF081A4E275}" type="presOf" srcId="{0F9B4A37-CA45-47B5-8E6D-D81D213EE83B}" destId="{DBBC5E41-D7FB-4F05-8A37-00123A2937A4}" srcOrd="0" destOrd="0" presId="urn:microsoft.com/office/officeart/2005/8/layout/lProcess2"/>
    <dgm:cxn modelId="{3C6C51FC-22D3-405C-90F0-E8D0F7C6F8F9}" type="presOf" srcId="{80F7698B-D704-44C3-9D51-06043AB396CC}" destId="{08DE5A0D-EB99-4E01-A840-BF9A0056514A}" srcOrd="1" destOrd="0" presId="urn:microsoft.com/office/officeart/2005/8/layout/lProcess2"/>
    <dgm:cxn modelId="{5356398F-CAD1-47B0-8BD6-2D7D91CD45AD}" type="presOf" srcId="{31226569-03E5-472C-B325-158EEE1653CF}" destId="{519C14C0-CBA2-45E9-B19F-E8753E706C0E}" srcOrd="0" destOrd="0" presId="urn:microsoft.com/office/officeart/2005/8/layout/lProcess2"/>
    <dgm:cxn modelId="{257099D2-88D6-4CB8-A932-D6B48714C157}" srcId="{0F9B4A37-CA45-47B5-8E6D-D81D213EE83B}" destId="{47D2A575-7B2B-4A22-9A02-4076CCD4AAE9}" srcOrd="2" destOrd="0" parTransId="{ABB7C053-4218-4F69-BC4A-DE0FECF59813}" sibTransId="{49B548D6-5F38-4B69-95AE-B903F5CAF539}"/>
    <dgm:cxn modelId="{FB78992F-7818-4A83-9F6A-421E00E97045}" type="presOf" srcId="{9B0BB69B-AB72-4C7F-9542-ED129C6F205E}" destId="{40E40AE9-0332-4ECF-90B4-38ED0F12F3EF}" srcOrd="0" destOrd="0" presId="urn:microsoft.com/office/officeart/2005/8/layout/lProcess2"/>
    <dgm:cxn modelId="{1CEB5A32-F823-4065-8172-85BFFDA5305D}" srcId="{28DB8EE0-9713-4087-AA66-AC2CD2FE425A}" destId="{00252DC4-04EB-433A-B6ED-2DF132BE6763}" srcOrd="1" destOrd="0" parTransId="{F824FC5A-D97B-4E34-832E-59C2E4B8145B}" sibTransId="{A27B518B-7D2A-4083-8E39-D091029E805D}"/>
    <dgm:cxn modelId="{AF6CB486-8AAA-40A4-97A5-5111C2E681CC}" type="presOf" srcId="{28DB8EE0-9713-4087-AA66-AC2CD2FE425A}" destId="{ED32AD47-FE30-4470-BCD3-DDCEB4F61A9F}" srcOrd="0" destOrd="0" presId="urn:microsoft.com/office/officeart/2005/8/layout/lProcess2"/>
    <dgm:cxn modelId="{EA48F677-4ACC-455C-B7CC-9E3FD388A94D}" type="presOf" srcId="{0F9B4A37-CA45-47B5-8E6D-D81D213EE83B}" destId="{4F137D2A-5CDF-4070-AA87-6170ED2DF69B}" srcOrd="1" destOrd="0" presId="urn:microsoft.com/office/officeart/2005/8/layout/lProcess2"/>
    <dgm:cxn modelId="{EC205CC1-486C-4692-95A0-E804A4A2FB8E}" type="presOf" srcId="{DF5B2372-74F1-4916-8B37-D5199CB797DC}" destId="{7887BE45-3E22-44E7-A872-6756F3E6C7B6}" srcOrd="0" destOrd="0" presId="urn:microsoft.com/office/officeart/2005/8/layout/lProcess2"/>
    <dgm:cxn modelId="{457DCAA5-A413-4B7C-A8F5-BB03C662DADA}" type="presOf" srcId="{8303B94E-38CD-4D26-B1A9-D35481ED04F1}" destId="{FA6F4199-280E-4867-AA00-B0964FDC819C}" srcOrd="0" destOrd="0" presId="urn:microsoft.com/office/officeart/2005/8/layout/lProcess2"/>
    <dgm:cxn modelId="{E493679D-FB8C-48C1-B517-2465863B0EDD}" type="presOf" srcId="{A4BAB818-EFC2-4556-93D6-C326AC5A2F39}" destId="{862EFA52-27BA-40CD-ABCF-0DE8343F8047}" srcOrd="0" destOrd="0" presId="urn:microsoft.com/office/officeart/2005/8/layout/lProcess2"/>
    <dgm:cxn modelId="{16626E04-E2D4-4625-8FB7-07A63C7D1D20}" type="presOf" srcId="{5CED1151-BB10-4975-BC49-1D6E75B24E40}" destId="{374A60A8-0600-48B0-BF9E-18D21256E4DD}" srcOrd="0" destOrd="0" presId="urn:microsoft.com/office/officeart/2005/8/layout/lProcess2"/>
    <dgm:cxn modelId="{6B03F895-3DB1-400F-BFC7-F5AD9D77D25D}" type="presOf" srcId="{28DB8EE0-9713-4087-AA66-AC2CD2FE425A}" destId="{9ADA1B35-95D9-4182-8313-7EDD2624968F}" srcOrd="1" destOrd="0" presId="urn:microsoft.com/office/officeart/2005/8/layout/lProcess2"/>
    <dgm:cxn modelId="{A29EDA86-03CD-42F4-8E0F-B2100EABDDD8}" srcId="{80F7698B-D704-44C3-9D51-06043AB396CC}" destId="{8D2F8C94-3DAD-4B2B-8258-17DC4E3FC855}" srcOrd="0" destOrd="0" parTransId="{266AA0B9-3938-47B0-A1EE-BB89C49934B9}" sibTransId="{6E269F10-ABBA-40E4-98FE-67FE39EAE9AF}"/>
    <dgm:cxn modelId="{2A4EFA36-42F7-465D-8F83-266E6B6FC968}" srcId="{80F7698B-D704-44C3-9D51-06043AB396CC}" destId="{A4BAB818-EFC2-4556-93D6-C326AC5A2F39}" srcOrd="1" destOrd="0" parTransId="{3B7DA32F-A17A-4E44-8200-C1EBCEB9C74E}" sibTransId="{6C2D9806-32F7-4388-9CAD-94D76A994216}"/>
    <dgm:cxn modelId="{7C954D73-D18B-4B00-BF75-CF01A976F78B}" srcId="{28DB8EE0-9713-4087-AA66-AC2CD2FE425A}" destId="{3C4BC44D-3EF4-4831-B294-AF69FA4F3E7E}" srcOrd="3" destOrd="0" parTransId="{E81A2C4A-D9A4-4E3E-8179-A9083440FCEC}" sibTransId="{94FF168A-3BF1-4898-9DF4-38FA277F7C0C}"/>
    <dgm:cxn modelId="{41302A80-4E18-4DBC-9AFC-D3B7B9C0CE6A}" srcId="{28DB8EE0-9713-4087-AA66-AC2CD2FE425A}" destId="{A63BA706-5BCD-4E51-917A-342BCA53CBEC}" srcOrd="2" destOrd="0" parTransId="{5DA6B5A9-3C2B-4998-AE3A-8551BC5A76D5}" sibTransId="{F1C82FC3-54D8-4BB1-BBAF-4BE1725814FB}"/>
    <dgm:cxn modelId="{18D8F5BD-DA02-4AD0-BF97-3BA1B7AED509}" type="presOf" srcId="{8D2F8C94-3DAD-4B2B-8258-17DC4E3FC855}" destId="{3263F28D-C06C-449E-A0DB-6DD5C79E7E9E}" srcOrd="0" destOrd="0" presId="urn:microsoft.com/office/officeart/2005/8/layout/lProcess2"/>
    <dgm:cxn modelId="{72042884-B9F9-463E-96AD-F27CB8BFFA18}" type="presOf" srcId="{3C4BC44D-3EF4-4831-B294-AF69FA4F3E7E}" destId="{2C9C81F2-29A0-4745-BBA8-A6BD77066C3A}" srcOrd="0" destOrd="0" presId="urn:microsoft.com/office/officeart/2005/8/layout/lProcess2"/>
    <dgm:cxn modelId="{1A044B30-8454-4DFB-ABF3-74CB8D1C5230}" srcId="{28DB8EE0-9713-4087-AA66-AC2CD2FE425A}" destId="{DF5B2372-74F1-4916-8B37-D5199CB797DC}" srcOrd="0" destOrd="0" parTransId="{373DF40B-112B-4E44-BE6A-C606A9CBC795}" sibTransId="{4C90A5CD-50CE-45D5-9582-B5DE9A0ABA85}"/>
    <dgm:cxn modelId="{84DD4A6D-137A-480F-92CD-79AF46A21CC8}" type="presOf" srcId="{00252DC4-04EB-433A-B6ED-2DF132BE6763}" destId="{D4B596E7-E0A4-4017-AA47-C28D6AD4C614}" srcOrd="0" destOrd="0" presId="urn:microsoft.com/office/officeart/2005/8/layout/lProcess2"/>
    <dgm:cxn modelId="{9DFE9D49-153D-4F0E-8B95-83B735938677}" type="presOf" srcId="{47D2A575-7B2B-4A22-9A02-4076CCD4AAE9}" destId="{CD5FE6AC-945E-4AF2-943F-87EFAAC38584}" srcOrd="0" destOrd="0" presId="urn:microsoft.com/office/officeart/2005/8/layout/lProcess2"/>
    <dgm:cxn modelId="{7BAB6FD2-A3E3-4719-9910-A96A0098EF2F}" type="presOf" srcId="{CD6447C8-31C0-4CE5-A5CC-A32A1EEC1D7A}" destId="{FE0291C4-E7B2-4D93-BABF-9478D39B6F0B}" srcOrd="0" destOrd="0" presId="urn:microsoft.com/office/officeart/2005/8/layout/lProcess2"/>
    <dgm:cxn modelId="{B8E5DB04-B40C-4A31-A207-AC4A12B6E9C2}" type="presOf" srcId="{A63BA706-5BCD-4E51-917A-342BCA53CBEC}" destId="{A01E1FD1-A0C0-4FA9-845E-F5F4E4577DBF}" srcOrd="0" destOrd="0" presId="urn:microsoft.com/office/officeart/2005/8/layout/lProcess2"/>
    <dgm:cxn modelId="{1E2672BB-EA7F-4AD6-AF62-A6F0DA1854DF}" srcId="{31226569-03E5-472C-B325-158EEE1653CF}" destId="{28DB8EE0-9713-4087-AA66-AC2CD2FE425A}" srcOrd="2" destOrd="0" parTransId="{C9958D34-0586-43DD-89EA-9279410D75B0}" sibTransId="{5B75C70E-30BC-415D-8578-F6FE064C6FD3}"/>
    <dgm:cxn modelId="{15FCD216-8868-4C1F-A7AB-50EEEEF14421}" srcId="{0F9B4A37-CA45-47B5-8E6D-D81D213EE83B}" destId="{22793480-9B1D-4280-8929-A832B1EEFEBF}" srcOrd="0" destOrd="0" parTransId="{C412979C-6CDC-4CD8-8340-1C50009FCD99}" sibTransId="{3D5329DD-D16A-4361-A357-ACF3D5D81B23}"/>
    <dgm:cxn modelId="{CD98E741-3A7B-4379-94CD-CEDD88ED7A75}" srcId="{31226569-03E5-472C-B325-158EEE1653CF}" destId="{80F7698B-D704-44C3-9D51-06043AB396CC}" srcOrd="0" destOrd="0" parTransId="{55F1D1B9-7CD2-4D28-B536-CB6BE4D6881C}" sibTransId="{07A0BE47-071E-4A63-A536-C527A6871D8B}"/>
    <dgm:cxn modelId="{B66E3EAF-7AFF-4B68-92A0-04CF9A86C700}" type="presOf" srcId="{80F7698B-D704-44C3-9D51-06043AB396CC}" destId="{574AD761-F657-484E-964A-44D9BFF7557C}" srcOrd="0" destOrd="0" presId="urn:microsoft.com/office/officeart/2005/8/layout/lProcess2"/>
    <dgm:cxn modelId="{1F8A1DE1-2449-43D7-B17A-E7C4DF579BA8}" srcId="{0F9B4A37-CA45-47B5-8E6D-D81D213EE83B}" destId="{8303B94E-38CD-4D26-B1A9-D35481ED04F1}" srcOrd="3" destOrd="0" parTransId="{D85A543F-328B-4093-BFAE-7D7BF0A478DE}" sibTransId="{2A8FF14F-BC13-496E-BB59-AF15035C581D}"/>
    <dgm:cxn modelId="{CEABEE3B-D6B1-4015-B637-3FCBE7B97EB2}" type="presOf" srcId="{22793480-9B1D-4280-8929-A832B1EEFEBF}" destId="{0009A59E-AABB-4C75-8587-42AC81434BB1}" srcOrd="0" destOrd="0" presId="urn:microsoft.com/office/officeart/2005/8/layout/lProcess2"/>
    <dgm:cxn modelId="{99A5334F-96E2-4616-8E22-A829C792C087}" srcId="{80F7698B-D704-44C3-9D51-06043AB396CC}" destId="{5CED1151-BB10-4975-BC49-1D6E75B24E40}" srcOrd="2" destOrd="0" parTransId="{149E49E8-13E3-48EF-93D5-C10232FD0090}" sibTransId="{57EAF09E-AA97-440D-B32D-7158CF834884}"/>
    <dgm:cxn modelId="{2D903C24-05F3-47F2-8F3B-48E8EC6C701B}" type="presParOf" srcId="{519C14C0-CBA2-45E9-B19F-E8753E706C0E}" destId="{BAE01E27-E203-4233-BD49-840B2BB7DE49}" srcOrd="0" destOrd="0" presId="urn:microsoft.com/office/officeart/2005/8/layout/lProcess2"/>
    <dgm:cxn modelId="{9A0254A4-2587-4966-B881-45199F27C2B0}" type="presParOf" srcId="{BAE01E27-E203-4233-BD49-840B2BB7DE49}" destId="{574AD761-F657-484E-964A-44D9BFF7557C}" srcOrd="0" destOrd="0" presId="urn:microsoft.com/office/officeart/2005/8/layout/lProcess2"/>
    <dgm:cxn modelId="{420E37D5-B37A-4BCB-904C-073B499D17CC}" type="presParOf" srcId="{BAE01E27-E203-4233-BD49-840B2BB7DE49}" destId="{08DE5A0D-EB99-4E01-A840-BF9A0056514A}" srcOrd="1" destOrd="0" presId="urn:microsoft.com/office/officeart/2005/8/layout/lProcess2"/>
    <dgm:cxn modelId="{5880C682-80A7-4E0D-9B56-C01EB76ECD4B}" type="presParOf" srcId="{BAE01E27-E203-4233-BD49-840B2BB7DE49}" destId="{CFAD237E-DEA0-4461-BA9F-8130EE481F94}" srcOrd="2" destOrd="0" presId="urn:microsoft.com/office/officeart/2005/8/layout/lProcess2"/>
    <dgm:cxn modelId="{4C91FD5E-9F12-4C70-8814-EE09CA6D808C}" type="presParOf" srcId="{CFAD237E-DEA0-4461-BA9F-8130EE481F94}" destId="{27EECCA2-4AB0-4356-9785-2739FA2F691A}" srcOrd="0" destOrd="0" presId="urn:microsoft.com/office/officeart/2005/8/layout/lProcess2"/>
    <dgm:cxn modelId="{07D54BF9-BDA0-4DBC-A042-D226E221E853}" type="presParOf" srcId="{27EECCA2-4AB0-4356-9785-2739FA2F691A}" destId="{3263F28D-C06C-449E-A0DB-6DD5C79E7E9E}" srcOrd="0" destOrd="0" presId="urn:microsoft.com/office/officeart/2005/8/layout/lProcess2"/>
    <dgm:cxn modelId="{F55D1FEA-8306-4C08-AE36-649F777D2694}" type="presParOf" srcId="{27EECCA2-4AB0-4356-9785-2739FA2F691A}" destId="{48E98296-49FF-418A-AA6D-DE2701476269}" srcOrd="1" destOrd="0" presId="urn:microsoft.com/office/officeart/2005/8/layout/lProcess2"/>
    <dgm:cxn modelId="{E242CC2F-E70A-4054-BE7E-318E59622E69}" type="presParOf" srcId="{27EECCA2-4AB0-4356-9785-2739FA2F691A}" destId="{862EFA52-27BA-40CD-ABCF-0DE8343F8047}" srcOrd="2" destOrd="0" presId="urn:microsoft.com/office/officeart/2005/8/layout/lProcess2"/>
    <dgm:cxn modelId="{F2FB16F2-C544-4966-B0F0-7571A9A93B26}" type="presParOf" srcId="{27EECCA2-4AB0-4356-9785-2739FA2F691A}" destId="{0E33C27D-05C9-4144-BFB1-5F4482BA34F2}" srcOrd="3" destOrd="0" presId="urn:microsoft.com/office/officeart/2005/8/layout/lProcess2"/>
    <dgm:cxn modelId="{69B5B843-2620-430B-8D13-FACBDF3A1AA9}" type="presParOf" srcId="{27EECCA2-4AB0-4356-9785-2739FA2F691A}" destId="{374A60A8-0600-48B0-BF9E-18D21256E4DD}" srcOrd="4" destOrd="0" presId="urn:microsoft.com/office/officeart/2005/8/layout/lProcess2"/>
    <dgm:cxn modelId="{AE31C6BE-6A1E-4DF3-BD88-EBB6BD938EA0}" type="presParOf" srcId="{27EECCA2-4AB0-4356-9785-2739FA2F691A}" destId="{C0871C7A-35F1-4C3E-B4C3-565AE2C2A4DC}" srcOrd="5" destOrd="0" presId="urn:microsoft.com/office/officeart/2005/8/layout/lProcess2"/>
    <dgm:cxn modelId="{493DE473-D43A-435D-A3EC-E73F46536654}" type="presParOf" srcId="{27EECCA2-4AB0-4356-9785-2739FA2F691A}" destId="{40E40AE9-0332-4ECF-90B4-38ED0F12F3EF}" srcOrd="6" destOrd="0" presId="urn:microsoft.com/office/officeart/2005/8/layout/lProcess2"/>
    <dgm:cxn modelId="{5401E6BB-4106-4ACE-8E68-DB5E5D9210D3}" type="presParOf" srcId="{519C14C0-CBA2-45E9-B19F-E8753E706C0E}" destId="{8A9692E5-96C2-4E9B-8F18-4A526903CA64}" srcOrd="1" destOrd="0" presId="urn:microsoft.com/office/officeart/2005/8/layout/lProcess2"/>
    <dgm:cxn modelId="{A2FBF622-58F3-4C8F-A1DF-8CBCCCAE2B08}" type="presParOf" srcId="{519C14C0-CBA2-45E9-B19F-E8753E706C0E}" destId="{D7D2BD61-8C7A-42A1-A721-547B8B2AC2B6}" srcOrd="2" destOrd="0" presId="urn:microsoft.com/office/officeart/2005/8/layout/lProcess2"/>
    <dgm:cxn modelId="{9854935C-CD5E-4E8D-91F3-0FCF18DF4CF9}" type="presParOf" srcId="{D7D2BD61-8C7A-42A1-A721-547B8B2AC2B6}" destId="{DBBC5E41-D7FB-4F05-8A37-00123A2937A4}" srcOrd="0" destOrd="0" presId="urn:microsoft.com/office/officeart/2005/8/layout/lProcess2"/>
    <dgm:cxn modelId="{D939D2E3-660F-4F7E-8B29-BA08D5EEBC67}" type="presParOf" srcId="{D7D2BD61-8C7A-42A1-A721-547B8B2AC2B6}" destId="{4F137D2A-5CDF-4070-AA87-6170ED2DF69B}" srcOrd="1" destOrd="0" presId="urn:microsoft.com/office/officeart/2005/8/layout/lProcess2"/>
    <dgm:cxn modelId="{6E038190-AB96-402E-995D-CA8D691372DD}" type="presParOf" srcId="{D7D2BD61-8C7A-42A1-A721-547B8B2AC2B6}" destId="{8D5BC254-B1BB-4F83-B0FB-C025A70FCA1E}" srcOrd="2" destOrd="0" presId="urn:microsoft.com/office/officeart/2005/8/layout/lProcess2"/>
    <dgm:cxn modelId="{9DC55390-C77B-4550-8A5D-24B03190836F}" type="presParOf" srcId="{8D5BC254-B1BB-4F83-B0FB-C025A70FCA1E}" destId="{BD05DD39-9C8A-4226-9A51-612A70432A2F}" srcOrd="0" destOrd="0" presId="urn:microsoft.com/office/officeart/2005/8/layout/lProcess2"/>
    <dgm:cxn modelId="{546ED766-3610-40E4-B055-05645DCB2223}" type="presParOf" srcId="{BD05DD39-9C8A-4226-9A51-612A70432A2F}" destId="{0009A59E-AABB-4C75-8587-42AC81434BB1}" srcOrd="0" destOrd="0" presId="urn:microsoft.com/office/officeart/2005/8/layout/lProcess2"/>
    <dgm:cxn modelId="{D5919B71-30D2-4C00-AA60-5021EE09C7A6}" type="presParOf" srcId="{BD05DD39-9C8A-4226-9A51-612A70432A2F}" destId="{F0C21E14-3063-4C9D-AB58-450487DD722E}" srcOrd="1" destOrd="0" presId="urn:microsoft.com/office/officeart/2005/8/layout/lProcess2"/>
    <dgm:cxn modelId="{9FB98AD3-C1CE-40B9-B68B-36EF821B08D7}" type="presParOf" srcId="{BD05DD39-9C8A-4226-9A51-612A70432A2F}" destId="{FE0291C4-E7B2-4D93-BABF-9478D39B6F0B}" srcOrd="2" destOrd="0" presId="urn:microsoft.com/office/officeart/2005/8/layout/lProcess2"/>
    <dgm:cxn modelId="{EB7E9CA9-3214-4016-A895-756A5B524896}" type="presParOf" srcId="{BD05DD39-9C8A-4226-9A51-612A70432A2F}" destId="{05B453EC-793E-4127-89CF-3B8FDA335C98}" srcOrd="3" destOrd="0" presId="urn:microsoft.com/office/officeart/2005/8/layout/lProcess2"/>
    <dgm:cxn modelId="{87FC0134-1E83-4B5F-B0F2-2878C9973671}" type="presParOf" srcId="{BD05DD39-9C8A-4226-9A51-612A70432A2F}" destId="{CD5FE6AC-945E-4AF2-943F-87EFAAC38584}" srcOrd="4" destOrd="0" presId="urn:microsoft.com/office/officeart/2005/8/layout/lProcess2"/>
    <dgm:cxn modelId="{471614E9-C8CB-4928-9E39-23A06483DACF}" type="presParOf" srcId="{BD05DD39-9C8A-4226-9A51-612A70432A2F}" destId="{40487CC1-2283-4DE9-890E-CAC39BE7FC48}" srcOrd="5" destOrd="0" presId="urn:microsoft.com/office/officeart/2005/8/layout/lProcess2"/>
    <dgm:cxn modelId="{FBA0E8D8-A568-4F94-A49D-1E2AF87ADA51}" type="presParOf" srcId="{BD05DD39-9C8A-4226-9A51-612A70432A2F}" destId="{FA6F4199-280E-4867-AA00-B0964FDC819C}" srcOrd="6" destOrd="0" presId="urn:microsoft.com/office/officeart/2005/8/layout/lProcess2"/>
    <dgm:cxn modelId="{EFEF0E9F-3489-4361-92FF-A7F564CF883B}" type="presParOf" srcId="{519C14C0-CBA2-45E9-B19F-E8753E706C0E}" destId="{DE117124-491C-4712-8A77-F74765377D69}" srcOrd="3" destOrd="0" presId="urn:microsoft.com/office/officeart/2005/8/layout/lProcess2"/>
    <dgm:cxn modelId="{D2D2AE13-40E9-4F5E-A46F-36A3D736528F}" type="presParOf" srcId="{519C14C0-CBA2-45E9-B19F-E8753E706C0E}" destId="{A8D9CC61-F492-4635-9848-27D15EECCCCE}" srcOrd="4" destOrd="0" presId="urn:microsoft.com/office/officeart/2005/8/layout/lProcess2"/>
    <dgm:cxn modelId="{1F195BA8-8D00-4FA3-89C7-04F2E0951400}" type="presParOf" srcId="{A8D9CC61-F492-4635-9848-27D15EECCCCE}" destId="{ED32AD47-FE30-4470-BCD3-DDCEB4F61A9F}" srcOrd="0" destOrd="0" presId="urn:microsoft.com/office/officeart/2005/8/layout/lProcess2"/>
    <dgm:cxn modelId="{BB648381-1298-4622-8EB3-907D4E9F4AF0}" type="presParOf" srcId="{A8D9CC61-F492-4635-9848-27D15EECCCCE}" destId="{9ADA1B35-95D9-4182-8313-7EDD2624968F}" srcOrd="1" destOrd="0" presId="urn:microsoft.com/office/officeart/2005/8/layout/lProcess2"/>
    <dgm:cxn modelId="{E4A9AA33-32E9-4C4A-99F5-B88C7DBADBCC}" type="presParOf" srcId="{A8D9CC61-F492-4635-9848-27D15EECCCCE}" destId="{C7626E5D-5E37-4932-867F-B2EEFC75776E}" srcOrd="2" destOrd="0" presId="urn:microsoft.com/office/officeart/2005/8/layout/lProcess2"/>
    <dgm:cxn modelId="{F19FFED2-8FED-41E8-8349-3820E9E33F4E}" type="presParOf" srcId="{C7626E5D-5E37-4932-867F-B2EEFC75776E}" destId="{CCF609DE-7947-4FA5-9EEF-313537EBA199}" srcOrd="0" destOrd="0" presId="urn:microsoft.com/office/officeart/2005/8/layout/lProcess2"/>
    <dgm:cxn modelId="{7FEE473C-8C10-4F4C-B53B-F566F0D424D1}" type="presParOf" srcId="{CCF609DE-7947-4FA5-9EEF-313537EBA199}" destId="{7887BE45-3E22-44E7-A872-6756F3E6C7B6}" srcOrd="0" destOrd="0" presId="urn:microsoft.com/office/officeart/2005/8/layout/lProcess2"/>
    <dgm:cxn modelId="{A9C5E64D-4EEE-4595-8703-E52CA62076E2}" type="presParOf" srcId="{CCF609DE-7947-4FA5-9EEF-313537EBA199}" destId="{81DBE31E-FAD4-4366-8A88-4A8422FBBF5C}" srcOrd="1" destOrd="0" presId="urn:microsoft.com/office/officeart/2005/8/layout/lProcess2"/>
    <dgm:cxn modelId="{FCFDDE22-0D3B-474F-BC97-D9EE4AEBCA2C}" type="presParOf" srcId="{CCF609DE-7947-4FA5-9EEF-313537EBA199}" destId="{D4B596E7-E0A4-4017-AA47-C28D6AD4C614}" srcOrd="2" destOrd="0" presId="urn:microsoft.com/office/officeart/2005/8/layout/lProcess2"/>
    <dgm:cxn modelId="{8ED3450B-E2C8-40C3-A545-8C6AC1B1A6BA}" type="presParOf" srcId="{CCF609DE-7947-4FA5-9EEF-313537EBA199}" destId="{42EA4ACF-F41D-4F91-A2FC-DAE7DAE2AD85}" srcOrd="3" destOrd="0" presId="urn:microsoft.com/office/officeart/2005/8/layout/lProcess2"/>
    <dgm:cxn modelId="{5A9F30BF-2BA5-4E2D-AA17-C50E3DFEF21B}" type="presParOf" srcId="{CCF609DE-7947-4FA5-9EEF-313537EBA199}" destId="{A01E1FD1-A0C0-4FA9-845E-F5F4E4577DBF}" srcOrd="4" destOrd="0" presId="urn:microsoft.com/office/officeart/2005/8/layout/lProcess2"/>
    <dgm:cxn modelId="{B2CC1C11-6352-4B81-A87F-70CB05AD9D99}" type="presParOf" srcId="{CCF609DE-7947-4FA5-9EEF-313537EBA199}" destId="{453DC99C-C4D1-4F2D-BFC3-2FC4765ABD49}" srcOrd="5" destOrd="0" presId="urn:microsoft.com/office/officeart/2005/8/layout/lProcess2"/>
    <dgm:cxn modelId="{D5671A5B-E199-49E2-83C3-3E69FB292A39}" type="presParOf" srcId="{CCF609DE-7947-4FA5-9EEF-313537EBA199}" destId="{2C9C81F2-29A0-4745-BBA8-A6BD77066C3A}" srcOrd="6" destOrd="0" presId="urn:microsoft.com/office/officeart/2005/8/layout/l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74AD761-F657-484E-964A-44D9BFF7557C}">
      <dsp:nvSpPr>
        <dsp:cNvPr id="0" name=""/>
        <dsp:cNvSpPr/>
      </dsp:nvSpPr>
      <dsp:spPr>
        <a:xfrm>
          <a:off x="1112" y="0"/>
          <a:ext cx="2891246" cy="5995841"/>
        </a:xfrm>
        <a:prstGeom prst="roundRect">
          <a:avLst>
            <a:gd name="adj" fmla="val 10000"/>
          </a:avLst>
        </a:prstGeom>
        <a:gradFill rotWithShape="0">
          <a:gsLst>
            <a:gs pos="0">
              <a:schemeClr val="accent2">
                <a:tint val="40000"/>
                <a:hueOff val="0"/>
                <a:satOff val="0"/>
                <a:lumOff val="0"/>
                <a:alphaOff val="0"/>
                <a:tint val="98000"/>
                <a:lumMod val="114000"/>
              </a:schemeClr>
            </a:gs>
            <a:gs pos="100000">
              <a:schemeClr val="accent2">
                <a:tint val="40000"/>
                <a:hueOff val="0"/>
                <a:satOff val="0"/>
                <a:lumOff val="0"/>
                <a:alphaOff val="0"/>
                <a:shade val="90000"/>
                <a:lumMod val="84000"/>
              </a:schemeClr>
            </a:gs>
          </a:gsLst>
          <a:lin ang="5400000" scaled="0"/>
        </a:gradFill>
        <a:ln>
          <a:noFill/>
        </a:ln>
        <a:effectLst/>
        <a:scene3d>
          <a:camera prst="orthographicFront"/>
          <a:lightRig rig="threePt" dir="t">
            <a:rot lat="0" lon="0" rev="7500000"/>
          </a:lightRig>
        </a:scene3d>
        <a:sp3d z="-152400" extrusionH="63500" prstMaterial="matte">
          <a:bevelT w="144450" h="6350" prst="relaxedInset"/>
          <a:contourClr>
            <a:schemeClr val="bg1"/>
          </a:contourClr>
        </a:sp3d>
      </dsp:spPr>
      <dsp:style>
        <a:lnRef idx="0">
          <a:scrgbClr r="0" g="0" b="0"/>
        </a:lnRef>
        <a:fillRef idx="3">
          <a:scrgbClr r="0" g="0" b="0"/>
        </a:fillRef>
        <a:effectRef idx="0">
          <a:scrgbClr r="0" g="0" b="0"/>
        </a:effectRef>
        <a:fontRef idx="minor"/>
      </dsp:style>
      <dsp:txBody>
        <a:bodyPr spcFirstLastPara="0" vert="horz" wrap="square" lIns="60960" tIns="60960" rIns="60960" bIns="60960" numCol="1" spcCol="1270" anchor="ctr" anchorCtr="0">
          <a:noAutofit/>
        </a:bodyPr>
        <a:lstStyle/>
        <a:p>
          <a:pPr lvl="0" algn="ctr" defTabSz="711200" rtl="1">
            <a:lnSpc>
              <a:spcPct val="90000"/>
            </a:lnSpc>
            <a:spcBef>
              <a:spcPct val="0"/>
            </a:spcBef>
            <a:spcAft>
              <a:spcPct val="35000"/>
            </a:spcAft>
          </a:pPr>
          <a:r>
            <a:rPr lang="en-US" sz="1600" b="1" kern="1200" dirty="0">
              <a:effectLst>
                <a:outerShdw blurRad="38100" dist="38100" dir="2700000" algn="tl">
                  <a:srgbClr val="000000">
                    <a:alpha val="43137"/>
                  </a:srgbClr>
                </a:outerShdw>
              </a:effectLst>
              <a:latin typeface="+mn-lt"/>
            </a:rPr>
            <a:t>Windows</a:t>
          </a:r>
          <a:endParaRPr lang="ar-SA" sz="1600" b="1" kern="1200" dirty="0">
            <a:effectLst>
              <a:outerShdw blurRad="38100" dist="38100" dir="2700000" algn="tl">
                <a:srgbClr val="000000">
                  <a:alpha val="43137"/>
                </a:srgbClr>
              </a:outerShdw>
            </a:effectLst>
            <a:latin typeface="+mn-lt"/>
          </a:endParaRPr>
        </a:p>
      </dsp:txBody>
      <dsp:txXfrm>
        <a:off x="1112" y="0"/>
        <a:ext cx="2891246" cy="1798752"/>
      </dsp:txXfrm>
    </dsp:sp>
    <dsp:sp modelId="{3263F28D-C06C-449E-A0DB-6DD5C79E7E9E}">
      <dsp:nvSpPr>
        <dsp:cNvPr id="0" name=""/>
        <dsp:cNvSpPr/>
      </dsp:nvSpPr>
      <dsp:spPr>
        <a:xfrm>
          <a:off x="290236" y="1798898"/>
          <a:ext cx="2312996" cy="873466"/>
        </a:xfrm>
        <a:prstGeom prst="roundRect">
          <a:avLst>
            <a:gd name="adj" fmla="val 10000"/>
          </a:avLst>
        </a:prstGeom>
        <a:gradFill rotWithShape="0">
          <a:gsLst>
            <a:gs pos="0">
              <a:schemeClr val="accent2">
                <a:hueOff val="0"/>
                <a:satOff val="0"/>
                <a:lumOff val="0"/>
                <a:alphaOff val="0"/>
                <a:tint val="98000"/>
                <a:lumMod val="114000"/>
              </a:schemeClr>
            </a:gs>
            <a:gs pos="100000">
              <a:schemeClr val="accent2">
                <a:hueOff val="0"/>
                <a:satOff val="0"/>
                <a:lumOff val="0"/>
                <a:alphaOff val="0"/>
                <a:shade val="90000"/>
                <a:lumMod val="84000"/>
              </a:schemeClr>
            </a:gs>
          </a:gsLst>
          <a:lin ang="5400000" scaled="0"/>
        </a:gradFill>
        <a:ln>
          <a:noFill/>
        </a:ln>
        <a:effectLst>
          <a:outerShdw blurRad="38100" dist="25400" dir="5400000" rotWithShape="0">
            <a:srgbClr val="000000">
              <a:alpha val="4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latin typeface="+mn-lt"/>
            </a:rPr>
            <a:t>There are has many viruses.</a:t>
          </a:r>
          <a:endParaRPr lang="ar-SA" sz="1200" b="1" kern="1200" dirty="0">
            <a:effectLst>
              <a:outerShdw blurRad="38100" dist="38100" dir="2700000" algn="tl">
                <a:srgbClr val="000000">
                  <a:alpha val="43137"/>
                </a:srgbClr>
              </a:outerShdw>
            </a:effectLst>
            <a:latin typeface="+mn-lt"/>
          </a:endParaRPr>
        </a:p>
      </dsp:txBody>
      <dsp:txXfrm>
        <a:off x="315819" y="1824481"/>
        <a:ext cx="2261830" cy="822300"/>
      </dsp:txXfrm>
    </dsp:sp>
    <dsp:sp modelId="{862EFA52-27BA-40CD-ABCF-0DE8343F8047}">
      <dsp:nvSpPr>
        <dsp:cNvPr id="0" name=""/>
        <dsp:cNvSpPr/>
      </dsp:nvSpPr>
      <dsp:spPr>
        <a:xfrm>
          <a:off x="290236" y="2806744"/>
          <a:ext cx="2312996" cy="873466"/>
        </a:xfrm>
        <a:prstGeom prst="roundRect">
          <a:avLst>
            <a:gd name="adj" fmla="val 10000"/>
          </a:avLst>
        </a:prstGeom>
        <a:gradFill rotWithShape="0">
          <a:gsLst>
            <a:gs pos="0">
              <a:schemeClr val="accent2">
                <a:hueOff val="0"/>
                <a:satOff val="0"/>
                <a:lumOff val="0"/>
                <a:alphaOff val="0"/>
                <a:tint val="98000"/>
                <a:lumMod val="114000"/>
              </a:schemeClr>
            </a:gs>
            <a:gs pos="100000">
              <a:schemeClr val="accent2">
                <a:hueOff val="0"/>
                <a:satOff val="0"/>
                <a:lumOff val="0"/>
                <a:alphaOff val="0"/>
                <a:shade val="90000"/>
                <a:lumMod val="84000"/>
              </a:schemeClr>
            </a:gs>
          </a:gsLst>
          <a:lin ang="5400000" scaled="0"/>
        </a:gradFill>
        <a:ln>
          <a:noFill/>
        </a:ln>
        <a:effectLst>
          <a:outerShdw blurRad="38100" dist="25400" dir="5400000" rotWithShape="0">
            <a:srgbClr val="000000">
              <a:alpha val="4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rPr>
            <a:t>Is less expensive than MAC.</a:t>
          </a:r>
          <a:endParaRPr lang="ar-SA" sz="1200" b="1" kern="1200" dirty="0">
            <a:effectLst>
              <a:outerShdw blurRad="38100" dist="38100" dir="2700000" algn="tl">
                <a:srgbClr val="000000">
                  <a:alpha val="43137"/>
                </a:srgbClr>
              </a:outerShdw>
            </a:effectLst>
          </a:endParaRPr>
        </a:p>
      </dsp:txBody>
      <dsp:txXfrm>
        <a:off x="315819" y="2832327"/>
        <a:ext cx="2261830" cy="822300"/>
      </dsp:txXfrm>
    </dsp:sp>
    <dsp:sp modelId="{374A60A8-0600-48B0-BF9E-18D21256E4DD}">
      <dsp:nvSpPr>
        <dsp:cNvPr id="0" name=""/>
        <dsp:cNvSpPr/>
      </dsp:nvSpPr>
      <dsp:spPr>
        <a:xfrm>
          <a:off x="290236" y="3814590"/>
          <a:ext cx="2312996" cy="873466"/>
        </a:xfrm>
        <a:prstGeom prst="roundRect">
          <a:avLst>
            <a:gd name="adj" fmla="val 10000"/>
          </a:avLst>
        </a:prstGeom>
        <a:gradFill rotWithShape="0">
          <a:gsLst>
            <a:gs pos="0">
              <a:schemeClr val="accent2">
                <a:hueOff val="0"/>
                <a:satOff val="0"/>
                <a:lumOff val="0"/>
                <a:alphaOff val="0"/>
                <a:tint val="98000"/>
                <a:lumMod val="114000"/>
              </a:schemeClr>
            </a:gs>
            <a:gs pos="100000">
              <a:schemeClr val="accent2">
                <a:hueOff val="0"/>
                <a:satOff val="0"/>
                <a:lumOff val="0"/>
                <a:alphaOff val="0"/>
                <a:shade val="90000"/>
                <a:lumMod val="84000"/>
              </a:schemeClr>
            </a:gs>
          </a:gsLst>
          <a:lin ang="5400000" scaled="0"/>
        </a:gradFill>
        <a:ln>
          <a:noFill/>
        </a:ln>
        <a:effectLst>
          <a:outerShdw blurRad="38100" dist="25400" dir="5400000" rotWithShape="0">
            <a:srgbClr val="000000">
              <a:alpha val="4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latin typeface="+mn-lt"/>
            </a:rPr>
            <a:t>All of software are compatible with Windows.</a:t>
          </a:r>
          <a:endParaRPr lang="ar-SA" sz="1200" b="1" kern="1200" dirty="0">
            <a:effectLst>
              <a:outerShdw blurRad="38100" dist="38100" dir="2700000" algn="tl">
                <a:srgbClr val="000000">
                  <a:alpha val="43137"/>
                </a:srgbClr>
              </a:outerShdw>
            </a:effectLst>
            <a:latin typeface="+mn-lt"/>
          </a:endParaRPr>
        </a:p>
      </dsp:txBody>
      <dsp:txXfrm>
        <a:off x="315819" y="3840173"/>
        <a:ext cx="2261830" cy="822300"/>
      </dsp:txXfrm>
    </dsp:sp>
    <dsp:sp modelId="{40E40AE9-0332-4ECF-90B4-38ED0F12F3EF}">
      <dsp:nvSpPr>
        <dsp:cNvPr id="0" name=""/>
        <dsp:cNvSpPr/>
      </dsp:nvSpPr>
      <dsp:spPr>
        <a:xfrm>
          <a:off x="290236" y="4822436"/>
          <a:ext cx="2312996" cy="873466"/>
        </a:xfrm>
        <a:prstGeom prst="roundRect">
          <a:avLst>
            <a:gd name="adj" fmla="val 10000"/>
          </a:avLst>
        </a:prstGeom>
        <a:gradFill rotWithShape="0">
          <a:gsLst>
            <a:gs pos="0">
              <a:schemeClr val="accent2">
                <a:hueOff val="0"/>
                <a:satOff val="0"/>
                <a:lumOff val="0"/>
                <a:alphaOff val="0"/>
                <a:tint val="98000"/>
                <a:lumMod val="114000"/>
              </a:schemeClr>
            </a:gs>
            <a:gs pos="100000">
              <a:schemeClr val="accent2">
                <a:hueOff val="0"/>
                <a:satOff val="0"/>
                <a:lumOff val="0"/>
                <a:alphaOff val="0"/>
                <a:shade val="90000"/>
                <a:lumMod val="84000"/>
              </a:schemeClr>
            </a:gs>
          </a:gsLst>
          <a:lin ang="5400000" scaled="0"/>
        </a:gradFill>
        <a:ln>
          <a:noFill/>
        </a:ln>
        <a:effectLst>
          <a:outerShdw blurRad="38100" dist="25400" dir="5400000" rotWithShape="0">
            <a:srgbClr val="000000">
              <a:alpha val="4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latin typeface="+mn-lt"/>
            </a:rPr>
            <a:t>Is reliable but due to viruses.</a:t>
          </a:r>
          <a:endParaRPr lang="ar-SA" sz="1200" b="1" kern="1200" dirty="0">
            <a:effectLst>
              <a:outerShdw blurRad="38100" dist="38100" dir="2700000" algn="tl">
                <a:srgbClr val="000000">
                  <a:alpha val="43137"/>
                </a:srgbClr>
              </a:outerShdw>
            </a:effectLst>
            <a:latin typeface="+mn-lt"/>
          </a:endParaRPr>
        </a:p>
      </dsp:txBody>
      <dsp:txXfrm>
        <a:off x="315819" y="4848019"/>
        <a:ext cx="2261830" cy="822300"/>
      </dsp:txXfrm>
    </dsp:sp>
    <dsp:sp modelId="{DBBC5E41-D7FB-4F05-8A37-00123A2937A4}">
      <dsp:nvSpPr>
        <dsp:cNvPr id="0" name=""/>
        <dsp:cNvSpPr/>
      </dsp:nvSpPr>
      <dsp:spPr>
        <a:xfrm>
          <a:off x="3109201" y="0"/>
          <a:ext cx="2891246" cy="5995841"/>
        </a:xfrm>
        <a:prstGeom prst="roundRect">
          <a:avLst>
            <a:gd name="adj" fmla="val 10000"/>
          </a:avLst>
        </a:prstGeom>
        <a:gradFill rotWithShape="0">
          <a:gsLst>
            <a:gs pos="0">
              <a:schemeClr val="accent2">
                <a:tint val="40000"/>
                <a:hueOff val="0"/>
                <a:satOff val="0"/>
                <a:lumOff val="0"/>
                <a:alphaOff val="0"/>
                <a:tint val="98000"/>
                <a:lumMod val="114000"/>
              </a:schemeClr>
            </a:gs>
            <a:gs pos="100000">
              <a:schemeClr val="accent2">
                <a:tint val="40000"/>
                <a:hueOff val="0"/>
                <a:satOff val="0"/>
                <a:lumOff val="0"/>
                <a:alphaOff val="0"/>
                <a:shade val="90000"/>
                <a:lumMod val="84000"/>
              </a:schemeClr>
            </a:gs>
          </a:gsLst>
          <a:lin ang="5400000" scaled="0"/>
        </a:gradFill>
        <a:ln>
          <a:noFill/>
        </a:ln>
        <a:effectLst/>
        <a:scene3d>
          <a:camera prst="orthographicFront"/>
          <a:lightRig rig="threePt" dir="t">
            <a:rot lat="0" lon="0" rev="7500000"/>
          </a:lightRig>
        </a:scene3d>
        <a:sp3d z="-152400" extrusionH="63500" prstMaterial="matte">
          <a:bevelT w="144450" h="6350" prst="relaxedInset"/>
          <a:contourClr>
            <a:schemeClr val="bg1"/>
          </a:contourClr>
        </a:sp3d>
      </dsp:spPr>
      <dsp:style>
        <a:lnRef idx="0">
          <a:scrgbClr r="0" g="0" b="0"/>
        </a:lnRef>
        <a:fillRef idx="3">
          <a:scrgbClr r="0" g="0" b="0"/>
        </a:fillRef>
        <a:effectRef idx="0">
          <a:scrgbClr r="0" g="0" b="0"/>
        </a:effectRef>
        <a:fontRef idx="minor"/>
      </dsp:style>
      <dsp:txBody>
        <a:bodyPr spcFirstLastPara="0" vert="horz" wrap="square" lIns="60960" tIns="60960" rIns="60960" bIns="60960" numCol="1" spcCol="1270" anchor="ctr" anchorCtr="0">
          <a:noAutofit/>
        </a:bodyPr>
        <a:lstStyle/>
        <a:p>
          <a:pPr lvl="0" algn="ctr" defTabSz="711200" rtl="1">
            <a:lnSpc>
              <a:spcPct val="90000"/>
            </a:lnSpc>
            <a:spcBef>
              <a:spcPct val="0"/>
            </a:spcBef>
            <a:spcAft>
              <a:spcPct val="35000"/>
            </a:spcAft>
          </a:pPr>
          <a:r>
            <a:rPr lang="en-US" sz="1600" b="1" kern="1200" dirty="0">
              <a:effectLst>
                <a:outerShdw blurRad="38100" dist="38100" dir="2700000" algn="tl">
                  <a:srgbClr val="000000">
                    <a:alpha val="43137"/>
                  </a:srgbClr>
                </a:outerShdw>
              </a:effectLst>
            </a:rPr>
            <a:t>MAC</a:t>
          </a:r>
          <a:endParaRPr lang="ar-SA" sz="1600" b="1" kern="1200" dirty="0">
            <a:effectLst>
              <a:outerShdw blurRad="38100" dist="38100" dir="2700000" algn="tl">
                <a:srgbClr val="000000">
                  <a:alpha val="43137"/>
                </a:srgbClr>
              </a:outerShdw>
            </a:effectLst>
          </a:endParaRPr>
        </a:p>
      </dsp:txBody>
      <dsp:txXfrm>
        <a:off x="3109201" y="0"/>
        <a:ext cx="2891246" cy="1798752"/>
      </dsp:txXfrm>
    </dsp:sp>
    <dsp:sp modelId="{0009A59E-AABB-4C75-8587-42AC81434BB1}">
      <dsp:nvSpPr>
        <dsp:cNvPr id="0" name=""/>
        <dsp:cNvSpPr/>
      </dsp:nvSpPr>
      <dsp:spPr>
        <a:xfrm>
          <a:off x="3398326" y="1798898"/>
          <a:ext cx="2312996" cy="873466"/>
        </a:xfrm>
        <a:prstGeom prst="roundRect">
          <a:avLst>
            <a:gd name="adj" fmla="val 10000"/>
          </a:avLst>
        </a:prstGeom>
        <a:gradFill rotWithShape="0">
          <a:gsLst>
            <a:gs pos="0">
              <a:schemeClr val="accent2">
                <a:hueOff val="0"/>
                <a:satOff val="0"/>
                <a:lumOff val="0"/>
                <a:alphaOff val="0"/>
                <a:tint val="98000"/>
                <a:lumMod val="114000"/>
              </a:schemeClr>
            </a:gs>
            <a:gs pos="100000">
              <a:schemeClr val="accent2">
                <a:hueOff val="0"/>
                <a:satOff val="0"/>
                <a:lumOff val="0"/>
                <a:alphaOff val="0"/>
                <a:shade val="90000"/>
                <a:lumMod val="84000"/>
              </a:schemeClr>
            </a:gs>
          </a:gsLst>
          <a:lin ang="5400000" scaled="0"/>
        </a:gradFill>
        <a:ln>
          <a:noFill/>
        </a:ln>
        <a:effectLst>
          <a:outerShdw blurRad="38100" dist="25400" dir="5400000" rotWithShape="0">
            <a:srgbClr val="000000">
              <a:alpha val="4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latin typeface="+mn-lt"/>
            </a:rPr>
            <a:t> There are no viruses.</a:t>
          </a:r>
          <a:endParaRPr lang="ar-SA" sz="1200" b="1" kern="1200" dirty="0">
            <a:effectLst>
              <a:outerShdw blurRad="38100" dist="38100" dir="2700000" algn="tl">
                <a:srgbClr val="000000">
                  <a:alpha val="43137"/>
                </a:srgbClr>
              </a:outerShdw>
            </a:effectLst>
            <a:latin typeface="+mn-lt"/>
          </a:endParaRPr>
        </a:p>
      </dsp:txBody>
      <dsp:txXfrm>
        <a:off x="3423909" y="1824481"/>
        <a:ext cx="2261830" cy="822300"/>
      </dsp:txXfrm>
    </dsp:sp>
    <dsp:sp modelId="{FE0291C4-E7B2-4D93-BABF-9478D39B6F0B}">
      <dsp:nvSpPr>
        <dsp:cNvPr id="0" name=""/>
        <dsp:cNvSpPr/>
      </dsp:nvSpPr>
      <dsp:spPr>
        <a:xfrm>
          <a:off x="3398326" y="2806744"/>
          <a:ext cx="2312996" cy="873466"/>
        </a:xfrm>
        <a:prstGeom prst="roundRect">
          <a:avLst>
            <a:gd name="adj" fmla="val 10000"/>
          </a:avLst>
        </a:prstGeom>
        <a:gradFill rotWithShape="0">
          <a:gsLst>
            <a:gs pos="0">
              <a:schemeClr val="accent2">
                <a:hueOff val="0"/>
                <a:satOff val="0"/>
                <a:lumOff val="0"/>
                <a:alphaOff val="0"/>
                <a:tint val="98000"/>
                <a:lumMod val="114000"/>
              </a:schemeClr>
            </a:gs>
            <a:gs pos="100000">
              <a:schemeClr val="accent2">
                <a:hueOff val="0"/>
                <a:satOff val="0"/>
                <a:lumOff val="0"/>
                <a:alphaOff val="0"/>
                <a:shade val="90000"/>
                <a:lumMod val="84000"/>
              </a:schemeClr>
            </a:gs>
          </a:gsLst>
          <a:lin ang="5400000" scaled="0"/>
        </a:gradFill>
        <a:ln>
          <a:noFill/>
        </a:ln>
        <a:effectLst>
          <a:outerShdw blurRad="38100" dist="25400" dir="5400000" rotWithShape="0">
            <a:srgbClr val="000000">
              <a:alpha val="4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rPr>
            <a:t>Too much expensive.</a:t>
          </a:r>
          <a:endParaRPr lang="ar-SA" sz="1200" b="1" kern="1200" dirty="0">
            <a:effectLst>
              <a:outerShdw blurRad="38100" dist="38100" dir="2700000" algn="tl">
                <a:srgbClr val="000000">
                  <a:alpha val="43137"/>
                </a:srgbClr>
              </a:outerShdw>
            </a:effectLst>
          </a:endParaRPr>
        </a:p>
      </dsp:txBody>
      <dsp:txXfrm>
        <a:off x="3423909" y="2832327"/>
        <a:ext cx="2261830" cy="822300"/>
      </dsp:txXfrm>
    </dsp:sp>
    <dsp:sp modelId="{CD5FE6AC-945E-4AF2-943F-87EFAAC38584}">
      <dsp:nvSpPr>
        <dsp:cNvPr id="0" name=""/>
        <dsp:cNvSpPr/>
      </dsp:nvSpPr>
      <dsp:spPr>
        <a:xfrm>
          <a:off x="3398326" y="3814590"/>
          <a:ext cx="2312996" cy="873466"/>
        </a:xfrm>
        <a:prstGeom prst="roundRect">
          <a:avLst>
            <a:gd name="adj" fmla="val 10000"/>
          </a:avLst>
        </a:prstGeom>
        <a:gradFill rotWithShape="0">
          <a:gsLst>
            <a:gs pos="0">
              <a:schemeClr val="accent2">
                <a:hueOff val="0"/>
                <a:satOff val="0"/>
                <a:lumOff val="0"/>
                <a:alphaOff val="0"/>
                <a:tint val="98000"/>
                <a:lumMod val="114000"/>
              </a:schemeClr>
            </a:gs>
            <a:gs pos="100000">
              <a:schemeClr val="accent2">
                <a:hueOff val="0"/>
                <a:satOff val="0"/>
                <a:lumOff val="0"/>
                <a:alphaOff val="0"/>
                <a:shade val="90000"/>
                <a:lumMod val="84000"/>
              </a:schemeClr>
            </a:gs>
          </a:gsLst>
          <a:lin ang="5400000" scaled="0"/>
        </a:gradFill>
        <a:ln>
          <a:noFill/>
        </a:ln>
        <a:effectLst>
          <a:outerShdw blurRad="38100" dist="25400" dir="5400000" rotWithShape="0">
            <a:srgbClr val="000000">
              <a:alpha val="4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latin typeface="+mn-lt"/>
            </a:rPr>
            <a:t>Many of software are not compatible with MAC.</a:t>
          </a:r>
          <a:endParaRPr lang="ar-SA" sz="1200" b="1" kern="1200" dirty="0">
            <a:effectLst>
              <a:outerShdw blurRad="38100" dist="38100" dir="2700000" algn="tl">
                <a:srgbClr val="000000">
                  <a:alpha val="43137"/>
                </a:srgbClr>
              </a:outerShdw>
            </a:effectLst>
            <a:latin typeface="+mn-lt"/>
          </a:endParaRPr>
        </a:p>
      </dsp:txBody>
      <dsp:txXfrm>
        <a:off x="3423909" y="3840173"/>
        <a:ext cx="2261830" cy="822300"/>
      </dsp:txXfrm>
    </dsp:sp>
    <dsp:sp modelId="{FA6F4199-280E-4867-AA00-B0964FDC819C}">
      <dsp:nvSpPr>
        <dsp:cNvPr id="0" name=""/>
        <dsp:cNvSpPr/>
      </dsp:nvSpPr>
      <dsp:spPr>
        <a:xfrm>
          <a:off x="3398326" y="4822436"/>
          <a:ext cx="2312996" cy="873466"/>
        </a:xfrm>
        <a:prstGeom prst="roundRect">
          <a:avLst>
            <a:gd name="adj" fmla="val 10000"/>
          </a:avLst>
        </a:prstGeom>
        <a:gradFill rotWithShape="0">
          <a:gsLst>
            <a:gs pos="0">
              <a:schemeClr val="accent2">
                <a:hueOff val="0"/>
                <a:satOff val="0"/>
                <a:lumOff val="0"/>
                <a:alphaOff val="0"/>
                <a:tint val="98000"/>
                <a:lumMod val="114000"/>
              </a:schemeClr>
            </a:gs>
            <a:gs pos="100000">
              <a:schemeClr val="accent2">
                <a:hueOff val="0"/>
                <a:satOff val="0"/>
                <a:lumOff val="0"/>
                <a:alphaOff val="0"/>
                <a:shade val="90000"/>
                <a:lumMod val="84000"/>
              </a:schemeClr>
            </a:gs>
          </a:gsLst>
          <a:lin ang="5400000" scaled="0"/>
        </a:gradFill>
        <a:ln>
          <a:noFill/>
        </a:ln>
        <a:effectLst>
          <a:outerShdw blurRad="38100" dist="25400" dir="5400000" rotWithShape="0">
            <a:srgbClr val="000000">
              <a:alpha val="4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latin typeface="+mn-lt"/>
            </a:rPr>
            <a:t>Too much reliable and smooth because it has no viruses..</a:t>
          </a:r>
          <a:endParaRPr lang="ar-SA" sz="1200" b="1" kern="1200" dirty="0">
            <a:effectLst>
              <a:outerShdw blurRad="38100" dist="38100" dir="2700000" algn="tl">
                <a:srgbClr val="000000">
                  <a:alpha val="43137"/>
                </a:srgbClr>
              </a:outerShdw>
            </a:effectLst>
            <a:latin typeface="+mn-lt"/>
          </a:endParaRPr>
        </a:p>
      </dsp:txBody>
      <dsp:txXfrm>
        <a:off x="3423909" y="4848019"/>
        <a:ext cx="2261830" cy="822300"/>
      </dsp:txXfrm>
    </dsp:sp>
    <dsp:sp modelId="{ED32AD47-FE30-4470-BCD3-DDCEB4F61A9F}">
      <dsp:nvSpPr>
        <dsp:cNvPr id="0" name=""/>
        <dsp:cNvSpPr/>
      </dsp:nvSpPr>
      <dsp:spPr>
        <a:xfrm>
          <a:off x="6217290" y="0"/>
          <a:ext cx="2891246" cy="5995841"/>
        </a:xfrm>
        <a:prstGeom prst="roundRect">
          <a:avLst>
            <a:gd name="adj" fmla="val 10000"/>
          </a:avLst>
        </a:prstGeom>
        <a:gradFill rotWithShape="0">
          <a:gsLst>
            <a:gs pos="0">
              <a:schemeClr val="accent2">
                <a:tint val="40000"/>
                <a:hueOff val="0"/>
                <a:satOff val="0"/>
                <a:lumOff val="0"/>
                <a:alphaOff val="0"/>
                <a:tint val="98000"/>
                <a:lumMod val="114000"/>
              </a:schemeClr>
            </a:gs>
            <a:gs pos="100000">
              <a:schemeClr val="accent2">
                <a:tint val="40000"/>
                <a:hueOff val="0"/>
                <a:satOff val="0"/>
                <a:lumOff val="0"/>
                <a:alphaOff val="0"/>
                <a:shade val="90000"/>
                <a:lumMod val="84000"/>
              </a:schemeClr>
            </a:gs>
          </a:gsLst>
          <a:lin ang="5400000" scaled="0"/>
        </a:gradFill>
        <a:ln>
          <a:noFill/>
        </a:ln>
        <a:effectLst/>
        <a:scene3d>
          <a:camera prst="orthographicFront"/>
          <a:lightRig rig="threePt" dir="t">
            <a:rot lat="0" lon="0" rev="7500000"/>
          </a:lightRig>
        </a:scene3d>
        <a:sp3d z="-152400" extrusionH="63500" prstMaterial="matte">
          <a:bevelT w="144450" h="6350" prst="relaxedInset"/>
          <a:contourClr>
            <a:schemeClr val="bg1"/>
          </a:contourClr>
        </a:sp3d>
      </dsp:spPr>
      <dsp:style>
        <a:lnRef idx="0">
          <a:scrgbClr r="0" g="0" b="0"/>
        </a:lnRef>
        <a:fillRef idx="3">
          <a:scrgbClr r="0" g="0" b="0"/>
        </a:fillRef>
        <a:effectRef idx="0">
          <a:scrgbClr r="0" g="0" b="0"/>
        </a:effectRef>
        <a:fontRef idx="minor"/>
      </dsp:style>
      <dsp:txBody>
        <a:bodyPr spcFirstLastPara="0" vert="horz" wrap="square" lIns="60960" tIns="60960" rIns="60960" bIns="60960" numCol="1" spcCol="1270" anchor="ctr" anchorCtr="0">
          <a:noAutofit/>
        </a:bodyPr>
        <a:lstStyle/>
        <a:p>
          <a:pPr lvl="0" algn="ctr" defTabSz="711200" rtl="1">
            <a:lnSpc>
              <a:spcPct val="90000"/>
            </a:lnSpc>
            <a:spcBef>
              <a:spcPct val="0"/>
            </a:spcBef>
            <a:spcAft>
              <a:spcPct val="35000"/>
            </a:spcAft>
          </a:pPr>
          <a:r>
            <a:rPr lang="en-US" sz="1600" b="1" kern="1200" dirty="0">
              <a:effectLst>
                <a:outerShdw blurRad="38100" dist="38100" dir="2700000" algn="tl">
                  <a:srgbClr val="000000">
                    <a:alpha val="43137"/>
                  </a:srgbClr>
                </a:outerShdw>
              </a:effectLst>
              <a:latin typeface="+mn-lt"/>
            </a:rPr>
            <a:t>Linux</a:t>
          </a:r>
          <a:endParaRPr lang="ar-SA" sz="1600" b="1" kern="1200" dirty="0">
            <a:effectLst>
              <a:outerShdw blurRad="38100" dist="38100" dir="2700000" algn="tl">
                <a:srgbClr val="000000">
                  <a:alpha val="43137"/>
                </a:srgbClr>
              </a:outerShdw>
            </a:effectLst>
            <a:latin typeface="+mn-lt"/>
          </a:endParaRPr>
        </a:p>
      </dsp:txBody>
      <dsp:txXfrm>
        <a:off x="6217290" y="0"/>
        <a:ext cx="2891246" cy="1798752"/>
      </dsp:txXfrm>
    </dsp:sp>
    <dsp:sp modelId="{7887BE45-3E22-44E7-A872-6756F3E6C7B6}">
      <dsp:nvSpPr>
        <dsp:cNvPr id="0" name=""/>
        <dsp:cNvSpPr/>
      </dsp:nvSpPr>
      <dsp:spPr>
        <a:xfrm>
          <a:off x="6506415" y="1798898"/>
          <a:ext cx="2312996" cy="873466"/>
        </a:xfrm>
        <a:prstGeom prst="roundRect">
          <a:avLst>
            <a:gd name="adj" fmla="val 10000"/>
          </a:avLst>
        </a:prstGeom>
        <a:gradFill rotWithShape="0">
          <a:gsLst>
            <a:gs pos="0">
              <a:schemeClr val="accent2">
                <a:hueOff val="0"/>
                <a:satOff val="0"/>
                <a:lumOff val="0"/>
                <a:alphaOff val="0"/>
                <a:tint val="98000"/>
                <a:lumMod val="114000"/>
              </a:schemeClr>
            </a:gs>
            <a:gs pos="100000">
              <a:schemeClr val="accent2">
                <a:hueOff val="0"/>
                <a:satOff val="0"/>
                <a:lumOff val="0"/>
                <a:alphaOff val="0"/>
                <a:shade val="90000"/>
                <a:lumMod val="84000"/>
              </a:schemeClr>
            </a:gs>
          </a:gsLst>
          <a:lin ang="5400000" scaled="0"/>
        </a:gradFill>
        <a:ln>
          <a:noFill/>
        </a:ln>
        <a:effectLst>
          <a:outerShdw blurRad="38100" dist="25400" dir="5400000" rotWithShape="0">
            <a:srgbClr val="000000">
              <a:alpha val="4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latin typeface="+mn-lt"/>
            </a:rPr>
            <a:t>There are lesser viruses.</a:t>
          </a:r>
          <a:endParaRPr lang="ar-SA" sz="1200" b="1" kern="1200" dirty="0">
            <a:effectLst>
              <a:outerShdw blurRad="38100" dist="38100" dir="2700000" algn="tl">
                <a:srgbClr val="000000">
                  <a:alpha val="43137"/>
                </a:srgbClr>
              </a:outerShdw>
            </a:effectLst>
            <a:latin typeface="+mn-lt"/>
          </a:endParaRPr>
        </a:p>
      </dsp:txBody>
      <dsp:txXfrm>
        <a:off x="6531998" y="1824481"/>
        <a:ext cx="2261830" cy="822300"/>
      </dsp:txXfrm>
    </dsp:sp>
    <dsp:sp modelId="{D4B596E7-E0A4-4017-AA47-C28D6AD4C614}">
      <dsp:nvSpPr>
        <dsp:cNvPr id="0" name=""/>
        <dsp:cNvSpPr/>
      </dsp:nvSpPr>
      <dsp:spPr>
        <a:xfrm>
          <a:off x="6506415" y="2806744"/>
          <a:ext cx="2312996" cy="873466"/>
        </a:xfrm>
        <a:prstGeom prst="roundRect">
          <a:avLst>
            <a:gd name="adj" fmla="val 10000"/>
          </a:avLst>
        </a:prstGeom>
        <a:gradFill rotWithShape="0">
          <a:gsLst>
            <a:gs pos="0">
              <a:schemeClr val="accent2">
                <a:hueOff val="0"/>
                <a:satOff val="0"/>
                <a:lumOff val="0"/>
                <a:alphaOff val="0"/>
                <a:tint val="98000"/>
                <a:lumMod val="114000"/>
              </a:schemeClr>
            </a:gs>
            <a:gs pos="100000">
              <a:schemeClr val="accent2">
                <a:hueOff val="0"/>
                <a:satOff val="0"/>
                <a:lumOff val="0"/>
                <a:alphaOff val="0"/>
                <a:shade val="90000"/>
                <a:lumMod val="84000"/>
              </a:schemeClr>
            </a:gs>
          </a:gsLst>
          <a:lin ang="5400000" scaled="0"/>
        </a:gradFill>
        <a:ln>
          <a:noFill/>
        </a:ln>
        <a:effectLst>
          <a:outerShdw blurRad="38100" dist="25400" dir="5400000" rotWithShape="0">
            <a:srgbClr val="000000">
              <a:alpha val="4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rPr>
            <a:t>Software is totally free.</a:t>
          </a:r>
          <a:endParaRPr lang="ar-SA" sz="1200" b="1" kern="1200" dirty="0">
            <a:effectLst>
              <a:outerShdw blurRad="38100" dist="38100" dir="2700000" algn="tl">
                <a:srgbClr val="000000">
                  <a:alpha val="43137"/>
                </a:srgbClr>
              </a:outerShdw>
            </a:effectLst>
          </a:endParaRPr>
        </a:p>
      </dsp:txBody>
      <dsp:txXfrm>
        <a:off x="6531998" y="2832327"/>
        <a:ext cx="2261830" cy="822300"/>
      </dsp:txXfrm>
    </dsp:sp>
    <dsp:sp modelId="{A01E1FD1-A0C0-4FA9-845E-F5F4E4577DBF}">
      <dsp:nvSpPr>
        <dsp:cNvPr id="0" name=""/>
        <dsp:cNvSpPr/>
      </dsp:nvSpPr>
      <dsp:spPr>
        <a:xfrm>
          <a:off x="6506415" y="3814590"/>
          <a:ext cx="2312996" cy="873466"/>
        </a:xfrm>
        <a:prstGeom prst="roundRect">
          <a:avLst>
            <a:gd name="adj" fmla="val 10000"/>
          </a:avLst>
        </a:prstGeom>
        <a:gradFill rotWithShape="0">
          <a:gsLst>
            <a:gs pos="0">
              <a:schemeClr val="accent2">
                <a:hueOff val="0"/>
                <a:satOff val="0"/>
                <a:lumOff val="0"/>
                <a:alphaOff val="0"/>
                <a:tint val="98000"/>
                <a:lumMod val="114000"/>
              </a:schemeClr>
            </a:gs>
            <a:gs pos="100000">
              <a:schemeClr val="accent2">
                <a:hueOff val="0"/>
                <a:satOff val="0"/>
                <a:lumOff val="0"/>
                <a:alphaOff val="0"/>
                <a:shade val="90000"/>
                <a:lumMod val="84000"/>
              </a:schemeClr>
            </a:gs>
          </a:gsLst>
          <a:lin ang="5400000" scaled="0"/>
        </a:gradFill>
        <a:ln>
          <a:noFill/>
        </a:ln>
        <a:effectLst>
          <a:outerShdw blurRad="38100" dist="25400" dir="5400000" rotWithShape="0">
            <a:srgbClr val="000000">
              <a:alpha val="4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latin typeface="+mn-lt"/>
            </a:rPr>
            <a:t>Is open source software.</a:t>
          </a:r>
          <a:endParaRPr lang="ar-SA" sz="1200" b="1" kern="1200" dirty="0">
            <a:effectLst>
              <a:outerShdw blurRad="38100" dist="38100" dir="2700000" algn="tl">
                <a:srgbClr val="000000">
                  <a:alpha val="43137"/>
                </a:srgbClr>
              </a:outerShdw>
            </a:effectLst>
            <a:latin typeface="+mn-lt"/>
          </a:endParaRPr>
        </a:p>
      </dsp:txBody>
      <dsp:txXfrm>
        <a:off x="6531998" y="3840173"/>
        <a:ext cx="2261830" cy="822300"/>
      </dsp:txXfrm>
    </dsp:sp>
    <dsp:sp modelId="{2C9C81F2-29A0-4745-BBA8-A6BD77066C3A}">
      <dsp:nvSpPr>
        <dsp:cNvPr id="0" name=""/>
        <dsp:cNvSpPr/>
      </dsp:nvSpPr>
      <dsp:spPr>
        <a:xfrm>
          <a:off x="6506415" y="4822436"/>
          <a:ext cx="2312996" cy="873466"/>
        </a:xfrm>
        <a:prstGeom prst="roundRect">
          <a:avLst>
            <a:gd name="adj" fmla="val 10000"/>
          </a:avLst>
        </a:prstGeom>
        <a:gradFill rotWithShape="0">
          <a:gsLst>
            <a:gs pos="0">
              <a:schemeClr val="accent2">
                <a:hueOff val="0"/>
                <a:satOff val="0"/>
                <a:lumOff val="0"/>
                <a:alphaOff val="0"/>
                <a:tint val="98000"/>
                <a:lumMod val="114000"/>
              </a:schemeClr>
            </a:gs>
            <a:gs pos="100000">
              <a:schemeClr val="accent2">
                <a:hueOff val="0"/>
                <a:satOff val="0"/>
                <a:lumOff val="0"/>
                <a:alphaOff val="0"/>
                <a:shade val="90000"/>
                <a:lumMod val="84000"/>
              </a:schemeClr>
            </a:gs>
          </a:gsLst>
          <a:lin ang="5400000" scaled="0"/>
        </a:gradFill>
        <a:ln>
          <a:noFill/>
        </a:ln>
        <a:effectLst>
          <a:outerShdw blurRad="38100" dist="25400" dir="5400000" rotWithShape="0">
            <a:srgbClr val="000000">
              <a:alpha val="4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30480" tIns="22860" rIns="30480" bIns="22860" numCol="1" spcCol="1270" anchor="ctr" anchorCtr="0">
          <a:noAutofit/>
        </a:bodyPr>
        <a:lstStyle/>
        <a:p>
          <a:pPr lvl="0" algn="ctr" defTabSz="533400" rtl="1">
            <a:lnSpc>
              <a:spcPct val="90000"/>
            </a:lnSpc>
            <a:spcBef>
              <a:spcPct val="0"/>
            </a:spcBef>
            <a:spcAft>
              <a:spcPct val="35000"/>
            </a:spcAft>
          </a:pPr>
          <a:r>
            <a:rPr lang="en-US" sz="1200" b="1" kern="1200" dirty="0">
              <a:effectLst>
                <a:outerShdw blurRad="38100" dist="38100" dir="2700000" algn="tl">
                  <a:srgbClr val="000000">
                    <a:alpha val="43137"/>
                  </a:srgbClr>
                </a:outerShdw>
              </a:effectLst>
            </a:rPr>
            <a:t>Not reliable because in not a complete OS you can modify it for that type of use you want.</a:t>
          </a:r>
          <a:endParaRPr lang="ar-SA" sz="1200" b="1" kern="1200" dirty="0">
            <a:effectLst>
              <a:outerShdw blurRad="38100" dist="38100" dir="2700000" algn="tl">
                <a:srgbClr val="000000">
                  <a:alpha val="43137"/>
                </a:srgbClr>
              </a:outerShdw>
            </a:effectLst>
          </a:endParaRPr>
        </a:p>
      </dsp:txBody>
      <dsp:txXfrm>
        <a:off x="6531998" y="4848019"/>
        <a:ext cx="2261830" cy="822300"/>
      </dsp:txXfrm>
    </dsp:sp>
  </dsp:spTree>
</dsp:drawing>
</file>

<file path=ppt/diagrams/layout1.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866442" y="1447801"/>
            <a:ext cx="6620968" cy="3329581"/>
          </a:xfrm>
        </p:spPr>
        <p:txBody>
          <a:bodyPr anchor="b"/>
          <a:lstStyle>
            <a:lvl1pPr>
              <a:defRPr sz="7200"/>
            </a:lvl1pPr>
          </a:lstStyle>
          <a:p>
            <a:r>
              <a:rPr lang="en-US" smtClean="0"/>
              <a:t>Click to edit Master title style</a:t>
            </a:r>
            <a:endParaRPr lang="en-US" dirty="0"/>
          </a:p>
        </p:txBody>
      </p:sp>
      <p:sp>
        <p:nvSpPr>
          <p:cNvPr id="3" name="Subtitle 2"/>
          <p:cNvSpPr>
            <a:spLocks noGrp="1"/>
          </p:cNvSpPr>
          <p:nvPr>
            <p:ph type="subTitle" idx="1"/>
          </p:nvPr>
        </p:nvSpPr>
        <p:spPr>
          <a:xfrm>
            <a:off x="866442" y="4777380"/>
            <a:ext cx="662096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463C0F9E-167D-41DE-BCF1-6024E0688F79}" type="datetimeFigureOut">
              <a:rPr lang="en-PH" smtClean="0"/>
              <a:t>16/08/2024</a:t>
            </a:fld>
            <a:endParaRPr lang="en-PH"/>
          </a:p>
        </p:txBody>
      </p:sp>
      <p:sp>
        <p:nvSpPr>
          <p:cNvPr id="5" name="Footer Placeholder 4"/>
          <p:cNvSpPr>
            <a:spLocks noGrp="1"/>
          </p:cNvSpPr>
          <p:nvPr>
            <p:ph type="ftr" sz="quarter" idx="11"/>
          </p:nvPr>
        </p:nvSpPr>
        <p:spPr/>
        <p:txBody>
          <a:bodyPr/>
          <a:lstStyle/>
          <a:p>
            <a:endParaRPr lang="en-PH"/>
          </a:p>
        </p:txBody>
      </p:sp>
      <p:sp>
        <p:nvSpPr>
          <p:cNvPr id="6" name="Slide Number Placeholder 5"/>
          <p:cNvSpPr>
            <a:spLocks noGrp="1"/>
          </p:cNvSpPr>
          <p:nvPr>
            <p:ph type="sldNum" sz="quarter" idx="12"/>
          </p:nvPr>
        </p:nvSpPr>
        <p:spPr/>
        <p:txBody>
          <a:bodyPr/>
          <a:lstStyle/>
          <a:p>
            <a:fld id="{1F91D5E3-333D-4AE9-9E12-12E43B7891CF}" type="slidenum">
              <a:rPr lang="en-PH" smtClean="0"/>
              <a:t>‹#›</a:t>
            </a:fld>
            <a:endParaRPr lang="en-PH"/>
          </a:p>
        </p:txBody>
      </p:sp>
    </p:spTree>
    <p:extLst>
      <p:ext uri="{BB962C8B-B14F-4D97-AF65-F5344CB8AC3E}">
        <p14:creationId xmlns:p14="http://schemas.microsoft.com/office/powerpoint/2010/main" val="2240703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3"/>
          <p:cNvSpPr>
            <a:spLocks noGrp="1"/>
          </p:cNvSpPr>
          <p:nvPr>
            <p:ph type="dt" sz="half" idx="10"/>
          </p:nvPr>
        </p:nvSpPr>
        <p:spPr/>
        <p:txBody>
          <a:bodyPr/>
          <a:lstStyle/>
          <a:p>
            <a:fld id="{463C0F9E-167D-41DE-BCF1-6024E0688F79}" type="datetimeFigureOut">
              <a:rPr lang="en-PH" smtClean="0"/>
              <a:t>16/08/2024</a:t>
            </a:fld>
            <a:endParaRPr lang="en-PH"/>
          </a:p>
        </p:txBody>
      </p:sp>
      <p:sp>
        <p:nvSpPr>
          <p:cNvPr id="5" name="Footer Placeholder 4"/>
          <p:cNvSpPr>
            <a:spLocks noGrp="1"/>
          </p:cNvSpPr>
          <p:nvPr>
            <p:ph type="ftr" sz="quarter" idx="11"/>
          </p:nvPr>
        </p:nvSpPr>
        <p:spPr/>
        <p:txBody>
          <a:bodyPr/>
          <a:lstStyle/>
          <a:p>
            <a:endParaRPr lang="en-PH"/>
          </a:p>
        </p:txBody>
      </p:sp>
      <p:sp>
        <p:nvSpPr>
          <p:cNvPr id="6" name="Slide Number Placeholder 5"/>
          <p:cNvSpPr>
            <a:spLocks noGrp="1"/>
          </p:cNvSpPr>
          <p:nvPr>
            <p:ph type="sldNum" sz="quarter" idx="12"/>
          </p:nvPr>
        </p:nvSpPr>
        <p:spPr/>
        <p:txBody>
          <a:bodyPr/>
          <a:lstStyle/>
          <a:p>
            <a:fld id="{1F91D5E3-333D-4AE9-9E12-12E43B7891CF}" type="slidenum">
              <a:rPr lang="en-PH" smtClean="0"/>
              <a:t>‹#›</a:t>
            </a:fld>
            <a:endParaRPr lang="en-PH"/>
          </a:p>
        </p:txBody>
      </p:sp>
    </p:spTree>
    <p:extLst>
      <p:ext uri="{BB962C8B-B14F-4D97-AF65-F5344CB8AC3E}">
        <p14:creationId xmlns:p14="http://schemas.microsoft.com/office/powerpoint/2010/main" val="19780701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66443" y="2861734"/>
            <a:ext cx="6620967" cy="1915647"/>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866442" y="4777381"/>
            <a:ext cx="662096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463C0F9E-167D-41DE-BCF1-6024E0688F79}" type="datetimeFigureOut">
              <a:rPr lang="en-PH" smtClean="0"/>
              <a:t>16/08/2024</a:t>
            </a:fld>
            <a:endParaRPr lang="en-PH"/>
          </a:p>
        </p:txBody>
      </p:sp>
      <p:sp>
        <p:nvSpPr>
          <p:cNvPr id="5" name="Footer Placeholder 4"/>
          <p:cNvSpPr>
            <a:spLocks noGrp="1"/>
          </p:cNvSpPr>
          <p:nvPr>
            <p:ph type="ftr" sz="quarter" idx="11"/>
          </p:nvPr>
        </p:nvSpPr>
        <p:spPr/>
        <p:txBody>
          <a:bodyPr/>
          <a:lstStyle/>
          <a:p>
            <a:endParaRPr lang="en-PH"/>
          </a:p>
        </p:txBody>
      </p:sp>
      <p:sp>
        <p:nvSpPr>
          <p:cNvPr id="6" name="Slide Number Placeholder 5"/>
          <p:cNvSpPr>
            <a:spLocks noGrp="1"/>
          </p:cNvSpPr>
          <p:nvPr>
            <p:ph type="sldNum" sz="quarter" idx="12"/>
          </p:nvPr>
        </p:nvSpPr>
        <p:spPr/>
        <p:txBody>
          <a:bodyPr/>
          <a:lstStyle/>
          <a:p>
            <a:fld id="{1F91D5E3-333D-4AE9-9E12-12E43B7891CF}" type="slidenum">
              <a:rPr lang="en-PH" smtClean="0"/>
              <a:t>‹#›</a:t>
            </a:fld>
            <a:endParaRPr lang="en-PH"/>
          </a:p>
        </p:txBody>
      </p:sp>
    </p:spTree>
    <p:extLst>
      <p:ext uri="{BB962C8B-B14F-4D97-AF65-F5344CB8AC3E}">
        <p14:creationId xmlns:p14="http://schemas.microsoft.com/office/powerpoint/2010/main" val="39955063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827700" y="2060576"/>
            <a:ext cx="3298113"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4241975" y="2056093"/>
            <a:ext cx="3298115"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463C0F9E-167D-41DE-BCF1-6024E0688F79}" type="datetimeFigureOut">
              <a:rPr lang="en-PH" smtClean="0"/>
              <a:t>16/08/2024</a:t>
            </a:fld>
            <a:endParaRPr lang="en-PH"/>
          </a:p>
        </p:txBody>
      </p:sp>
      <p:sp>
        <p:nvSpPr>
          <p:cNvPr id="6" name="Footer Placeholder 5"/>
          <p:cNvSpPr>
            <a:spLocks noGrp="1"/>
          </p:cNvSpPr>
          <p:nvPr>
            <p:ph type="ftr" sz="quarter" idx="11"/>
          </p:nvPr>
        </p:nvSpPr>
        <p:spPr/>
        <p:txBody>
          <a:bodyPr/>
          <a:lstStyle/>
          <a:p>
            <a:endParaRPr lang="en-PH"/>
          </a:p>
        </p:txBody>
      </p:sp>
      <p:sp>
        <p:nvSpPr>
          <p:cNvPr id="7" name="Slide Number Placeholder 6"/>
          <p:cNvSpPr>
            <a:spLocks noGrp="1"/>
          </p:cNvSpPr>
          <p:nvPr>
            <p:ph type="sldNum" sz="quarter" idx="12"/>
          </p:nvPr>
        </p:nvSpPr>
        <p:spPr/>
        <p:txBody>
          <a:bodyPr/>
          <a:lstStyle/>
          <a:p>
            <a:fld id="{1F91D5E3-333D-4AE9-9E12-12E43B7891CF}" type="slidenum">
              <a:rPr lang="en-PH" smtClean="0"/>
              <a:t>‹#›</a:t>
            </a:fld>
            <a:endParaRPr lang="en-PH"/>
          </a:p>
        </p:txBody>
      </p:sp>
    </p:spTree>
    <p:extLst>
      <p:ext uri="{BB962C8B-B14F-4D97-AF65-F5344CB8AC3E}">
        <p14:creationId xmlns:p14="http://schemas.microsoft.com/office/powerpoint/2010/main" val="16782927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827700" y="1905000"/>
            <a:ext cx="3298112"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27700" y="2514600"/>
            <a:ext cx="3298113"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4241976" y="1905000"/>
            <a:ext cx="3298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4241976" y="2514600"/>
            <a:ext cx="3298113"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463C0F9E-167D-41DE-BCF1-6024E0688F79}" type="datetimeFigureOut">
              <a:rPr lang="en-PH" smtClean="0"/>
              <a:t>16/08/2024</a:t>
            </a:fld>
            <a:endParaRPr lang="en-PH"/>
          </a:p>
        </p:txBody>
      </p:sp>
      <p:sp>
        <p:nvSpPr>
          <p:cNvPr id="8" name="Footer Placeholder 7"/>
          <p:cNvSpPr>
            <a:spLocks noGrp="1"/>
          </p:cNvSpPr>
          <p:nvPr>
            <p:ph type="ftr" sz="quarter" idx="11"/>
          </p:nvPr>
        </p:nvSpPr>
        <p:spPr/>
        <p:txBody>
          <a:bodyPr/>
          <a:lstStyle/>
          <a:p>
            <a:endParaRPr lang="en-PH"/>
          </a:p>
        </p:txBody>
      </p:sp>
      <p:sp>
        <p:nvSpPr>
          <p:cNvPr id="9" name="Slide Number Placeholder 8"/>
          <p:cNvSpPr>
            <a:spLocks noGrp="1"/>
          </p:cNvSpPr>
          <p:nvPr>
            <p:ph type="sldNum" sz="quarter" idx="12"/>
          </p:nvPr>
        </p:nvSpPr>
        <p:spPr/>
        <p:txBody>
          <a:bodyPr/>
          <a:lstStyle/>
          <a:p>
            <a:fld id="{1F91D5E3-333D-4AE9-9E12-12E43B7891CF}" type="slidenum">
              <a:rPr lang="en-PH" smtClean="0"/>
              <a:t>‹#›</a:t>
            </a:fld>
            <a:endParaRPr lang="en-PH"/>
          </a:p>
        </p:txBody>
      </p:sp>
    </p:spTree>
    <p:extLst>
      <p:ext uri="{BB962C8B-B14F-4D97-AF65-F5344CB8AC3E}">
        <p14:creationId xmlns:p14="http://schemas.microsoft.com/office/powerpoint/2010/main" val="250865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7" name="Date Placeholder 2"/>
          <p:cNvSpPr>
            <a:spLocks noGrp="1"/>
          </p:cNvSpPr>
          <p:nvPr>
            <p:ph type="dt" sz="half" idx="10"/>
          </p:nvPr>
        </p:nvSpPr>
        <p:spPr/>
        <p:txBody>
          <a:bodyPr/>
          <a:lstStyle/>
          <a:p>
            <a:fld id="{463C0F9E-167D-41DE-BCF1-6024E0688F79}" type="datetimeFigureOut">
              <a:rPr lang="en-PH" smtClean="0"/>
              <a:t>16/08/2024</a:t>
            </a:fld>
            <a:endParaRPr lang="en-PH"/>
          </a:p>
        </p:txBody>
      </p:sp>
      <p:sp>
        <p:nvSpPr>
          <p:cNvPr id="5" name="Footer Placeholder 3"/>
          <p:cNvSpPr>
            <a:spLocks noGrp="1"/>
          </p:cNvSpPr>
          <p:nvPr>
            <p:ph type="ftr" sz="quarter" idx="11"/>
          </p:nvPr>
        </p:nvSpPr>
        <p:spPr/>
        <p:txBody>
          <a:bodyPr/>
          <a:lstStyle/>
          <a:p>
            <a:endParaRPr lang="en-PH"/>
          </a:p>
        </p:txBody>
      </p:sp>
      <p:sp>
        <p:nvSpPr>
          <p:cNvPr id="6" name="Slide Number Placeholder 4"/>
          <p:cNvSpPr>
            <a:spLocks noGrp="1"/>
          </p:cNvSpPr>
          <p:nvPr>
            <p:ph type="sldNum" sz="quarter" idx="12"/>
          </p:nvPr>
        </p:nvSpPr>
        <p:spPr/>
        <p:txBody>
          <a:bodyPr/>
          <a:lstStyle/>
          <a:p>
            <a:fld id="{1F91D5E3-333D-4AE9-9E12-12E43B7891CF}" type="slidenum">
              <a:rPr lang="en-PH" smtClean="0"/>
              <a:t>‹#›</a:t>
            </a:fld>
            <a:endParaRPr lang="en-PH"/>
          </a:p>
        </p:txBody>
      </p:sp>
    </p:spTree>
    <p:extLst>
      <p:ext uri="{BB962C8B-B14F-4D97-AF65-F5344CB8AC3E}">
        <p14:creationId xmlns:p14="http://schemas.microsoft.com/office/powerpoint/2010/main" val="26660689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463C0F9E-167D-41DE-BCF1-6024E0688F79}" type="datetimeFigureOut">
              <a:rPr lang="en-PH" smtClean="0"/>
              <a:t>16/08/2024</a:t>
            </a:fld>
            <a:endParaRPr lang="en-PH"/>
          </a:p>
        </p:txBody>
      </p:sp>
      <p:sp>
        <p:nvSpPr>
          <p:cNvPr id="5" name="Footer Placeholder 2"/>
          <p:cNvSpPr>
            <a:spLocks noGrp="1"/>
          </p:cNvSpPr>
          <p:nvPr>
            <p:ph type="ftr" sz="quarter" idx="11"/>
          </p:nvPr>
        </p:nvSpPr>
        <p:spPr/>
        <p:txBody>
          <a:bodyPr/>
          <a:lstStyle/>
          <a:p>
            <a:endParaRPr lang="en-PH"/>
          </a:p>
        </p:txBody>
      </p:sp>
      <p:sp>
        <p:nvSpPr>
          <p:cNvPr id="6" name="Slide Number Placeholder 3"/>
          <p:cNvSpPr>
            <a:spLocks noGrp="1"/>
          </p:cNvSpPr>
          <p:nvPr>
            <p:ph type="sldNum" sz="quarter" idx="12"/>
          </p:nvPr>
        </p:nvSpPr>
        <p:spPr/>
        <p:txBody>
          <a:bodyPr/>
          <a:lstStyle/>
          <a:p>
            <a:fld id="{1F91D5E3-333D-4AE9-9E12-12E43B7891CF}" type="slidenum">
              <a:rPr lang="en-PH" smtClean="0"/>
              <a:t>‹#›</a:t>
            </a:fld>
            <a:endParaRPr lang="en-PH"/>
          </a:p>
        </p:txBody>
      </p:sp>
    </p:spTree>
    <p:extLst>
      <p:ext uri="{BB962C8B-B14F-4D97-AF65-F5344CB8AC3E}">
        <p14:creationId xmlns:p14="http://schemas.microsoft.com/office/powerpoint/2010/main" val="39425307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6441" y="1447800"/>
            <a:ext cx="2551462" cy="1447800"/>
          </a:xfrm>
        </p:spPr>
        <p:txBody>
          <a:bodyPr anchor="b"/>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3589397" y="1447800"/>
            <a:ext cx="3898013"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866441" y="3129281"/>
            <a:ext cx="2551462"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7" name="Date Placeholder 4"/>
          <p:cNvSpPr>
            <a:spLocks noGrp="1"/>
          </p:cNvSpPr>
          <p:nvPr>
            <p:ph type="dt" sz="half" idx="10"/>
          </p:nvPr>
        </p:nvSpPr>
        <p:spPr/>
        <p:txBody>
          <a:bodyPr/>
          <a:lstStyle/>
          <a:p>
            <a:fld id="{463C0F9E-167D-41DE-BCF1-6024E0688F79}" type="datetimeFigureOut">
              <a:rPr lang="en-PH" smtClean="0"/>
              <a:t>16/08/2024</a:t>
            </a:fld>
            <a:endParaRPr lang="en-PH"/>
          </a:p>
        </p:txBody>
      </p:sp>
      <p:sp>
        <p:nvSpPr>
          <p:cNvPr id="5" name="Footer Placeholder 5"/>
          <p:cNvSpPr>
            <a:spLocks noGrp="1"/>
          </p:cNvSpPr>
          <p:nvPr>
            <p:ph type="ftr" sz="quarter" idx="11"/>
          </p:nvPr>
        </p:nvSpPr>
        <p:spPr/>
        <p:txBody>
          <a:bodyPr/>
          <a:lstStyle/>
          <a:p>
            <a:endParaRPr lang="en-PH"/>
          </a:p>
        </p:txBody>
      </p:sp>
      <p:sp>
        <p:nvSpPr>
          <p:cNvPr id="6" name="Slide Number Placeholder 6"/>
          <p:cNvSpPr>
            <a:spLocks noGrp="1"/>
          </p:cNvSpPr>
          <p:nvPr>
            <p:ph type="sldNum" sz="quarter" idx="12"/>
          </p:nvPr>
        </p:nvSpPr>
        <p:spPr/>
        <p:txBody>
          <a:bodyPr/>
          <a:lstStyle/>
          <a:p>
            <a:fld id="{1F91D5E3-333D-4AE9-9E12-12E43B7891CF}" type="slidenum">
              <a:rPr lang="en-PH" smtClean="0"/>
              <a:t>‹#›</a:t>
            </a:fld>
            <a:endParaRPr lang="en-PH"/>
          </a:p>
        </p:txBody>
      </p:sp>
    </p:spTree>
    <p:extLst>
      <p:ext uri="{BB962C8B-B14F-4D97-AF65-F5344CB8AC3E}">
        <p14:creationId xmlns:p14="http://schemas.microsoft.com/office/powerpoint/2010/main" val="2609923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5656" y="1854192"/>
            <a:ext cx="3820674" cy="1574808"/>
          </a:xfrm>
        </p:spPr>
        <p:txBody>
          <a:bodyPr anchor="b">
            <a:normAutofit/>
          </a:bodyPr>
          <a:lstStyle>
            <a:lvl1pPr algn="l">
              <a:defRPr sz="36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5213517" y="1143000"/>
            <a:ext cx="2400925"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866441" y="3657600"/>
            <a:ext cx="3814728"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463C0F9E-167D-41DE-BCF1-6024E0688F79}" type="datetimeFigureOut">
              <a:rPr lang="en-PH" smtClean="0"/>
              <a:t>16/08/2024</a:t>
            </a:fld>
            <a:endParaRPr lang="en-PH"/>
          </a:p>
        </p:txBody>
      </p:sp>
      <p:sp>
        <p:nvSpPr>
          <p:cNvPr id="6" name="Footer Placeholder 5"/>
          <p:cNvSpPr>
            <a:spLocks noGrp="1"/>
          </p:cNvSpPr>
          <p:nvPr>
            <p:ph type="ftr" sz="quarter" idx="11"/>
          </p:nvPr>
        </p:nvSpPr>
        <p:spPr/>
        <p:txBody>
          <a:bodyPr/>
          <a:lstStyle/>
          <a:p>
            <a:endParaRPr lang="en-PH"/>
          </a:p>
        </p:txBody>
      </p:sp>
      <p:sp>
        <p:nvSpPr>
          <p:cNvPr id="7" name="Slide Number Placeholder 6"/>
          <p:cNvSpPr>
            <a:spLocks noGrp="1"/>
          </p:cNvSpPr>
          <p:nvPr>
            <p:ph type="sldNum" sz="quarter" idx="12"/>
          </p:nvPr>
        </p:nvSpPr>
        <p:spPr/>
        <p:txBody>
          <a:bodyPr/>
          <a:lstStyle/>
          <a:p>
            <a:fld id="{1F91D5E3-333D-4AE9-9E12-12E43B7891CF}" type="slidenum">
              <a:rPr lang="en-PH" smtClean="0"/>
              <a:t>‹#›</a:t>
            </a:fld>
            <a:endParaRPr lang="en-PH"/>
          </a:p>
        </p:txBody>
      </p:sp>
    </p:spTree>
    <p:extLst>
      <p:ext uri="{BB962C8B-B14F-4D97-AF65-F5344CB8AC3E}">
        <p14:creationId xmlns:p14="http://schemas.microsoft.com/office/powerpoint/2010/main" val="9154297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66443" y="4800587"/>
            <a:ext cx="662096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866442" y="685800"/>
            <a:ext cx="662096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866443" y="5367325"/>
            <a:ext cx="662096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Date Placeholder 4"/>
          <p:cNvSpPr>
            <a:spLocks noGrp="1"/>
          </p:cNvSpPr>
          <p:nvPr>
            <p:ph type="dt" sz="half" idx="10"/>
          </p:nvPr>
        </p:nvSpPr>
        <p:spPr/>
        <p:txBody>
          <a:bodyPr/>
          <a:lstStyle/>
          <a:p>
            <a:fld id="{463C0F9E-167D-41DE-BCF1-6024E0688F79}" type="datetimeFigureOut">
              <a:rPr lang="en-PH" smtClean="0"/>
              <a:t>16/08/2024</a:t>
            </a:fld>
            <a:endParaRPr lang="en-PH"/>
          </a:p>
        </p:txBody>
      </p:sp>
      <p:sp>
        <p:nvSpPr>
          <p:cNvPr id="6" name="Footer Placeholder 5"/>
          <p:cNvSpPr>
            <a:spLocks noGrp="1"/>
          </p:cNvSpPr>
          <p:nvPr>
            <p:ph type="ftr" sz="quarter" idx="11"/>
          </p:nvPr>
        </p:nvSpPr>
        <p:spPr/>
        <p:txBody>
          <a:bodyPr/>
          <a:lstStyle/>
          <a:p>
            <a:endParaRPr lang="en-PH"/>
          </a:p>
        </p:txBody>
      </p:sp>
      <p:sp>
        <p:nvSpPr>
          <p:cNvPr id="7" name="Slide Number Placeholder 6"/>
          <p:cNvSpPr>
            <a:spLocks noGrp="1"/>
          </p:cNvSpPr>
          <p:nvPr>
            <p:ph type="sldNum" sz="quarter" idx="12"/>
          </p:nvPr>
        </p:nvSpPr>
        <p:spPr/>
        <p:txBody>
          <a:bodyPr/>
          <a:lstStyle/>
          <a:p>
            <a:fld id="{1F91D5E3-333D-4AE9-9E12-12E43B7891CF}" type="slidenum">
              <a:rPr lang="en-PH" smtClean="0"/>
              <a:t>‹#›</a:t>
            </a:fld>
            <a:endParaRPr lang="en-PH"/>
          </a:p>
        </p:txBody>
      </p:sp>
    </p:spTree>
    <p:extLst>
      <p:ext uri="{BB962C8B-B14F-4D97-AF65-F5344CB8AC3E}">
        <p14:creationId xmlns:p14="http://schemas.microsoft.com/office/powerpoint/2010/main" val="11520494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866442" y="1447800"/>
            <a:ext cx="6620968" cy="1981200"/>
          </a:xfrm>
        </p:spPr>
        <p:txBody>
          <a:bodyPr/>
          <a:lstStyle>
            <a:lvl1pPr>
              <a:defRPr sz="4800"/>
            </a:lvl1pPr>
          </a:lstStyle>
          <a:p>
            <a:r>
              <a:rPr lang="en-US" smtClean="0"/>
              <a:t>Click to edit Master title style</a:t>
            </a:r>
            <a:endParaRPr lang="en-US" dirty="0"/>
          </a:p>
        </p:txBody>
      </p:sp>
      <p:sp>
        <p:nvSpPr>
          <p:cNvPr id="8" name="Text Placeholder 3"/>
          <p:cNvSpPr>
            <a:spLocks noGrp="1"/>
          </p:cNvSpPr>
          <p:nvPr>
            <p:ph type="body" sz="half" idx="2"/>
          </p:nvPr>
        </p:nvSpPr>
        <p:spPr>
          <a:xfrm>
            <a:off x="866442" y="3657600"/>
            <a:ext cx="6620968"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4" name="Date Placeholder 3"/>
          <p:cNvSpPr>
            <a:spLocks noGrp="1"/>
          </p:cNvSpPr>
          <p:nvPr>
            <p:ph type="dt" sz="half" idx="10"/>
          </p:nvPr>
        </p:nvSpPr>
        <p:spPr/>
        <p:txBody>
          <a:bodyPr/>
          <a:lstStyle/>
          <a:p>
            <a:fld id="{463C0F9E-167D-41DE-BCF1-6024E0688F79}" type="datetimeFigureOut">
              <a:rPr lang="en-PH" smtClean="0"/>
              <a:t>16/08/2024</a:t>
            </a:fld>
            <a:endParaRPr lang="en-PH"/>
          </a:p>
        </p:txBody>
      </p:sp>
      <p:sp>
        <p:nvSpPr>
          <p:cNvPr id="5" name="Footer Placeholder 4"/>
          <p:cNvSpPr>
            <a:spLocks noGrp="1"/>
          </p:cNvSpPr>
          <p:nvPr>
            <p:ph type="ftr" sz="quarter" idx="11"/>
          </p:nvPr>
        </p:nvSpPr>
        <p:spPr/>
        <p:txBody>
          <a:bodyPr/>
          <a:lstStyle/>
          <a:p>
            <a:endParaRPr lang="en-PH"/>
          </a:p>
        </p:txBody>
      </p:sp>
      <p:sp>
        <p:nvSpPr>
          <p:cNvPr id="6" name="Slide Number Placeholder 5"/>
          <p:cNvSpPr>
            <a:spLocks noGrp="1"/>
          </p:cNvSpPr>
          <p:nvPr>
            <p:ph type="sldNum" sz="quarter" idx="12"/>
          </p:nvPr>
        </p:nvSpPr>
        <p:spPr/>
        <p:txBody>
          <a:bodyPr/>
          <a:lstStyle/>
          <a:p>
            <a:fld id="{1F91D5E3-333D-4AE9-9E12-12E43B7891CF}" type="slidenum">
              <a:rPr lang="en-PH" smtClean="0"/>
              <a:t>‹#›</a:t>
            </a:fld>
            <a:endParaRPr lang="en-PH"/>
          </a:p>
        </p:txBody>
      </p:sp>
    </p:spTree>
    <p:extLst>
      <p:ext uri="{BB962C8B-B14F-4D97-AF65-F5344CB8AC3E}">
        <p14:creationId xmlns:p14="http://schemas.microsoft.com/office/powerpoint/2010/main" val="180500141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81409" y="1447800"/>
            <a:ext cx="6001049" cy="2323374"/>
          </a:xfrm>
        </p:spPr>
        <p:txBody>
          <a:bodyPr/>
          <a:lstStyle>
            <a:lvl1pPr>
              <a:defRPr sz="4800"/>
            </a:lvl1pPr>
          </a:lstStyle>
          <a:p>
            <a:r>
              <a:rPr lang="en-US" smtClean="0"/>
              <a:t>Click to edit Master title style</a:t>
            </a:r>
            <a:endParaRPr lang="en-US" dirty="0"/>
          </a:p>
        </p:txBody>
      </p:sp>
      <p:sp>
        <p:nvSpPr>
          <p:cNvPr id="11" name="Text Placeholder 3"/>
          <p:cNvSpPr>
            <a:spLocks noGrp="1"/>
          </p:cNvSpPr>
          <p:nvPr>
            <p:ph type="body" sz="half" idx="14"/>
          </p:nvPr>
        </p:nvSpPr>
        <p:spPr>
          <a:xfrm>
            <a:off x="1448177" y="3771174"/>
            <a:ext cx="546115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smtClean="0"/>
              <a:t>Edit Master text styles</a:t>
            </a:r>
          </a:p>
        </p:txBody>
      </p:sp>
      <p:sp>
        <p:nvSpPr>
          <p:cNvPr id="10" name="Text Placeholder 3"/>
          <p:cNvSpPr>
            <a:spLocks noGrp="1"/>
          </p:cNvSpPr>
          <p:nvPr>
            <p:ph type="body" sz="half" idx="2"/>
          </p:nvPr>
        </p:nvSpPr>
        <p:spPr>
          <a:xfrm>
            <a:off x="866442" y="4350657"/>
            <a:ext cx="6620968"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4" name="Date Placeholder 3"/>
          <p:cNvSpPr>
            <a:spLocks noGrp="1"/>
          </p:cNvSpPr>
          <p:nvPr>
            <p:ph type="dt" sz="half" idx="10"/>
          </p:nvPr>
        </p:nvSpPr>
        <p:spPr/>
        <p:txBody>
          <a:bodyPr/>
          <a:lstStyle/>
          <a:p>
            <a:fld id="{463C0F9E-167D-41DE-BCF1-6024E0688F79}" type="datetimeFigureOut">
              <a:rPr lang="en-PH" smtClean="0"/>
              <a:t>16/08/2024</a:t>
            </a:fld>
            <a:endParaRPr lang="en-PH"/>
          </a:p>
        </p:txBody>
      </p:sp>
      <p:sp>
        <p:nvSpPr>
          <p:cNvPr id="5" name="Footer Placeholder 4"/>
          <p:cNvSpPr>
            <a:spLocks noGrp="1"/>
          </p:cNvSpPr>
          <p:nvPr>
            <p:ph type="ftr" sz="quarter" idx="11"/>
          </p:nvPr>
        </p:nvSpPr>
        <p:spPr/>
        <p:txBody>
          <a:bodyPr/>
          <a:lstStyle/>
          <a:p>
            <a:endParaRPr lang="en-PH"/>
          </a:p>
        </p:txBody>
      </p:sp>
      <p:sp>
        <p:nvSpPr>
          <p:cNvPr id="6" name="Slide Number Placeholder 5"/>
          <p:cNvSpPr>
            <a:spLocks noGrp="1"/>
          </p:cNvSpPr>
          <p:nvPr>
            <p:ph type="sldNum" sz="quarter" idx="12"/>
          </p:nvPr>
        </p:nvSpPr>
        <p:spPr/>
        <p:txBody>
          <a:bodyPr/>
          <a:lstStyle/>
          <a:p>
            <a:fld id="{1F91D5E3-333D-4AE9-9E12-12E43B7891CF}" type="slidenum">
              <a:rPr lang="en-PH" smtClean="0"/>
              <a:t>‹#›</a:t>
            </a:fld>
            <a:endParaRPr lang="en-PH"/>
          </a:p>
        </p:txBody>
      </p:sp>
      <p:sp>
        <p:nvSpPr>
          <p:cNvPr id="12" name="TextBox 11"/>
          <p:cNvSpPr txBox="1"/>
          <p:nvPr/>
        </p:nvSpPr>
        <p:spPr>
          <a:xfrm>
            <a:off x="673897" y="971253"/>
            <a:ext cx="601591"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sz="12200" dirty="0"/>
              <a:t>“</a:t>
            </a:r>
          </a:p>
        </p:txBody>
      </p:sp>
      <p:sp>
        <p:nvSpPr>
          <p:cNvPr id="15" name="TextBox 14"/>
          <p:cNvSpPr txBox="1"/>
          <p:nvPr/>
        </p:nvSpPr>
        <p:spPr>
          <a:xfrm>
            <a:off x="6999690" y="2613787"/>
            <a:ext cx="601591"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sz="12200" dirty="0"/>
              <a:t>”</a:t>
            </a:r>
          </a:p>
        </p:txBody>
      </p:sp>
    </p:spTree>
    <p:extLst>
      <p:ext uri="{BB962C8B-B14F-4D97-AF65-F5344CB8AC3E}">
        <p14:creationId xmlns:p14="http://schemas.microsoft.com/office/powerpoint/2010/main" val="7734661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866441" y="3124201"/>
            <a:ext cx="6620969" cy="165318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866442" y="4777381"/>
            <a:ext cx="6620968"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463C0F9E-167D-41DE-BCF1-6024E0688F79}" type="datetimeFigureOut">
              <a:rPr lang="en-PH" smtClean="0"/>
              <a:t>16/08/2024</a:t>
            </a:fld>
            <a:endParaRPr lang="en-PH"/>
          </a:p>
        </p:txBody>
      </p:sp>
      <p:sp>
        <p:nvSpPr>
          <p:cNvPr id="5" name="Footer Placeholder 4"/>
          <p:cNvSpPr>
            <a:spLocks noGrp="1"/>
          </p:cNvSpPr>
          <p:nvPr>
            <p:ph type="ftr" sz="quarter" idx="11"/>
          </p:nvPr>
        </p:nvSpPr>
        <p:spPr/>
        <p:txBody>
          <a:bodyPr/>
          <a:lstStyle/>
          <a:p>
            <a:endParaRPr lang="en-PH"/>
          </a:p>
        </p:txBody>
      </p:sp>
      <p:sp>
        <p:nvSpPr>
          <p:cNvPr id="6" name="Slide Number Placeholder 5"/>
          <p:cNvSpPr>
            <a:spLocks noGrp="1"/>
          </p:cNvSpPr>
          <p:nvPr>
            <p:ph type="sldNum" sz="quarter" idx="12"/>
          </p:nvPr>
        </p:nvSpPr>
        <p:spPr/>
        <p:txBody>
          <a:bodyPr/>
          <a:lstStyle/>
          <a:p>
            <a:fld id="{1F91D5E3-333D-4AE9-9E12-12E43B7891CF}" type="slidenum">
              <a:rPr lang="en-PH" smtClean="0"/>
              <a:t>‹#›</a:t>
            </a:fld>
            <a:endParaRPr lang="en-PH"/>
          </a:p>
        </p:txBody>
      </p:sp>
    </p:spTree>
    <p:extLst>
      <p:ext uri="{BB962C8B-B14F-4D97-AF65-F5344CB8AC3E}">
        <p14:creationId xmlns:p14="http://schemas.microsoft.com/office/powerpoint/2010/main" val="8277479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474834" y="1981200"/>
            <a:ext cx="22107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16" name="Text Placeholder 3"/>
          <p:cNvSpPr>
            <a:spLocks noGrp="1"/>
          </p:cNvSpPr>
          <p:nvPr>
            <p:ph type="body" sz="half" idx="15"/>
          </p:nvPr>
        </p:nvSpPr>
        <p:spPr>
          <a:xfrm>
            <a:off x="489475" y="2667000"/>
            <a:ext cx="219608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Text Placeholder 4"/>
          <p:cNvSpPr>
            <a:spLocks noGrp="1"/>
          </p:cNvSpPr>
          <p:nvPr>
            <p:ph type="body" sz="quarter" idx="3"/>
          </p:nvPr>
        </p:nvSpPr>
        <p:spPr>
          <a:xfrm>
            <a:off x="2913504" y="1981200"/>
            <a:ext cx="2202754"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19" name="Text Placeholder 3"/>
          <p:cNvSpPr>
            <a:spLocks noGrp="1"/>
          </p:cNvSpPr>
          <p:nvPr>
            <p:ph type="body" sz="half" idx="16"/>
          </p:nvPr>
        </p:nvSpPr>
        <p:spPr>
          <a:xfrm>
            <a:off x="2905586" y="2667000"/>
            <a:ext cx="2210671"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14" name="Text Placeholder 4"/>
          <p:cNvSpPr>
            <a:spLocks noGrp="1"/>
          </p:cNvSpPr>
          <p:nvPr>
            <p:ph type="body" sz="quarter" idx="13"/>
          </p:nvPr>
        </p:nvSpPr>
        <p:spPr>
          <a:xfrm>
            <a:off x="5344917" y="1981200"/>
            <a:ext cx="219965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0" name="Text Placeholder 3"/>
          <p:cNvSpPr>
            <a:spLocks noGrp="1"/>
          </p:cNvSpPr>
          <p:nvPr>
            <p:ph type="body" sz="half" idx="17"/>
          </p:nvPr>
        </p:nvSpPr>
        <p:spPr>
          <a:xfrm>
            <a:off x="5344917" y="2667000"/>
            <a:ext cx="2199658"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cxnSp>
        <p:nvCxnSpPr>
          <p:cNvPr id="17" name="Straight Connector 16"/>
          <p:cNvCxnSpPr/>
          <p:nvPr/>
        </p:nvCxnSpPr>
        <p:spPr>
          <a:xfrm>
            <a:off x="2795334"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5223030"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63C0F9E-167D-41DE-BCF1-6024E0688F79}" type="datetimeFigureOut">
              <a:rPr lang="en-PH" smtClean="0"/>
              <a:t>16/08/2024</a:t>
            </a:fld>
            <a:endParaRPr lang="en-PH"/>
          </a:p>
        </p:txBody>
      </p:sp>
      <p:sp>
        <p:nvSpPr>
          <p:cNvPr id="4" name="Footer Placeholder 4"/>
          <p:cNvSpPr>
            <a:spLocks noGrp="1"/>
          </p:cNvSpPr>
          <p:nvPr>
            <p:ph type="ftr" sz="quarter" idx="11"/>
          </p:nvPr>
        </p:nvSpPr>
        <p:spPr/>
        <p:txBody>
          <a:bodyPr/>
          <a:lstStyle/>
          <a:p>
            <a:endParaRPr lang="en-PH"/>
          </a:p>
        </p:txBody>
      </p:sp>
      <p:sp>
        <p:nvSpPr>
          <p:cNvPr id="6" name="Slide Number Placeholder 5"/>
          <p:cNvSpPr>
            <a:spLocks noGrp="1"/>
          </p:cNvSpPr>
          <p:nvPr>
            <p:ph type="sldNum" sz="quarter" idx="12"/>
          </p:nvPr>
        </p:nvSpPr>
        <p:spPr/>
        <p:txBody>
          <a:bodyPr/>
          <a:lstStyle/>
          <a:p>
            <a:fld id="{1F91D5E3-333D-4AE9-9E12-12E43B7891CF}" type="slidenum">
              <a:rPr lang="en-PH" smtClean="0"/>
              <a:t>‹#›</a:t>
            </a:fld>
            <a:endParaRPr lang="en-PH"/>
          </a:p>
        </p:txBody>
      </p:sp>
    </p:spTree>
    <p:extLst>
      <p:ext uri="{BB962C8B-B14F-4D97-AF65-F5344CB8AC3E}">
        <p14:creationId xmlns:p14="http://schemas.microsoft.com/office/powerpoint/2010/main" val="94072262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489475" y="4250949"/>
            <a:ext cx="2205612"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29" name="Picture Placeholder 2"/>
          <p:cNvSpPr>
            <a:spLocks noGrp="1" noChangeAspect="1"/>
          </p:cNvSpPr>
          <p:nvPr>
            <p:ph type="pic" idx="15"/>
          </p:nvPr>
        </p:nvSpPr>
        <p:spPr>
          <a:xfrm>
            <a:off x="489475" y="2209800"/>
            <a:ext cx="2205612"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2" name="Text Placeholder 3"/>
          <p:cNvSpPr>
            <a:spLocks noGrp="1"/>
          </p:cNvSpPr>
          <p:nvPr>
            <p:ph type="body" sz="half" idx="18"/>
          </p:nvPr>
        </p:nvSpPr>
        <p:spPr>
          <a:xfrm>
            <a:off x="489475" y="4827212"/>
            <a:ext cx="2205612"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5" name="Text Placeholder 4"/>
          <p:cNvSpPr>
            <a:spLocks noGrp="1"/>
          </p:cNvSpPr>
          <p:nvPr>
            <p:ph type="body" sz="quarter" idx="3"/>
          </p:nvPr>
        </p:nvSpPr>
        <p:spPr>
          <a:xfrm>
            <a:off x="2917792" y="4250949"/>
            <a:ext cx="21984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30" name="Picture Placeholder 2"/>
          <p:cNvSpPr>
            <a:spLocks noGrp="1" noChangeAspect="1"/>
          </p:cNvSpPr>
          <p:nvPr>
            <p:ph type="pic" idx="21"/>
          </p:nvPr>
        </p:nvSpPr>
        <p:spPr>
          <a:xfrm>
            <a:off x="2917791" y="2209800"/>
            <a:ext cx="2198466"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3" name="Text Placeholder 3"/>
          <p:cNvSpPr>
            <a:spLocks noGrp="1"/>
          </p:cNvSpPr>
          <p:nvPr>
            <p:ph type="body" sz="half" idx="19"/>
          </p:nvPr>
        </p:nvSpPr>
        <p:spPr>
          <a:xfrm>
            <a:off x="2916776" y="4827211"/>
            <a:ext cx="2201378"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sp>
        <p:nvSpPr>
          <p:cNvPr id="14" name="Text Placeholder 4"/>
          <p:cNvSpPr>
            <a:spLocks noGrp="1"/>
          </p:cNvSpPr>
          <p:nvPr>
            <p:ph type="body" sz="quarter" idx="13"/>
          </p:nvPr>
        </p:nvSpPr>
        <p:spPr>
          <a:xfrm>
            <a:off x="5344917" y="4250949"/>
            <a:ext cx="219965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31" name="Picture Placeholder 2"/>
          <p:cNvSpPr>
            <a:spLocks noGrp="1" noChangeAspect="1"/>
          </p:cNvSpPr>
          <p:nvPr>
            <p:ph type="pic" idx="22"/>
          </p:nvPr>
        </p:nvSpPr>
        <p:spPr>
          <a:xfrm>
            <a:off x="5344916" y="2209800"/>
            <a:ext cx="2199658"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4" name="Text Placeholder 3"/>
          <p:cNvSpPr>
            <a:spLocks noGrp="1"/>
          </p:cNvSpPr>
          <p:nvPr>
            <p:ph type="body" sz="half" idx="20"/>
          </p:nvPr>
        </p:nvSpPr>
        <p:spPr>
          <a:xfrm>
            <a:off x="5344824" y="4827209"/>
            <a:ext cx="2202571"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Edit Master text styles</a:t>
            </a:r>
          </a:p>
        </p:txBody>
      </p:sp>
      <p:cxnSp>
        <p:nvCxnSpPr>
          <p:cNvPr id="19" name="Straight Connector 18"/>
          <p:cNvCxnSpPr/>
          <p:nvPr/>
        </p:nvCxnSpPr>
        <p:spPr>
          <a:xfrm>
            <a:off x="2795334"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5223030"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63C0F9E-167D-41DE-BCF1-6024E0688F79}" type="datetimeFigureOut">
              <a:rPr lang="en-PH" smtClean="0"/>
              <a:t>16/08/2024</a:t>
            </a:fld>
            <a:endParaRPr lang="en-PH"/>
          </a:p>
        </p:txBody>
      </p:sp>
      <p:sp>
        <p:nvSpPr>
          <p:cNvPr id="4" name="Footer Placeholder 4"/>
          <p:cNvSpPr>
            <a:spLocks noGrp="1"/>
          </p:cNvSpPr>
          <p:nvPr>
            <p:ph type="ftr" sz="quarter" idx="11"/>
          </p:nvPr>
        </p:nvSpPr>
        <p:spPr/>
        <p:txBody>
          <a:bodyPr/>
          <a:lstStyle/>
          <a:p>
            <a:endParaRPr lang="en-PH"/>
          </a:p>
        </p:txBody>
      </p:sp>
      <p:sp>
        <p:nvSpPr>
          <p:cNvPr id="6" name="Slide Number Placeholder 5"/>
          <p:cNvSpPr>
            <a:spLocks noGrp="1"/>
          </p:cNvSpPr>
          <p:nvPr>
            <p:ph type="sldNum" sz="quarter" idx="12"/>
          </p:nvPr>
        </p:nvSpPr>
        <p:spPr/>
        <p:txBody>
          <a:bodyPr/>
          <a:lstStyle/>
          <a:p>
            <a:fld id="{1F91D5E3-333D-4AE9-9E12-12E43B7891CF}" type="slidenum">
              <a:rPr lang="en-PH" smtClean="0"/>
              <a:t>‹#›</a:t>
            </a:fld>
            <a:endParaRPr lang="en-PH"/>
          </a:p>
        </p:txBody>
      </p:sp>
    </p:spTree>
    <p:extLst>
      <p:ext uri="{BB962C8B-B14F-4D97-AF65-F5344CB8AC3E}">
        <p14:creationId xmlns:p14="http://schemas.microsoft.com/office/powerpoint/2010/main" val="304786589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63C0F9E-167D-41DE-BCF1-6024E0688F79}" type="datetimeFigureOut">
              <a:rPr lang="en-PH" smtClean="0"/>
              <a:t>16/08/2024</a:t>
            </a:fld>
            <a:endParaRPr lang="en-PH"/>
          </a:p>
        </p:txBody>
      </p:sp>
      <p:sp>
        <p:nvSpPr>
          <p:cNvPr id="5" name="Footer Placeholder 4"/>
          <p:cNvSpPr>
            <a:spLocks noGrp="1"/>
          </p:cNvSpPr>
          <p:nvPr>
            <p:ph type="ftr" sz="quarter" idx="11"/>
          </p:nvPr>
        </p:nvSpPr>
        <p:spPr/>
        <p:txBody>
          <a:bodyPr/>
          <a:lstStyle/>
          <a:p>
            <a:endParaRPr lang="en-PH"/>
          </a:p>
        </p:txBody>
      </p:sp>
      <p:sp>
        <p:nvSpPr>
          <p:cNvPr id="6" name="Slide Number Placeholder 5"/>
          <p:cNvSpPr>
            <a:spLocks noGrp="1"/>
          </p:cNvSpPr>
          <p:nvPr>
            <p:ph type="sldNum" sz="quarter" idx="12"/>
          </p:nvPr>
        </p:nvSpPr>
        <p:spPr/>
        <p:txBody>
          <a:bodyPr/>
          <a:lstStyle/>
          <a:p>
            <a:fld id="{1F91D5E3-333D-4AE9-9E12-12E43B7891CF}" type="slidenum">
              <a:rPr lang="en-PH" smtClean="0"/>
              <a:t>‹#›</a:t>
            </a:fld>
            <a:endParaRPr lang="en-PH"/>
          </a:p>
        </p:txBody>
      </p:sp>
    </p:spTree>
    <p:extLst>
      <p:ext uri="{BB962C8B-B14F-4D97-AF65-F5344CB8AC3E}">
        <p14:creationId xmlns:p14="http://schemas.microsoft.com/office/powerpoint/2010/main" val="54555689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229782" y="430214"/>
            <a:ext cx="1314793" cy="5826125"/>
          </a:xfrm>
        </p:spPr>
        <p:txBody>
          <a:bodyPr vert="eaVert" anchor="b" anchorCtr="0"/>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489475" y="773205"/>
            <a:ext cx="5568812" cy="5483134"/>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463C0F9E-167D-41DE-BCF1-6024E0688F79}" type="datetimeFigureOut">
              <a:rPr lang="en-PH" smtClean="0"/>
              <a:t>16/08/2024</a:t>
            </a:fld>
            <a:endParaRPr lang="en-PH"/>
          </a:p>
        </p:txBody>
      </p:sp>
      <p:sp>
        <p:nvSpPr>
          <p:cNvPr id="5" name="Footer Placeholder 4"/>
          <p:cNvSpPr>
            <a:spLocks noGrp="1"/>
          </p:cNvSpPr>
          <p:nvPr>
            <p:ph type="ftr" sz="quarter" idx="11"/>
          </p:nvPr>
        </p:nvSpPr>
        <p:spPr/>
        <p:txBody>
          <a:bodyPr/>
          <a:lstStyle/>
          <a:p>
            <a:endParaRPr lang="en-PH"/>
          </a:p>
        </p:txBody>
      </p:sp>
      <p:sp>
        <p:nvSpPr>
          <p:cNvPr id="6" name="Slide Number Placeholder 5"/>
          <p:cNvSpPr>
            <a:spLocks noGrp="1"/>
          </p:cNvSpPr>
          <p:nvPr>
            <p:ph type="sldNum" sz="quarter" idx="12"/>
          </p:nvPr>
        </p:nvSpPr>
        <p:spPr/>
        <p:txBody>
          <a:bodyPr/>
          <a:lstStyle/>
          <a:p>
            <a:fld id="{1F91D5E3-333D-4AE9-9E12-12E43B7891CF}" type="slidenum">
              <a:rPr lang="en-PH" smtClean="0"/>
              <a:t>‹#›</a:t>
            </a:fld>
            <a:endParaRPr lang="en-PH"/>
          </a:p>
        </p:txBody>
      </p:sp>
    </p:spTree>
    <p:extLst>
      <p:ext uri="{BB962C8B-B14F-4D97-AF65-F5344CB8AC3E}">
        <p14:creationId xmlns:p14="http://schemas.microsoft.com/office/powerpoint/2010/main" val="15550623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2" name="Oval 21"/>
          <p:cNvSpPr/>
          <p:nvPr/>
        </p:nvSpPr>
        <p:spPr>
          <a:xfrm>
            <a:off x="629943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3" name="Oval 22"/>
          <p:cNvSpPr/>
          <p:nvPr/>
        </p:nvSpPr>
        <p:spPr>
          <a:xfrm>
            <a:off x="5689832" y="-457200"/>
            <a:ext cx="1600200" cy="1600200"/>
          </a:xfrm>
          <a:prstGeom prst="ellipse">
            <a:avLst/>
          </a:prstGeom>
          <a:gradFill flip="none" rotWithShape="1">
            <a:gsLst>
              <a:gs pos="0">
                <a:schemeClr val="bg2">
                  <a:lumMod val="60000"/>
                  <a:lumOff val="40000"/>
                  <a:alpha val="14000"/>
                </a:schemeClr>
              </a:gs>
              <a:gs pos="73000">
                <a:schemeClr val="bg2">
                  <a:lumMod val="60000"/>
                  <a:lumOff val="40000"/>
                  <a:alpha val="0"/>
                </a:schemeClr>
              </a:gs>
              <a:gs pos="36000">
                <a:schemeClr val="bg2">
                  <a:lumMod val="60000"/>
                  <a:lumOff val="40000"/>
                  <a:alpha val="7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4" name="Oval 23"/>
          <p:cNvSpPr/>
          <p:nvPr/>
        </p:nvSpPr>
        <p:spPr>
          <a:xfrm>
            <a:off x="6299432" y="6096000"/>
            <a:ext cx="990600" cy="990600"/>
          </a:xfrm>
          <a:prstGeom prst="ellipse">
            <a:avLst/>
          </a:prstGeom>
          <a:gradFill flip="none" rotWithShape="1">
            <a:gsLst>
              <a:gs pos="0">
                <a:schemeClr val="bg2">
                  <a:lumMod val="60000"/>
                  <a:lumOff val="40000"/>
                  <a:alpha val="9000"/>
                </a:schemeClr>
              </a:gs>
              <a:gs pos="66000">
                <a:schemeClr val="bg2">
                  <a:lumMod val="60000"/>
                  <a:lumOff val="40000"/>
                  <a:alpha val="0"/>
                </a:schemeClr>
              </a:gs>
              <a:gs pos="36000">
                <a:schemeClr val="bg2">
                  <a:lumMod val="60000"/>
                  <a:lumOff val="40000"/>
                  <a:alpha val="5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0" name="Oval 19"/>
          <p:cNvSpPr/>
          <p:nvPr/>
        </p:nvSpPr>
        <p:spPr>
          <a:xfrm>
            <a:off x="-153988" y="2667000"/>
            <a:ext cx="4191000" cy="4191000"/>
          </a:xfrm>
          <a:prstGeom prst="ellipse">
            <a:avLst/>
          </a:prstGeom>
          <a:gradFill flip="none" rotWithShape="1">
            <a:gsLst>
              <a:gs pos="0">
                <a:schemeClr val="bg2">
                  <a:lumMod val="60000"/>
                  <a:lumOff val="40000"/>
                  <a:alpha val="11000"/>
                </a:schemeClr>
              </a:gs>
              <a:gs pos="75000">
                <a:schemeClr val="bg2">
                  <a:lumMod val="60000"/>
                  <a:lumOff val="40000"/>
                  <a:alpha val="0"/>
                </a:schemeClr>
              </a:gs>
              <a:gs pos="36000">
                <a:schemeClr val="bg2">
                  <a:lumMod val="60000"/>
                  <a:lumOff val="40000"/>
                  <a:alpha val="10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21" name="Oval 20"/>
          <p:cNvSpPr/>
          <p:nvPr/>
        </p:nvSpPr>
        <p:spPr>
          <a:xfrm>
            <a:off x="-839788" y="2895600"/>
            <a:ext cx="2362200" cy="2362200"/>
          </a:xfrm>
          <a:prstGeom prst="ellipse">
            <a:avLst/>
          </a:prstGeom>
          <a:gradFill flip="none" rotWithShape="1">
            <a:gsLst>
              <a:gs pos="0">
                <a:schemeClr val="bg2">
                  <a:lumMod val="60000"/>
                  <a:lumOff val="40000"/>
                  <a:alpha val="8000"/>
                </a:schemeClr>
              </a:gs>
              <a:gs pos="72000">
                <a:schemeClr val="bg2">
                  <a:lumMod val="60000"/>
                  <a:lumOff val="40000"/>
                  <a:alpha val="0"/>
                </a:schemeClr>
              </a:gs>
              <a:gs pos="36000">
                <a:schemeClr val="bg2">
                  <a:lumMod val="60000"/>
                  <a:lumOff val="40000"/>
                  <a:alpha val="8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sp>
        <p:nvSpPr>
          <p:cNvPr id="19" name="Rectangle 18"/>
          <p:cNvSpPr/>
          <p:nvPr/>
        </p:nvSpPr>
        <p:spPr>
          <a:xfrm>
            <a:off x="7745644" y="0"/>
            <a:ext cx="685800" cy="1099458"/>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484710" y="452718"/>
            <a:ext cx="7055380" cy="1400530"/>
          </a:xfrm>
          <a:prstGeom prst="rect">
            <a:avLst/>
          </a:prstGeom>
        </p:spPr>
        <p:txBody>
          <a:bodyPr vert="horz" lIns="91440" tIns="45720" rIns="91440" bIns="45720" rtlCol="0" anchor="t">
            <a:noAutofit/>
          </a:bodyPr>
          <a:lstStyle/>
          <a:p>
            <a:r>
              <a:rPr lang="en-US" smtClean="0"/>
              <a:t>Click to edit Master title style</a:t>
            </a:r>
            <a:endParaRPr lang="en-US" dirty="0"/>
          </a:p>
        </p:txBody>
      </p:sp>
      <p:sp>
        <p:nvSpPr>
          <p:cNvPr id="3" name="Text Placeholder 2"/>
          <p:cNvSpPr>
            <a:spLocks noGrp="1"/>
          </p:cNvSpPr>
          <p:nvPr>
            <p:ph type="body" idx="1"/>
          </p:nvPr>
        </p:nvSpPr>
        <p:spPr>
          <a:xfrm>
            <a:off x="827700" y="2052925"/>
            <a:ext cx="6711654" cy="4195481"/>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rot="5400000">
            <a:off x="7494989" y="1828771"/>
            <a:ext cx="990599" cy="22865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463C0F9E-167D-41DE-BCF1-6024E0688F79}" type="datetimeFigureOut">
              <a:rPr lang="en-PH" smtClean="0"/>
              <a:t>16/08/2024</a:t>
            </a:fld>
            <a:endParaRPr lang="en-PH"/>
          </a:p>
        </p:txBody>
      </p:sp>
      <p:sp>
        <p:nvSpPr>
          <p:cNvPr id="5" name="Footer Placeholder 4"/>
          <p:cNvSpPr>
            <a:spLocks noGrp="1"/>
          </p:cNvSpPr>
          <p:nvPr>
            <p:ph type="ftr" sz="quarter" idx="3"/>
          </p:nvPr>
        </p:nvSpPr>
        <p:spPr>
          <a:xfrm rot="5400000">
            <a:off x="6233335" y="3263371"/>
            <a:ext cx="3859795" cy="228660"/>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PH"/>
          </a:p>
        </p:txBody>
      </p:sp>
      <p:sp>
        <p:nvSpPr>
          <p:cNvPr id="6" name="Slide Number Placeholder 5"/>
          <p:cNvSpPr>
            <a:spLocks noGrp="1"/>
          </p:cNvSpPr>
          <p:nvPr>
            <p:ph type="sldNum" sz="quarter" idx="4"/>
          </p:nvPr>
        </p:nvSpPr>
        <p:spPr bwMode="gray">
          <a:xfrm>
            <a:off x="7766431" y="295736"/>
            <a:ext cx="628813" cy="767687"/>
          </a:xfrm>
          <a:prstGeom prst="rect">
            <a:avLst/>
          </a:prstGeom>
        </p:spPr>
        <p:txBody>
          <a:bodyPr vert="horz" lIns="91440" tIns="45720" rIns="91440" bIns="45720" rtlCol="0" anchor="b"/>
          <a:lstStyle>
            <a:lvl1pPr algn="ctr">
              <a:defRPr sz="2801" b="0" i="0">
                <a:solidFill>
                  <a:schemeClr val="tx1">
                    <a:tint val="75000"/>
                  </a:schemeClr>
                </a:solidFill>
              </a:defRPr>
            </a:lvl1pPr>
          </a:lstStyle>
          <a:p>
            <a:fld id="{1F91D5E3-333D-4AE9-9E12-12E43B7891CF}" type="slidenum">
              <a:rPr lang="en-PH" smtClean="0"/>
              <a:t>‹#›</a:t>
            </a:fld>
            <a:endParaRPr lang="en-PH"/>
          </a:p>
        </p:txBody>
      </p:sp>
    </p:spTree>
    <p:extLst>
      <p:ext uri="{BB962C8B-B14F-4D97-AF65-F5344CB8AC3E}">
        <p14:creationId xmlns:p14="http://schemas.microsoft.com/office/powerpoint/2010/main" val="1514699939"/>
      </p:ext>
    </p:extLst>
  </p:cSld>
  <p:clrMap bg1="dk1" tx1="lt1" bg2="dk2" tx2="lt2" accent1="accent1" accent2="accent2" accent3="accent3" accent4="accent4" accent5="accent5" accent6="accent6" hlink="hlink" folHlink="folHlink"/>
  <p:sldLayoutIdLst>
    <p:sldLayoutId id="2147483757" r:id="rId1"/>
    <p:sldLayoutId id="2147483758" r:id="rId2"/>
    <p:sldLayoutId id="2147483759" r:id="rId3"/>
    <p:sldLayoutId id="2147483760" r:id="rId4"/>
    <p:sldLayoutId id="2147483761" r:id="rId5"/>
    <p:sldLayoutId id="2147483762" r:id="rId6"/>
    <p:sldLayoutId id="2147483763" r:id="rId7"/>
    <p:sldLayoutId id="2147483764" r:id="rId8"/>
    <p:sldLayoutId id="2147483765" r:id="rId9"/>
    <p:sldLayoutId id="2147483766" r:id="rId10"/>
    <p:sldLayoutId id="2147483767" r:id="rId11"/>
    <p:sldLayoutId id="2147483768" r:id="rId12"/>
    <p:sldLayoutId id="2147483769" r:id="rId13"/>
    <p:sldLayoutId id="2147483770" r:id="rId14"/>
    <p:sldLayoutId id="2147483771" r:id="rId15"/>
    <p:sldLayoutId id="2147483772" r:id="rId16"/>
    <p:sldLayoutId id="2147483773" r:id="rId17"/>
  </p:sldLayoutIdLst>
  <p:txStyles>
    <p:titleStyle>
      <a:lvl1pPr algn="l" defTabSz="457207"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6" indent="-342906" algn="l" defTabSz="457207"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62" indent="-285755" algn="l" defTabSz="457207"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20" indent="-228604" algn="l" defTabSz="457207"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27" indent="-228604" algn="l" defTabSz="457207"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34" indent="-228604" algn="l" defTabSz="457207"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14642" indent="-228604" algn="l" defTabSz="457207"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49" indent="-228604" algn="l" defTabSz="457207"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57" indent="-228604" algn="l" defTabSz="457207"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64" indent="-228604" algn="l" defTabSz="457207"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7" rtl="0" eaLnBrk="1" latinLnBrk="0" hangingPunct="1">
        <a:defRPr sz="1800" kern="1200">
          <a:solidFill>
            <a:schemeClr val="tx1"/>
          </a:solidFill>
          <a:latin typeface="+mn-lt"/>
          <a:ea typeface="+mn-ea"/>
          <a:cs typeface="+mn-cs"/>
        </a:defRPr>
      </a:lvl1pPr>
      <a:lvl2pPr marL="457207" algn="l" defTabSz="457207" rtl="0" eaLnBrk="1" latinLnBrk="0" hangingPunct="1">
        <a:defRPr sz="1800" kern="1200">
          <a:solidFill>
            <a:schemeClr val="tx1"/>
          </a:solidFill>
          <a:latin typeface="+mn-lt"/>
          <a:ea typeface="+mn-ea"/>
          <a:cs typeface="+mn-cs"/>
        </a:defRPr>
      </a:lvl2pPr>
      <a:lvl3pPr marL="914415" algn="l" defTabSz="457207" rtl="0" eaLnBrk="1" latinLnBrk="0" hangingPunct="1">
        <a:defRPr sz="1800" kern="1200">
          <a:solidFill>
            <a:schemeClr val="tx1"/>
          </a:solidFill>
          <a:latin typeface="+mn-lt"/>
          <a:ea typeface="+mn-ea"/>
          <a:cs typeface="+mn-cs"/>
        </a:defRPr>
      </a:lvl3pPr>
      <a:lvl4pPr marL="1371622" algn="l" defTabSz="457207" rtl="0" eaLnBrk="1" latinLnBrk="0" hangingPunct="1">
        <a:defRPr sz="1800" kern="1200">
          <a:solidFill>
            <a:schemeClr val="tx1"/>
          </a:solidFill>
          <a:latin typeface="+mn-lt"/>
          <a:ea typeface="+mn-ea"/>
          <a:cs typeface="+mn-cs"/>
        </a:defRPr>
      </a:lvl4pPr>
      <a:lvl5pPr marL="1828831" algn="l" defTabSz="457207" rtl="0" eaLnBrk="1" latinLnBrk="0" hangingPunct="1">
        <a:defRPr sz="1800" kern="1200">
          <a:solidFill>
            <a:schemeClr val="tx1"/>
          </a:solidFill>
          <a:latin typeface="+mn-lt"/>
          <a:ea typeface="+mn-ea"/>
          <a:cs typeface="+mn-cs"/>
        </a:defRPr>
      </a:lvl5pPr>
      <a:lvl6pPr marL="2286038" algn="l" defTabSz="457207" rtl="0" eaLnBrk="1" latinLnBrk="0" hangingPunct="1">
        <a:defRPr sz="1800" kern="1200">
          <a:solidFill>
            <a:schemeClr val="tx1"/>
          </a:solidFill>
          <a:latin typeface="+mn-lt"/>
          <a:ea typeface="+mn-ea"/>
          <a:cs typeface="+mn-cs"/>
        </a:defRPr>
      </a:lvl6pPr>
      <a:lvl7pPr marL="2743246" algn="l" defTabSz="457207" rtl="0" eaLnBrk="1" latinLnBrk="0" hangingPunct="1">
        <a:defRPr sz="1800" kern="1200">
          <a:solidFill>
            <a:schemeClr val="tx1"/>
          </a:solidFill>
          <a:latin typeface="+mn-lt"/>
          <a:ea typeface="+mn-ea"/>
          <a:cs typeface="+mn-cs"/>
        </a:defRPr>
      </a:lvl7pPr>
      <a:lvl8pPr marL="3200453" algn="l" defTabSz="457207" rtl="0" eaLnBrk="1" latinLnBrk="0" hangingPunct="1">
        <a:defRPr sz="1800" kern="1200">
          <a:solidFill>
            <a:schemeClr val="tx1"/>
          </a:solidFill>
          <a:latin typeface="+mn-lt"/>
          <a:ea typeface="+mn-ea"/>
          <a:cs typeface="+mn-cs"/>
        </a:defRPr>
      </a:lvl8pPr>
      <a:lvl9pPr marL="3657661" algn="l" defTabSz="45720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www.howtogeek.com/220723/how-to-uninstall-windows-10-and-downgrade-to-windows-7-or-8.1/"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www.howtogeek.com/224342/how-to-clean-install-windows-10/" TargetMode="Externa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hyperlink" Target="https://www.microsoft.com/en-us/software-download/windows10"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hyperlink" Target="https://www.howtogeek.com/howto/21726/how-do-i-know-if-im-running-32-bit-or-64-bit-windows-answers/" TargetMode="Externa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hyperlink" Target="https://www.howtogeek.com/196060/beginner-geek-how-to-create-and-use-virtual-machines/"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www.howtogeek.com/129815/beginner-geek-how-to-change-the-boot-order-in-your-computers-bios/" TargetMode="Externa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hyperlink" Target="https://www.howtogeek.com/242428/whats-the-best-way-to-back-up-my-computer/" TargetMode="Externa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09600" y="3048000"/>
            <a:ext cx="7543800" cy="2895600"/>
          </a:xfrm>
        </p:spPr>
        <p:txBody>
          <a:bodyPr>
            <a:noAutofit/>
          </a:bodyPr>
          <a:lstStyle/>
          <a:p>
            <a:r>
              <a:rPr lang="en-PH" sz="9600" dirty="0" smtClean="0"/>
              <a:t>Installing </a:t>
            </a:r>
            <a:r>
              <a:rPr lang="en-PH" sz="9600" dirty="0" smtClean="0"/>
              <a:t>Operating System</a:t>
            </a:r>
            <a:endParaRPr lang="en-PH" sz="9600" dirty="0"/>
          </a:p>
        </p:txBody>
      </p:sp>
    </p:spTree>
    <p:extLst>
      <p:ext uri="{BB962C8B-B14F-4D97-AF65-F5344CB8AC3E}">
        <p14:creationId xmlns:p14="http://schemas.microsoft.com/office/powerpoint/2010/main" val="665839977"/>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title"/>
          </p:nvPr>
        </p:nvSpPr>
        <p:spPr>
          <a:xfrm>
            <a:off x="405959" y="686704"/>
            <a:ext cx="8229600" cy="1143000"/>
          </a:xfrm>
        </p:spPr>
        <p:txBody>
          <a:bodyPr/>
          <a:lstStyle/>
          <a:p>
            <a:pPr eaLnBrk="1" hangingPunct="1"/>
            <a:r>
              <a:rPr lang="es-ES" altLang="ar-SA" dirty="0">
                <a:solidFill>
                  <a:schemeClr val="tx1"/>
                </a:solidFill>
                <a:effectLst>
                  <a:glow rad="139700">
                    <a:schemeClr val="accent5">
                      <a:satMod val="175000"/>
                      <a:alpha val="40000"/>
                    </a:schemeClr>
                  </a:glow>
                  <a:outerShdw blurRad="38100" dist="38100" dir="2700000" algn="tl">
                    <a:srgbClr val="000000">
                      <a:alpha val="43137"/>
                    </a:srgbClr>
                  </a:outerShdw>
                </a:effectLst>
                <a:latin typeface="Berlin Sans FB Demi" panose="020E0802020502020306" pitchFamily="34" charset="0"/>
              </a:rPr>
              <a:t>What is an Operating System?</a:t>
            </a:r>
          </a:p>
        </p:txBody>
      </p:sp>
      <p:sp>
        <p:nvSpPr>
          <p:cNvPr id="4099" name="Rectangle 3"/>
          <p:cNvSpPr>
            <a:spLocks noGrp="1" noChangeArrowheads="1"/>
          </p:cNvSpPr>
          <p:nvPr>
            <p:ph idx="1"/>
          </p:nvPr>
        </p:nvSpPr>
        <p:spPr>
          <a:xfrm>
            <a:off x="287889" y="1765240"/>
            <a:ext cx="5436239" cy="3968015"/>
          </a:xfrm>
        </p:spPr>
        <p:txBody>
          <a:bodyPr>
            <a:normAutofit lnSpcReduction="10000"/>
          </a:bodyPr>
          <a:lstStyle/>
          <a:p>
            <a:pPr eaLnBrk="1" hangingPunct="1">
              <a:buFont typeface="Wingdings" panose="05000000000000000000" pitchFamily="2" charset="2"/>
              <a:buChar char="v"/>
            </a:pPr>
            <a:r>
              <a:rPr lang="en-US" sz="2200" b="1" dirty="0">
                <a:latin typeface="+mj-lt"/>
              </a:rPr>
              <a:t>Operating System is a software, which makes a computer to actually work.</a:t>
            </a:r>
          </a:p>
          <a:p>
            <a:pPr eaLnBrk="1" hangingPunct="1">
              <a:buFont typeface="Wingdings" panose="05000000000000000000" pitchFamily="2" charset="2"/>
              <a:buChar char="v"/>
            </a:pPr>
            <a:r>
              <a:rPr lang="en-US" sz="2200" b="1" dirty="0">
                <a:latin typeface="+mj-lt"/>
              </a:rPr>
              <a:t>It is the software the enables all the programs we use. </a:t>
            </a:r>
          </a:p>
          <a:p>
            <a:pPr eaLnBrk="1" hangingPunct="1">
              <a:buFont typeface="Wingdings" panose="05000000000000000000" pitchFamily="2" charset="2"/>
              <a:buChar char="v"/>
            </a:pPr>
            <a:r>
              <a:rPr lang="en-US" sz="2200" b="1" dirty="0">
                <a:latin typeface="+mj-lt"/>
              </a:rPr>
              <a:t>The Operating System organizes and controls the hardware.</a:t>
            </a:r>
          </a:p>
          <a:p>
            <a:pPr eaLnBrk="1" hangingPunct="1">
              <a:buFont typeface="Wingdings" panose="05000000000000000000" pitchFamily="2" charset="2"/>
              <a:buChar char="v"/>
            </a:pPr>
            <a:r>
              <a:rPr lang="en-US" sz="2200" b="1" dirty="0">
                <a:latin typeface="+mj-lt"/>
              </a:rPr>
              <a:t>Operating System acts as an interface between the application programs and the machine hardware.</a:t>
            </a:r>
            <a:endParaRPr lang="es-ES" altLang="ar-SA" sz="2200" b="1" dirty="0">
              <a:effectLst>
                <a:outerShdw blurRad="50800" dist="38100" algn="l" rotWithShape="0">
                  <a:prstClr val="black">
                    <a:alpha val="40000"/>
                  </a:prstClr>
                </a:outerShdw>
              </a:effectLst>
              <a:latin typeface="+mj-lt"/>
            </a:endParaRPr>
          </a:p>
        </p:txBody>
      </p:sp>
      <p:pic>
        <p:nvPicPr>
          <p:cNvPr id="7" name="صورة 6">
            <a:extLst>
              <a:ext uri="{FF2B5EF4-FFF2-40B4-BE49-F238E27FC236}">
                <a16:creationId xmlns:a16="http://schemas.microsoft.com/office/drawing/2014/main" id="{B48C5AD8-26DB-48E5-9E67-51A1D970F075}"/>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5756816" y="1857662"/>
            <a:ext cx="3099295" cy="262323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485847465"/>
      </p:ext>
    </p:extLst>
  </p:cSld>
  <p:clrMapOvr>
    <a:masterClrMapping/>
  </p:clrMapOvr>
  <mc:AlternateContent xmlns:mc="http://schemas.openxmlformats.org/markup-compatibility/2006" xmlns:p14="http://schemas.microsoft.com/office/powerpoint/2010/main">
    <mc:Choice Requires="p14">
      <p:transition spd="slow" p14:dur="1600">
        <p:blinds dir="vert"/>
      </p:transition>
    </mc:Choice>
    <mc:Fallback xmlns="">
      <p:transition spd="slow">
        <p:blinds dir="vert"/>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0"/>
                                  </p:stCondLst>
                                  <p:childTnLst>
                                    <p:set>
                                      <p:cBhvr>
                                        <p:cTn id="6" dur="1" fill="hold">
                                          <p:stCondLst>
                                            <p:cond delay="0"/>
                                          </p:stCondLst>
                                        </p:cTn>
                                        <p:tgtEl>
                                          <p:spTgt spid="4098"/>
                                        </p:tgtEl>
                                        <p:attrNameLst>
                                          <p:attrName>style.visibility</p:attrName>
                                        </p:attrNameLst>
                                      </p:cBhvr>
                                      <p:to>
                                        <p:strVal val="visible"/>
                                      </p:to>
                                    </p:set>
                                    <p:animEffect transition="in" filter="fade">
                                      <p:cBhvr>
                                        <p:cTn id="7" dur="1000"/>
                                        <p:tgtEl>
                                          <p:spTgt spid="4098"/>
                                        </p:tgtEl>
                                      </p:cBhvr>
                                    </p:animEffect>
                                    <p:anim calcmode="lin" valueType="num">
                                      <p:cBhvr>
                                        <p:cTn id="8" dur="1000" fill="hold"/>
                                        <p:tgtEl>
                                          <p:spTgt spid="4098"/>
                                        </p:tgtEl>
                                        <p:attrNameLst>
                                          <p:attrName>ppt_x</p:attrName>
                                        </p:attrNameLst>
                                      </p:cBhvr>
                                      <p:tavLst>
                                        <p:tav tm="0">
                                          <p:val>
                                            <p:strVal val="#ppt_x"/>
                                          </p:val>
                                        </p:tav>
                                        <p:tav tm="100000">
                                          <p:val>
                                            <p:strVal val="#ppt_x"/>
                                          </p:val>
                                        </p:tav>
                                      </p:tavLst>
                                    </p:anim>
                                    <p:anim calcmode="lin" valueType="num">
                                      <p:cBhvr>
                                        <p:cTn id="9" dur="1000" fill="hold"/>
                                        <p:tgtEl>
                                          <p:spTgt spid="409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099">
                                            <p:txEl>
                                              <p:pRg st="0" end="0"/>
                                            </p:txEl>
                                          </p:spTgt>
                                        </p:tgtEl>
                                        <p:attrNameLst>
                                          <p:attrName>style.visibility</p:attrName>
                                        </p:attrNameLst>
                                      </p:cBhvr>
                                      <p:to>
                                        <p:strVal val="visible"/>
                                      </p:to>
                                    </p:set>
                                    <p:animEffect transition="in" filter="fade">
                                      <p:cBhvr>
                                        <p:cTn id="14" dur="1000"/>
                                        <p:tgtEl>
                                          <p:spTgt spid="4099">
                                            <p:txEl>
                                              <p:pRg st="0" end="0"/>
                                            </p:txEl>
                                          </p:spTgt>
                                        </p:tgtEl>
                                      </p:cBhvr>
                                    </p:animEffect>
                                    <p:anim calcmode="lin" valueType="num">
                                      <p:cBhvr>
                                        <p:cTn id="15" dur="1000" fill="hold"/>
                                        <p:tgtEl>
                                          <p:spTgt spid="4099">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4099">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099">
                                            <p:txEl>
                                              <p:pRg st="1" end="1"/>
                                            </p:txEl>
                                          </p:spTgt>
                                        </p:tgtEl>
                                        <p:attrNameLst>
                                          <p:attrName>style.visibility</p:attrName>
                                        </p:attrNameLst>
                                      </p:cBhvr>
                                      <p:to>
                                        <p:strVal val="visible"/>
                                      </p:to>
                                    </p:set>
                                    <p:animEffect transition="in" filter="fade">
                                      <p:cBhvr>
                                        <p:cTn id="21" dur="1000"/>
                                        <p:tgtEl>
                                          <p:spTgt spid="4099">
                                            <p:txEl>
                                              <p:pRg st="1" end="1"/>
                                            </p:txEl>
                                          </p:spTgt>
                                        </p:tgtEl>
                                      </p:cBhvr>
                                    </p:animEffect>
                                    <p:anim calcmode="lin" valueType="num">
                                      <p:cBhvr>
                                        <p:cTn id="22" dur="1000" fill="hold"/>
                                        <p:tgtEl>
                                          <p:spTgt spid="4099">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4099">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4099">
                                            <p:txEl>
                                              <p:pRg st="2" end="2"/>
                                            </p:txEl>
                                          </p:spTgt>
                                        </p:tgtEl>
                                        <p:attrNameLst>
                                          <p:attrName>style.visibility</p:attrName>
                                        </p:attrNameLst>
                                      </p:cBhvr>
                                      <p:to>
                                        <p:strVal val="visible"/>
                                      </p:to>
                                    </p:set>
                                    <p:animEffect transition="in" filter="fade">
                                      <p:cBhvr>
                                        <p:cTn id="28" dur="1000"/>
                                        <p:tgtEl>
                                          <p:spTgt spid="4099">
                                            <p:txEl>
                                              <p:pRg st="2" end="2"/>
                                            </p:txEl>
                                          </p:spTgt>
                                        </p:tgtEl>
                                      </p:cBhvr>
                                    </p:animEffect>
                                    <p:anim calcmode="lin" valueType="num">
                                      <p:cBhvr>
                                        <p:cTn id="29" dur="1000" fill="hold"/>
                                        <p:tgtEl>
                                          <p:spTgt spid="4099">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4099">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4099">
                                            <p:txEl>
                                              <p:pRg st="3" end="3"/>
                                            </p:txEl>
                                          </p:spTgt>
                                        </p:tgtEl>
                                        <p:attrNameLst>
                                          <p:attrName>style.visibility</p:attrName>
                                        </p:attrNameLst>
                                      </p:cBhvr>
                                      <p:to>
                                        <p:strVal val="visible"/>
                                      </p:to>
                                    </p:set>
                                    <p:animEffect transition="in" filter="fade">
                                      <p:cBhvr>
                                        <p:cTn id="35" dur="1000"/>
                                        <p:tgtEl>
                                          <p:spTgt spid="4099">
                                            <p:txEl>
                                              <p:pRg st="3" end="3"/>
                                            </p:txEl>
                                          </p:spTgt>
                                        </p:tgtEl>
                                      </p:cBhvr>
                                    </p:animEffect>
                                    <p:anim calcmode="lin" valueType="num">
                                      <p:cBhvr>
                                        <p:cTn id="36" dur="1000" fill="hold"/>
                                        <p:tgtEl>
                                          <p:spTgt spid="4099">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4099">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98" grpId="0"/>
      <p:bldP spid="4099"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xfrm>
            <a:off x="1619672" y="662439"/>
            <a:ext cx="5335006" cy="1143000"/>
          </a:xfrm>
        </p:spPr>
        <p:txBody>
          <a:bodyPr/>
          <a:lstStyle/>
          <a:p>
            <a:pPr eaLnBrk="1" hangingPunct="1"/>
            <a:r>
              <a:rPr lang="en-US" altLang="ar-SA" dirty="0">
                <a:solidFill>
                  <a:schemeClr val="tx1"/>
                </a:solidFill>
                <a:effectLst>
                  <a:glow rad="63500">
                    <a:schemeClr val="accent6">
                      <a:satMod val="175000"/>
                      <a:alpha val="40000"/>
                    </a:schemeClr>
                  </a:glow>
                </a:effectLst>
                <a:latin typeface="Berlin Sans FB Demi" panose="020E0802020502020306" pitchFamily="34" charset="0"/>
              </a:rPr>
              <a:t>Basic tasks of OS.</a:t>
            </a:r>
            <a:endParaRPr lang="es-ES" altLang="ar-SA" dirty="0">
              <a:solidFill>
                <a:schemeClr val="tx1"/>
              </a:solidFill>
              <a:effectLst>
                <a:glow rad="63500">
                  <a:schemeClr val="accent6">
                    <a:satMod val="175000"/>
                    <a:alpha val="40000"/>
                  </a:schemeClr>
                </a:glow>
              </a:effectLst>
              <a:latin typeface="Berlin Sans FB Demi" panose="020E0802020502020306" pitchFamily="34" charset="0"/>
            </a:endParaRPr>
          </a:p>
        </p:txBody>
      </p:sp>
      <p:sp>
        <p:nvSpPr>
          <p:cNvPr id="5123" name="Rectangle 3"/>
          <p:cNvSpPr>
            <a:spLocks noGrp="1" noChangeArrowheads="1"/>
          </p:cNvSpPr>
          <p:nvPr>
            <p:ph idx="1"/>
          </p:nvPr>
        </p:nvSpPr>
        <p:spPr>
          <a:xfrm>
            <a:off x="0" y="1805439"/>
            <a:ext cx="6265842" cy="3838910"/>
          </a:xfrm>
        </p:spPr>
        <p:txBody>
          <a:bodyPr/>
          <a:lstStyle/>
          <a:p>
            <a:pPr lvl="2" eaLnBrk="1" hangingPunct="1">
              <a:buFont typeface="Wingdings" panose="05000000000000000000" pitchFamily="2" charset="2"/>
              <a:buChar char="ü"/>
            </a:pPr>
            <a:r>
              <a:rPr lang="en-US" altLang="ar-SA" sz="2800" b="1" dirty="0">
                <a:latin typeface="+mj-lt"/>
              </a:rPr>
              <a:t>Controlling and allocating memory. </a:t>
            </a:r>
          </a:p>
          <a:p>
            <a:pPr lvl="2" eaLnBrk="1" hangingPunct="1">
              <a:buFont typeface="Wingdings" panose="05000000000000000000" pitchFamily="2" charset="2"/>
              <a:buChar char="ü"/>
            </a:pPr>
            <a:r>
              <a:rPr lang="en-US" altLang="ar-SA" sz="2800" b="1" dirty="0">
                <a:latin typeface="+mj-lt"/>
              </a:rPr>
              <a:t>Prioritizing system requests, </a:t>
            </a:r>
          </a:p>
          <a:p>
            <a:pPr lvl="2" eaLnBrk="1" hangingPunct="1">
              <a:buFont typeface="Wingdings" panose="05000000000000000000" pitchFamily="2" charset="2"/>
              <a:buChar char="ü"/>
            </a:pPr>
            <a:r>
              <a:rPr lang="en-US" altLang="ar-SA" sz="2800" b="1" dirty="0">
                <a:latin typeface="+mj-lt"/>
              </a:rPr>
              <a:t>Controlling input and output devices.</a:t>
            </a:r>
          </a:p>
          <a:p>
            <a:pPr lvl="2" eaLnBrk="1" hangingPunct="1">
              <a:buFont typeface="Wingdings" panose="05000000000000000000" pitchFamily="2" charset="2"/>
              <a:buChar char="ü"/>
            </a:pPr>
            <a:r>
              <a:rPr lang="en-US" altLang="ar-SA" sz="2800" b="1" dirty="0">
                <a:latin typeface="+mj-lt"/>
              </a:rPr>
              <a:t>Facilitate networking. </a:t>
            </a:r>
          </a:p>
          <a:p>
            <a:pPr lvl="2" eaLnBrk="1" hangingPunct="1">
              <a:buFont typeface="Wingdings" panose="05000000000000000000" pitchFamily="2" charset="2"/>
              <a:buChar char="ü"/>
            </a:pPr>
            <a:r>
              <a:rPr lang="en-US" altLang="ar-SA" sz="2800" b="1" dirty="0">
                <a:latin typeface="+mj-lt"/>
              </a:rPr>
              <a:t>Managing file systems. </a:t>
            </a:r>
          </a:p>
        </p:txBody>
      </p:sp>
    </p:spTree>
    <p:extLst>
      <p:ext uri="{BB962C8B-B14F-4D97-AF65-F5344CB8AC3E}">
        <p14:creationId xmlns:p14="http://schemas.microsoft.com/office/powerpoint/2010/main" val="1143784113"/>
      </p:ext>
    </p:extLst>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4" presetClass="entr" presetSubtype="10" fill="hold" grpId="0" nodeType="afterEffect">
                                  <p:stCondLst>
                                    <p:cond delay="0"/>
                                  </p:stCondLst>
                                  <p:childTnLst>
                                    <p:set>
                                      <p:cBhvr>
                                        <p:cTn id="6" dur="1" fill="hold">
                                          <p:stCondLst>
                                            <p:cond delay="0"/>
                                          </p:stCondLst>
                                        </p:cTn>
                                        <p:tgtEl>
                                          <p:spTgt spid="5122"/>
                                        </p:tgtEl>
                                        <p:attrNameLst>
                                          <p:attrName>style.visibility</p:attrName>
                                        </p:attrNameLst>
                                      </p:cBhvr>
                                      <p:to>
                                        <p:strVal val="visible"/>
                                      </p:to>
                                    </p:set>
                                    <p:animEffect transition="in" filter="randombar(horizontal)">
                                      <p:cBhvr>
                                        <p:cTn id="7" dur="500"/>
                                        <p:tgtEl>
                                          <p:spTgt spid="5122"/>
                                        </p:tgtEl>
                                      </p:cBhvr>
                                    </p:animEffect>
                                  </p:childTnLst>
                                </p:cTn>
                              </p:par>
                            </p:childTnLst>
                          </p:cTn>
                        </p:par>
                      </p:childTnLst>
                    </p:cTn>
                  </p:par>
                  <p:par>
                    <p:cTn id="8" fill="hold">
                      <p:stCondLst>
                        <p:cond delay="indefinite"/>
                      </p:stCondLst>
                      <p:childTnLst>
                        <p:par>
                          <p:cTn id="9" fill="hold">
                            <p:stCondLst>
                              <p:cond delay="0"/>
                            </p:stCondLst>
                            <p:childTnLst>
                              <p:par>
                                <p:cTn id="10" presetID="14" presetClass="entr" presetSubtype="10" fill="hold" grpId="0" nodeType="clickEffect">
                                  <p:stCondLst>
                                    <p:cond delay="0"/>
                                  </p:stCondLst>
                                  <p:childTnLst>
                                    <p:set>
                                      <p:cBhvr>
                                        <p:cTn id="11" dur="1" fill="hold">
                                          <p:stCondLst>
                                            <p:cond delay="0"/>
                                          </p:stCondLst>
                                        </p:cTn>
                                        <p:tgtEl>
                                          <p:spTgt spid="5123">
                                            <p:txEl>
                                              <p:pRg st="0" end="0"/>
                                            </p:txEl>
                                          </p:spTgt>
                                        </p:tgtEl>
                                        <p:attrNameLst>
                                          <p:attrName>style.visibility</p:attrName>
                                        </p:attrNameLst>
                                      </p:cBhvr>
                                      <p:to>
                                        <p:strVal val="visible"/>
                                      </p:to>
                                    </p:set>
                                    <p:animEffect transition="in" filter="randombar(horizontal)">
                                      <p:cBhvr>
                                        <p:cTn id="12" dur="500"/>
                                        <p:tgtEl>
                                          <p:spTgt spid="512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4" presetClass="entr" presetSubtype="10" fill="hold" grpId="0" nodeType="clickEffect">
                                  <p:stCondLst>
                                    <p:cond delay="0"/>
                                  </p:stCondLst>
                                  <p:childTnLst>
                                    <p:set>
                                      <p:cBhvr>
                                        <p:cTn id="16" dur="1" fill="hold">
                                          <p:stCondLst>
                                            <p:cond delay="0"/>
                                          </p:stCondLst>
                                        </p:cTn>
                                        <p:tgtEl>
                                          <p:spTgt spid="5123">
                                            <p:txEl>
                                              <p:pRg st="1" end="1"/>
                                            </p:txEl>
                                          </p:spTgt>
                                        </p:tgtEl>
                                        <p:attrNameLst>
                                          <p:attrName>style.visibility</p:attrName>
                                        </p:attrNameLst>
                                      </p:cBhvr>
                                      <p:to>
                                        <p:strVal val="visible"/>
                                      </p:to>
                                    </p:set>
                                    <p:animEffect transition="in" filter="randombar(horizontal)">
                                      <p:cBhvr>
                                        <p:cTn id="17" dur="500"/>
                                        <p:tgtEl>
                                          <p:spTgt spid="512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4" presetClass="entr" presetSubtype="10" fill="hold" grpId="0" nodeType="clickEffect">
                                  <p:stCondLst>
                                    <p:cond delay="0"/>
                                  </p:stCondLst>
                                  <p:childTnLst>
                                    <p:set>
                                      <p:cBhvr>
                                        <p:cTn id="21" dur="1" fill="hold">
                                          <p:stCondLst>
                                            <p:cond delay="0"/>
                                          </p:stCondLst>
                                        </p:cTn>
                                        <p:tgtEl>
                                          <p:spTgt spid="5123">
                                            <p:txEl>
                                              <p:pRg st="2" end="2"/>
                                            </p:txEl>
                                          </p:spTgt>
                                        </p:tgtEl>
                                        <p:attrNameLst>
                                          <p:attrName>style.visibility</p:attrName>
                                        </p:attrNameLst>
                                      </p:cBhvr>
                                      <p:to>
                                        <p:strVal val="visible"/>
                                      </p:to>
                                    </p:set>
                                    <p:animEffect transition="in" filter="randombar(horizontal)">
                                      <p:cBhvr>
                                        <p:cTn id="22" dur="500"/>
                                        <p:tgtEl>
                                          <p:spTgt spid="512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4" presetClass="entr" presetSubtype="10" fill="hold" grpId="0" nodeType="clickEffect">
                                  <p:stCondLst>
                                    <p:cond delay="0"/>
                                  </p:stCondLst>
                                  <p:childTnLst>
                                    <p:set>
                                      <p:cBhvr>
                                        <p:cTn id="26" dur="1" fill="hold">
                                          <p:stCondLst>
                                            <p:cond delay="0"/>
                                          </p:stCondLst>
                                        </p:cTn>
                                        <p:tgtEl>
                                          <p:spTgt spid="5123">
                                            <p:txEl>
                                              <p:pRg st="3" end="3"/>
                                            </p:txEl>
                                          </p:spTgt>
                                        </p:tgtEl>
                                        <p:attrNameLst>
                                          <p:attrName>style.visibility</p:attrName>
                                        </p:attrNameLst>
                                      </p:cBhvr>
                                      <p:to>
                                        <p:strVal val="visible"/>
                                      </p:to>
                                    </p:set>
                                    <p:animEffect transition="in" filter="randombar(horizontal)">
                                      <p:cBhvr>
                                        <p:cTn id="27" dur="500"/>
                                        <p:tgtEl>
                                          <p:spTgt spid="512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5123">
                                            <p:txEl>
                                              <p:pRg st="4" end="4"/>
                                            </p:txEl>
                                          </p:spTgt>
                                        </p:tgtEl>
                                        <p:attrNameLst>
                                          <p:attrName>style.visibility</p:attrName>
                                        </p:attrNameLst>
                                      </p:cBhvr>
                                      <p:to>
                                        <p:strVal val="visible"/>
                                      </p:to>
                                    </p:set>
                                    <p:animEffect transition="in" filter="randombar(horizontal)">
                                      <p:cBhvr>
                                        <p:cTn id="32" dur="500"/>
                                        <p:tgtEl>
                                          <p:spTgt spid="512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2" grpId="0"/>
      <p:bldP spid="512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xfrm>
            <a:off x="1447800" y="304800"/>
            <a:ext cx="6089848" cy="1143000"/>
          </a:xfrm>
        </p:spPr>
        <p:txBody>
          <a:bodyPr/>
          <a:lstStyle/>
          <a:p>
            <a:pPr eaLnBrk="1" hangingPunct="1"/>
            <a:r>
              <a:rPr lang="en-US" altLang="ar-SA" dirty="0">
                <a:solidFill>
                  <a:schemeClr val="tx1"/>
                </a:solidFill>
                <a:effectLst>
                  <a:glow rad="63500">
                    <a:schemeClr val="accent4">
                      <a:satMod val="175000"/>
                      <a:alpha val="40000"/>
                    </a:schemeClr>
                  </a:glow>
                </a:effectLst>
                <a:latin typeface="Berlin Sans FB Demi" panose="020E0802020502020306" pitchFamily="34" charset="0"/>
              </a:rPr>
              <a:t>Main functions of OS.</a:t>
            </a:r>
            <a:endParaRPr lang="es-ES" altLang="ar-SA" dirty="0">
              <a:solidFill>
                <a:schemeClr val="tx1"/>
              </a:solidFill>
              <a:effectLst>
                <a:glow rad="63500">
                  <a:schemeClr val="accent4">
                    <a:satMod val="175000"/>
                    <a:alpha val="40000"/>
                  </a:schemeClr>
                </a:glow>
              </a:effectLst>
              <a:latin typeface="Berlin Sans FB Demi" panose="020E0802020502020306" pitchFamily="34" charset="0"/>
            </a:endParaRPr>
          </a:p>
        </p:txBody>
      </p:sp>
      <p:sp>
        <p:nvSpPr>
          <p:cNvPr id="6147" name="Rectangle 3"/>
          <p:cNvSpPr>
            <a:spLocks noGrp="1" noChangeArrowheads="1"/>
          </p:cNvSpPr>
          <p:nvPr>
            <p:ph idx="1"/>
          </p:nvPr>
        </p:nvSpPr>
        <p:spPr>
          <a:xfrm>
            <a:off x="318356" y="1602358"/>
            <a:ext cx="8507288" cy="3986882"/>
          </a:xfrm>
        </p:spPr>
        <p:txBody>
          <a:bodyPr/>
          <a:lstStyle/>
          <a:p>
            <a:pPr marL="0" indent="0">
              <a:buNone/>
            </a:pPr>
            <a:r>
              <a:rPr lang="en-US" altLang="ar-SA" sz="2400" b="1" dirty="0">
                <a:solidFill>
                  <a:srgbClr val="FF0000"/>
                </a:solidFill>
                <a:effectLst>
                  <a:outerShdw blurRad="38100" dist="38100" dir="2700000" algn="tl">
                    <a:srgbClr val="000000">
                      <a:alpha val="43137"/>
                    </a:srgbClr>
                  </a:outerShdw>
                </a:effectLst>
              </a:rPr>
              <a:t>* </a:t>
            </a:r>
            <a:r>
              <a:rPr lang="en-US" altLang="ar-SA" sz="2400" b="1" dirty="0">
                <a:effectLst>
                  <a:outerShdw blurRad="38100" dist="38100" dir="2700000" algn="tl">
                    <a:srgbClr val="000000">
                      <a:alpha val="43137"/>
                    </a:srgbClr>
                  </a:outerShdw>
                </a:effectLst>
              </a:rPr>
              <a:t>The main functions of operating systems are:</a:t>
            </a:r>
          </a:p>
          <a:p>
            <a:pPr marL="571500" indent="-571500"/>
            <a:endParaRPr lang="en-US" altLang="ar-SA" sz="2000" dirty="0"/>
          </a:p>
          <a:p>
            <a:pPr marL="1090613" lvl="2" indent="-419100">
              <a:buSzPct val="90000"/>
              <a:buFont typeface="Wingdings" panose="05000000000000000000" pitchFamily="2" charset="2"/>
              <a:buAutoNum type="arabicPeriod"/>
            </a:pPr>
            <a:r>
              <a:rPr lang="en-US" altLang="ar-SA" sz="2000" b="1" dirty="0"/>
              <a:t>Program creation.</a:t>
            </a:r>
          </a:p>
          <a:p>
            <a:pPr marL="1090613" lvl="2" indent="-419100">
              <a:buSzPct val="90000"/>
              <a:buFont typeface="Wingdings" panose="05000000000000000000" pitchFamily="2" charset="2"/>
              <a:buAutoNum type="arabicPeriod"/>
            </a:pPr>
            <a:r>
              <a:rPr lang="en-US" altLang="ar-SA" sz="2000" b="1" dirty="0"/>
              <a:t>Program execution.</a:t>
            </a:r>
          </a:p>
          <a:p>
            <a:pPr marL="1090613" lvl="2" indent="-419100">
              <a:buSzPct val="90000"/>
              <a:buFont typeface="Wingdings" panose="05000000000000000000" pitchFamily="2" charset="2"/>
              <a:buAutoNum type="arabicPeriod"/>
            </a:pPr>
            <a:r>
              <a:rPr lang="en-US" altLang="ar-SA" sz="2000" b="1" dirty="0"/>
              <a:t>Input/output operations.</a:t>
            </a:r>
          </a:p>
          <a:p>
            <a:pPr marL="1090613" lvl="2" indent="-419100">
              <a:buSzPct val="90000"/>
              <a:buFont typeface="Wingdings" panose="05000000000000000000" pitchFamily="2" charset="2"/>
              <a:buAutoNum type="arabicPeriod"/>
            </a:pPr>
            <a:r>
              <a:rPr lang="en-US" altLang="ar-SA" sz="2000" b="1" dirty="0"/>
              <a:t>Error detection.</a:t>
            </a:r>
          </a:p>
          <a:p>
            <a:pPr marL="1090613" lvl="2" indent="-419100">
              <a:buSzPct val="90000"/>
              <a:buFont typeface="Wingdings" panose="05000000000000000000" pitchFamily="2" charset="2"/>
              <a:buAutoNum type="arabicPeriod"/>
            </a:pPr>
            <a:r>
              <a:rPr lang="en-US" altLang="ar-SA" sz="2000" b="1" dirty="0"/>
              <a:t>Resource allocation.</a:t>
            </a:r>
          </a:p>
          <a:p>
            <a:pPr marL="1090613" lvl="2" indent="-419100">
              <a:buSzPct val="90000"/>
              <a:buFont typeface="Wingdings" panose="05000000000000000000" pitchFamily="2" charset="2"/>
              <a:buAutoNum type="arabicPeriod"/>
            </a:pPr>
            <a:r>
              <a:rPr lang="en-US" altLang="ar-SA" sz="2000" b="1" dirty="0"/>
              <a:t>Accounting.</a:t>
            </a:r>
          </a:p>
        </p:txBody>
      </p:sp>
    </p:spTree>
    <p:extLst>
      <p:ext uri="{BB962C8B-B14F-4D97-AF65-F5344CB8AC3E}">
        <p14:creationId xmlns:p14="http://schemas.microsoft.com/office/powerpoint/2010/main" val="162390337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ageCurlDoub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5" presetClass="entr" presetSubtype="0" fill="hold" grpId="0" nodeType="afterEffect">
                                  <p:stCondLst>
                                    <p:cond delay="0"/>
                                  </p:stCondLst>
                                  <p:childTnLst>
                                    <p:set>
                                      <p:cBhvr>
                                        <p:cTn id="6" dur="1" fill="hold">
                                          <p:stCondLst>
                                            <p:cond delay="0"/>
                                          </p:stCondLst>
                                        </p:cTn>
                                        <p:tgtEl>
                                          <p:spTgt spid="6146"/>
                                        </p:tgtEl>
                                        <p:attrNameLst>
                                          <p:attrName>style.visibility</p:attrName>
                                        </p:attrNameLst>
                                      </p:cBhvr>
                                      <p:to>
                                        <p:strVal val="visible"/>
                                      </p:to>
                                    </p:set>
                                    <p:animEffect transition="in" filter="fade">
                                      <p:cBhvr>
                                        <p:cTn id="7" dur="2000"/>
                                        <p:tgtEl>
                                          <p:spTgt spid="6146"/>
                                        </p:tgtEl>
                                      </p:cBhvr>
                                    </p:animEffect>
                                    <p:anim calcmode="lin" valueType="num">
                                      <p:cBhvr>
                                        <p:cTn id="8" dur="2000" fill="hold"/>
                                        <p:tgtEl>
                                          <p:spTgt spid="6146"/>
                                        </p:tgtEl>
                                        <p:attrNameLst>
                                          <p:attrName>ppt_w</p:attrName>
                                        </p:attrNameLst>
                                      </p:cBhvr>
                                      <p:tavLst>
                                        <p:tav tm="0" fmla="#ppt_w*sin(2.5*pi*$)">
                                          <p:val>
                                            <p:fltVal val="0"/>
                                          </p:val>
                                        </p:tav>
                                        <p:tav tm="100000">
                                          <p:val>
                                            <p:fltVal val="1"/>
                                          </p:val>
                                        </p:tav>
                                      </p:tavLst>
                                    </p:anim>
                                    <p:anim calcmode="lin" valueType="num">
                                      <p:cBhvr>
                                        <p:cTn id="9" dur="2000" fill="hold"/>
                                        <p:tgtEl>
                                          <p:spTgt spid="6146"/>
                                        </p:tgtEl>
                                        <p:attrNameLst>
                                          <p:attrName>ppt_h</p:attrName>
                                        </p:attrNameLst>
                                      </p:cBhvr>
                                      <p:tavLst>
                                        <p:tav tm="0">
                                          <p:val>
                                            <p:strVal val="#ppt_h"/>
                                          </p:val>
                                        </p:tav>
                                        <p:tav tm="100000">
                                          <p:val>
                                            <p:strVal val="#ppt_h"/>
                                          </p:val>
                                        </p:tav>
                                      </p:tavLst>
                                    </p:anim>
                                  </p:childTnLst>
                                </p:cTn>
                              </p:par>
                            </p:childTnLst>
                          </p:cTn>
                        </p:par>
                      </p:childTnLst>
                    </p:cTn>
                  </p:par>
                  <p:par>
                    <p:cTn id="10" fill="hold">
                      <p:stCondLst>
                        <p:cond delay="indefinite"/>
                      </p:stCondLst>
                      <p:childTnLst>
                        <p:par>
                          <p:cTn id="11" fill="hold">
                            <p:stCondLst>
                              <p:cond delay="0"/>
                            </p:stCondLst>
                            <p:childTnLst>
                              <p:par>
                                <p:cTn id="12" presetID="26" presetClass="entr" presetSubtype="0" fill="hold" grpId="0" nodeType="clickEffect">
                                  <p:stCondLst>
                                    <p:cond delay="0"/>
                                  </p:stCondLst>
                                  <p:childTnLst>
                                    <p:set>
                                      <p:cBhvr>
                                        <p:cTn id="13" dur="1" fill="hold">
                                          <p:stCondLst>
                                            <p:cond delay="0"/>
                                          </p:stCondLst>
                                        </p:cTn>
                                        <p:tgtEl>
                                          <p:spTgt spid="6147">
                                            <p:txEl>
                                              <p:pRg st="0" end="0"/>
                                            </p:txEl>
                                          </p:spTgt>
                                        </p:tgtEl>
                                        <p:attrNameLst>
                                          <p:attrName>style.visibility</p:attrName>
                                        </p:attrNameLst>
                                      </p:cBhvr>
                                      <p:to>
                                        <p:strVal val="visible"/>
                                      </p:to>
                                    </p:set>
                                    <p:animEffect transition="in" filter="wipe(down)">
                                      <p:cBhvr>
                                        <p:cTn id="14" dur="580">
                                          <p:stCondLst>
                                            <p:cond delay="0"/>
                                          </p:stCondLst>
                                        </p:cTn>
                                        <p:tgtEl>
                                          <p:spTgt spid="6147">
                                            <p:txEl>
                                              <p:pRg st="0" end="0"/>
                                            </p:txEl>
                                          </p:spTgt>
                                        </p:tgtEl>
                                      </p:cBhvr>
                                    </p:animEffect>
                                    <p:anim calcmode="lin" valueType="num">
                                      <p:cBhvr>
                                        <p:cTn id="15" dur="1822" tmFilter="0,0; 0.14,0.36; 0.43,0.73; 0.71,0.91; 1.0,1.0">
                                          <p:stCondLst>
                                            <p:cond delay="0"/>
                                          </p:stCondLst>
                                        </p:cTn>
                                        <p:tgtEl>
                                          <p:spTgt spid="6147">
                                            <p:txEl>
                                              <p:pRg st="0" end="0"/>
                                            </p:txEl>
                                          </p:spTgt>
                                        </p:tgtEl>
                                        <p:attrNameLst>
                                          <p:attrName>ppt_x</p:attrName>
                                        </p:attrNameLst>
                                      </p:cBhvr>
                                      <p:tavLst>
                                        <p:tav tm="0">
                                          <p:val>
                                            <p:strVal val="#ppt_x-0.25"/>
                                          </p:val>
                                        </p:tav>
                                        <p:tav tm="100000">
                                          <p:val>
                                            <p:strVal val="#ppt_x"/>
                                          </p:val>
                                        </p:tav>
                                      </p:tavLst>
                                    </p:anim>
                                    <p:anim calcmode="lin" valueType="num">
                                      <p:cBhvr>
                                        <p:cTn id="16" dur="664" tmFilter="0.0,0.0; 0.25,0.07; 0.50,0.2; 0.75,0.467; 1.0,1.0">
                                          <p:stCondLst>
                                            <p:cond delay="0"/>
                                          </p:stCondLst>
                                        </p:cTn>
                                        <p:tgtEl>
                                          <p:spTgt spid="6147">
                                            <p:txEl>
                                              <p:pRg st="0" end="0"/>
                                            </p:txEl>
                                          </p:spTgt>
                                        </p:tgtEl>
                                        <p:attrNameLst>
                                          <p:attrName>ppt_y</p:attrName>
                                        </p:attrNameLst>
                                      </p:cBhvr>
                                      <p:tavLst>
                                        <p:tav tm="0" fmla="#ppt_y-sin(pi*$)/3">
                                          <p:val>
                                            <p:fltVal val="0.5"/>
                                          </p:val>
                                        </p:tav>
                                        <p:tav tm="100000">
                                          <p:val>
                                            <p:fltVal val="1"/>
                                          </p:val>
                                        </p:tav>
                                      </p:tavLst>
                                    </p:anim>
                                    <p:anim calcmode="lin" valueType="num">
                                      <p:cBhvr>
                                        <p:cTn id="17" dur="664" tmFilter="0, 0; 0.125,0.2665; 0.25,0.4; 0.375,0.465; 0.5,0.5;  0.625,0.535; 0.75,0.6; 0.875,0.7335; 1,1">
                                          <p:stCondLst>
                                            <p:cond delay="664"/>
                                          </p:stCondLst>
                                        </p:cTn>
                                        <p:tgtEl>
                                          <p:spTgt spid="6147">
                                            <p:txEl>
                                              <p:pRg st="0" end="0"/>
                                            </p:txEl>
                                          </p:spTgt>
                                        </p:tgtEl>
                                        <p:attrNameLst>
                                          <p:attrName>ppt_y</p:attrName>
                                        </p:attrNameLst>
                                      </p:cBhvr>
                                      <p:tavLst>
                                        <p:tav tm="0" fmla="#ppt_y-sin(pi*$)/9">
                                          <p:val>
                                            <p:fltVal val="0"/>
                                          </p:val>
                                        </p:tav>
                                        <p:tav tm="100000">
                                          <p:val>
                                            <p:fltVal val="1"/>
                                          </p:val>
                                        </p:tav>
                                      </p:tavLst>
                                    </p:anim>
                                    <p:anim calcmode="lin" valueType="num">
                                      <p:cBhvr>
                                        <p:cTn id="18" dur="332" tmFilter="0, 0; 0.125,0.2665; 0.25,0.4; 0.375,0.465; 0.5,0.5;  0.625,0.535; 0.75,0.6; 0.875,0.7335; 1,1">
                                          <p:stCondLst>
                                            <p:cond delay="1324"/>
                                          </p:stCondLst>
                                        </p:cTn>
                                        <p:tgtEl>
                                          <p:spTgt spid="6147">
                                            <p:txEl>
                                              <p:pRg st="0" end="0"/>
                                            </p:txEl>
                                          </p:spTgt>
                                        </p:tgtEl>
                                        <p:attrNameLst>
                                          <p:attrName>ppt_y</p:attrName>
                                        </p:attrNameLst>
                                      </p:cBhvr>
                                      <p:tavLst>
                                        <p:tav tm="0" fmla="#ppt_y-sin(pi*$)/27">
                                          <p:val>
                                            <p:fltVal val="0"/>
                                          </p:val>
                                        </p:tav>
                                        <p:tav tm="100000">
                                          <p:val>
                                            <p:fltVal val="1"/>
                                          </p:val>
                                        </p:tav>
                                      </p:tavLst>
                                    </p:anim>
                                    <p:anim calcmode="lin" valueType="num">
                                      <p:cBhvr>
                                        <p:cTn id="19" dur="164" tmFilter="0, 0; 0.125,0.2665; 0.25,0.4; 0.375,0.465; 0.5,0.5;  0.625,0.535; 0.75,0.6; 0.875,0.7335; 1,1">
                                          <p:stCondLst>
                                            <p:cond delay="1656"/>
                                          </p:stCondLst>
                                        </p:cTn>
                                        <p:tgtEl>
                                          <p:spTgt spid="6147">
                                            <p:txEl>
                                              <p:pRg st="0" end="0"/>
                                            </p:txEl>
                                          </p:spTgt>
                                        </p:tgtEl>
                                        <p:attrNameLst>
                                          <p:attrName>ppt_y</p:attrName>
                                        </p:attrNameLst>
                                      </p:cBhvr>
                                      <p:tavLst>
                                        <p:tav tm="0" fmla="#ppt_y-sin(pi*$)/81">
                                          <p:val>
                                            <p:fltVal val="0"/>
                                          </p:val>
                                        </p:tav>
                                        <p:tav tm="100000">
                                          <p:val>
                                            <p:fltVal val="1"/>
                                          </p:val>
                                        </p:tav>
                                      </p:tavLst>
                                    </p:anim>
                                    <p:animScale>
                                      <p:cBhvr>
                                        <p:cTn id="20" dur="26">
                                          <p:stCondLst>
                                            <p:cond delay="650"/>
                                          </p:stCondLst>
                                        </p:cTn>
                                        <p:tgtEl>
                                          <p:spTgt spid="6147">
                                            <p:txEl>
                                              <p:pRg st="0" end="0"/>
                                            </p:txEl>
                                          </p:spTgt>
                                        </p:tgtEl>
                                      </p:cBhvr>
                                      <p:to x="100000" y="60000"/>
                                    </p:animScale>
                                    <p:animScale>
                                      <p:cBhvr>
                                        <p:cTn id="21" dur="166" decel="50000">
                                          <p:stCondLst>
                                            <p:cond delay="676"/>
                                          </p:stCondLst>
                                        </p:cTn>
                                        <p:tgtEl>
                                          <p:spTgt spid="6147">
                                            <p:txEl>
                                              <p:pRg st="0" end="0"/>
                                            </p:txEl>
                                          </p:spTgt>
                                        </p:tgtEl>
                                      </p:cBhvr>
                                      <p:to x="100000" y="100000"/>
                                    </p:animScale>
                                    <p:animScale>
                                      <p:cBhvr>
                                        <p:cTn id="22" dur="26">
                                          <p:stCondLst>
                                            <p:cond delay="1312"/>
                                          </p:stCondLst>
                                        </p:cTn>
                                        <p:tgtEl>
                                          <p:spTgt spid="6147">
                                            <p:txEl>
                                              <p:pRg st="0" end="0"/>
                                            </p:txEl>
                                          </p:spTgt>
                                        </p:tgtEl>
                                      </p:cBhvr>
                                      <p:to x="100000" y="80000"/>
                                    </p:animScale>
                                    <p:animScale>
                                      <p:cBhvr>
                                        <p:cTn id="23" dur="166" decel="50000">
                                          <p:stCondLst>
                                            <p:cond delay="1338"/>
                                          </p:stCondLst>
                                        </p:cTn>
                                        <p:tgtEl>
                                          <p:spTgt spid="6147">
                                            <p:txEl>
                                              <p:pRg st="0" end="0"/>
                                            </p:txEl>
                                          </p:spTgt>
                                        </p:tgtEl>
                                      </p:cBhvr>
                                      <p:to x="100000" y="100000"/>
                                    </p:animScale>
                                    <p:animScale>
                                      <p:cBhvr>
                                        <p:cTn id="24" dur="26">
                                          <p:stCondLst>
                                            <p:cond delay="1642"/>
                                          </p:stCondLst>
                                        </p:cTn>
                                        <p:tgtEl>
                                          <p:spTgt spid="6147">
                                            <p:txEl>
                                              <p:pRg st="0" end="0"/>
                                            </p:txEl>
                                          </p:spTgt>
                                        </p:tgtEl>
                                      </p:cBhvr>
                                      <p:to x="100000" y="90000"/>
                                    </p:animScale>
                                    <p:animScale>
                                      <p:cBhvr>
                                        <p:cTn id="25" dur="166" decel="50000">
                                          <p:stCondLst>
                                            <p:cond delay="1668"/>
                                          </p:stCondLst>
                                        </p:cTn>
                                        <p:tgtEl>
                                          <p:spTgt spid="6147">
                                            <p:txEl>
                                              <p:pRg st="0" end="0"/>
                                            </p:txEl>
                                          </p:spTgt>
                                        </p:tgtEl>
                                      </p:cBhvr>
                                      <p:to x="100000" y="100000"/>
                                    </p:animScale>
                                    <p:animScale>
                                      <p:cBhvr>
                                        <p:cTn id="26" dur="26">
                                          <p:stCondLst>
                                            <p:cond delay="1808"/>
                                          </p:stCondLst>
                                        </p:cTn>
                                        <p:tgtEl>
                                          <p:spTgt spid="6147">
                                            <p:txEl>
                                              <p:pRg st="0" end="0"/>
                                            </p:txEl>
                                          </p:spTgt>
                                        </p:tgtEl>
                                      </p:cBhvr>
                                      <p:to x="100000" y="95000"/>
                                    </p:animScale>
                                    <p:animScale>
                                      <p:cBhvr>
                                        <p:cTn id="27" dur="166" decel="50000">
                                          <p:stCondLst>
                                            <p:cond delay="1834"/>
                                          </p:stCondLst>
                                        </p:cTn>
                                        <p:tgtEl>
                                          <p:spTgt spid="6147">
                                            <p:txEl>
                                              <p:pRg st="0" end="0"/>
                                            </p:txEl>
                                          </p:spTgt>
                                        </p:tgtEl>
                                      </p:cBhvr>
                                      <p:to x="100000" y="100000"/>
                                    </p:animScale>
                                  </p:childTnLst>
                                </p:cTn>
                              </p:par>
                              <p:par>
                                <p:cTn id="28" presetID="26" presetClass="entr" presetSubtype="0" fill="hold" grpId="0" nodeType="withEffect">
                                  <p:stCondLst>
                                    <p:cond delay="0"/>
                                  </p:stCondLst>
                                  <p:childTnLst>
                                    <p:set>
                                      <p:cBhvr>
                                        <p:cTn id="29" dur="1" fill="hold">
                                          <p:stCondLst>
                                            <p:cond delay="0"/>
                                          </p:stCondLst>
                                        </p:cTn>
                                        <p:tgtEl>
                                          <p:spTgt spid="6147">
                                            <p:txEl>
                                              <p:pRg st="2" end="2"/>
                                            </p:txEl>
                                          </p:spTgt>
                                        </p:tgtEl>
                                        <p:attrNameLst>
                                          <p:attrName>style.visibility</p:attrName>
                                        </p:attrNameLst>
                                      </p:cBhvr>
                                      <p:to>
                                        <p:strVal val="visible"/>
                                      </p:to>
                                    </p:set>
                                    <p:animEffect transition="in" filter="wipe(down)">
                                      <p:cBhvr>
                                        <p:cTn id="30" dur="580">
                                          <p:stCondLst>
                                            <p:cond delay="0"/>
                                          </p:stCondLst>
                                        </p:cTn>
                                        <p:tgtEl>
                                          <p:spTgt spid="6147">
                                            <p:txEl>
                                              <p:pRg st="2" end="2"/>
                                            </p:txEl>
                                          </p:spTgt>
                                        </p:tgtEl>
                                      </p:cBhvr>
                                    </p:animEffect>
                                    <p:anim calcmode="lin" valueType="num">
                                      <p:cBhvr>
                                        <p:cTn id="31" dur="1822" tmFilter="0,0; 0.14,0.36; 0.43,0.73; 0.71,0.91; 1.0,1.0">
                                          <p:stCondLst>
                                            <p:cond delay="0"/>
                                          </p:stCondLst>
                                        </p:cTn>
                                        <p:tgtEl>
                                          <p:spTgt spid="6147">
                                            <p:txEl>
                                              <p:pRg st="2" end="2"/>
                                            </p:txEl>
                                          </p:spTgt>
                                        </p:tgtEl>
                                        <p:attrNameLst>
                                          <p:attrName>ppt_x</p:attrName>
                                        </p:attrNameLst>
                                      </p:cBhvr>
                                      <p:tavLst>
                                        <p:tav tm="0">
                                          <p:val>
                                            <p:strVal val="#ppt_x-0.25"/>
                                          </p:val>
                                        </p:tav>
                                        <p:tav tm="100000">
                                          <p:val>
                                            <p:strVal val="#ppt_x"/>
                                          </p:val>
                                        </p:tav>
                                      </p:tavLst>
                                    </p:anim>
                                    <p:anim calcmode="lin" valueType="num">
                                      <p:cBhvr>
                                        <p:cTn id="32" dur="664" tmFilter="0.0,0.0; 0.25,0.07; 0.50,0.2; 0.75,0.467; 1.0,1.0">
                                          <p:stCondLst>
                                            <p:cond delay="0"/>
                                          </p:stCondLst>
                                        </p:cTn>
                                        <p:tgtEl>
                                          <p:spTgt spid="6147">
                                            <p:txEl>
                                              <p:pRg st="2" end="2"/>
                                            </p:txEl>
                                          </p:spTgt>
                                        </p:tgtEl>
                                        <p:attrNameLst>
                                          <p:attrName>ppt_y</p:attrName>
                                        </p:attrNameLst>
                                      </p:cBhvr>
                                      <p:tavLst>
                                        <p:tav tm="0" fmla="#ppt_y-sin(pi*$)/3">
                                          <p:val>
                                            <p:fltVal val="0.5"/>
                                          </p:val>
                                        </p:tav>
                                        <p:tav tm="100000">
                                          <p:val>
                                            <p:fltVal val="1"/>
                                          </p:val>
                                        </p:tav>
                                      </p:tavLst>
                                    </p:anim>
                                    <p:anim calcmode="lin" valueType="num">
                                      <p:cBhvr>
                                        <p:cTn id="33" dur="664" tmFilter="0, 0; 0.125,0.2665; 0.25,0.4; 0.375,0.465; 0.5,0.5;  0.625,0.535; 0.75,0.6; 0.875,0.7335; 1,1">
                                          <p:stCondLst>
                                            <p:cond delay="664"/>
                                          </p:stCondLst>
                                        </p:cTn>
                                        <p:tgtEl>
                                          <p:spTgt spid="6147">
                                            <p:txEl>
                                              <p:pRg st="2" end="2"/>
                                            </p:txEl>
                                          </p:spTgt>
                                        </p:tgtEl>
                                        <p:attrNameLst>
                                          <p:attrName>ppt_y</p:attrName>
                                        </p:attrNameLst>
                                      </p:cBhvr>
                                      <p:tavLst>
                                        <p:tav tm="0" fmla="#ppt_y-sin(pi*$)/9">
                                          <p:val>
                                            <p:fltVal val="0"/>
                                          </p:val>
                                        </p:tav>
                                        <p:tav tm="100000">
                                          <p:val>
                                            <p:fltVal val="1"/>
                                          </p:val>
                                        </p:tav>
                                      </p:tavLst>
                                    </p:anim>
                                    <p:anim calcmode="lin" valueType="num">
                                      <p:cBhvr>
                                        <p:cTn id="34" dur="332" tmFilter="0, 0; 0.125,0.2665; 0.25,0.4; 0.375,0.465; 0.5,0.5;  0.625,0.535; 0.75,0.6; 0.875,0.7335; 1,1">
                                          <p:stCondLst>
                                            <p:cond delay="1324"/>
                                          </p:stCondLst>
                                        </p:cTn>
                                        <p:tgtEl>
                                          <p:spTgt spid="6147">
                                            <p:txEl>
                                              <p:pRg st="2" end="2"/>
                                            </p:txEl>
                                          </p:spTgt>
                                        </p:tgtEl>
                                        <p:attrNameLst>
                                          <p:attrName>ppt_y</p:attrName>
                                        </p:attrNameLst>
                                      </p:cBhvr>
                                      <p:tavLst>
                                        <p:tav tm="0" fmla="#ppt_y-sin(pi*$)/27">
                                          <p:val>
                                            <p:fltVal val="0"/>
                                          </p:val>
                                        </p:tav>
                                        <p:tav tm="100000">
                                          <p:val>
                                            <p:fltVal val="1"/>
                                          </p:val>
                                        </p:tav>
                                      </p:tavLst>
                                    </p:anim>
                                    <p:anim calcmode="lin" valueType="num">
                                      <p:cBhvr>
                                        <p:cTn id="35" dur="164" tmFilter="0, 0; 0.125,0.2665; 0.25,0.4; 0.375,0.465; 0.5,0.5;  0.625,0.535; 0.75,0.6; 0.875,0.7335; 1,1">
                                          <p:stCondLst>
                                            <p:cond delay="1656"/>
                                          </p:stCondLst>
                                        </p:cTn>
                                        <p:tgtEl>
                                          <p:spTgt spid="6147">
                                            <p:txEl>
                                              <p:pRg st="2" end="2"/>
                                            </p:txEl>
                                          </p:spTgt>
                                        </p:tgtEl>
                                        <p:attrNameLst>
                                          <p:attrName>ppt_y</p:attrName>
                                        </p:attrNameLst>
                                      </p:cBhvr>
                                      <p:tavLst>
                                        <p:tav tm="0" fmla="#ppt_y-sin(pi*$)/81">
                                          <p:val>
                                            <p:fltVal val="0"/>
                                          </p:val>
                                        </p:tav>
                                        <p:tav tm="100000">
                                          <p:val>
                                            <p:fltVal val="1"/>
                                          </p:val>
                                        </p:tav>
                                      </p:tavLst>
                                    </p:anim>
                                    <p:animScale>
                                      <p:cBhvr>
                                        <p:cTn id="36" dur="26">
                                          <p:stCondLst>
                                            <p:cond delay="650"/>
                                          </p:stCondLst>
                                        </p:cTn>
                                        <p:tgtEl>
                                          <p:spTgt spid="6147">
                                            <p:txEl>
                                              <p:pRg st="2" end="2"/>
                                            </p:txEl>
                                          </p:spTgt>
                                        </p:tgtEl>
                                      </p:cBhvr>
                                      <p:to x="100000" y="60000"/>
                                    </p:animScale>
                                    <p:animScale>
                                      <p:cBhvr>
                                        <p:cTn id="37" dur="166" decel="50000">
                                          <p:stCondLst>
                                            <p:cond delay="676"/>
                                          </p:stCondLst>
                                        </p:cTn>
                                        <p:tgtEl>
                                          <p:spTgt spid="6147">
                                            <p:txEl>
                                              <p:pRg st="2" end="2"/>
                                            </p:txEl>
                                          </p:spTgt>
                                        </p:tgtEl>
                                      </p:cBhvr>
                                      <p:to x="100000" y="100000"/>
                                    </p:animScale>
                                    <p:animScale>
                                      <p:cBhvr>
                                        <p:cTn id="38" dur="26">
                                          <p:stCondLst>
                                            <p:cond delay="1312"/>
                                          </p:stCondLst>
                                        </p:cTn>
                                        <p:tgtEl>
                                          <p:spTgt spid="6147">
                                            <p:txEl>
                                              <p:pRg st="2" end="2"/>
                                            </p:txEl>
                                          </p:spTgt>
                                        </p:tgtEl>
                                      </p:cBhvr>
                                      <p:to x="100000" y="80000"/>
                                    </p:animScale>
                                    <p:animScale>
                                      <p:cBhvr>
                                        <p:cTn id="39" dur="166" decel="50000">
                                          <p:stCondLst>
                                            <p:cond delay="1338"/>
                                          </p:stCondLst>
                                        </p:cTn>
                                        <p:tgtEl>
                                          <p:spTgt spid="6147">
                                            <p:txEl>
                                              <p:pRg st="2" end="2"/>
                                            </p:txEl>
                                          </p:spTgt>
                                        </p:tgtEl>
                                      </p:cBhvr>
                                      <p:to x="100000" y="100000"/>
                                    </p:animScale>
                                    <p:animScale>
                                      <p:cBhvr>
                                        <p:cTn id="40" dur="26">
                                          <p:stCondLst>
                                            <p:cond delay="1642"/>
                                          </p:stCondLst>
                                        </p:cTn>
                                        <p:tgtEl>
                                          <p:spTgt spid="6147">
                                            <p:txEl>
                                              <p:pRg st="2" end="2"/>
                                            </p:txEl>
                                          </p:spTgt>
                                        </p:tgtEl>
                                      </p:cBhvr>
                                      <p:to x="100000" y="90000"/>
                                    </p:animScale>
                                    <p:animScale>
                                      <p:cBhvr>
                                        <p:cTn id="41" dur="166" decel="50000">
                                          <p:stCondLst>
                                            <p:cond delay="1668"/>
                                          </p:stCondLst>
                                        </p:cTn>
                                        <p:tgtEl>
                                          <p:spTgt spid="6147">
                                            <p:txEl>
                                              <p:pRg st="2" end="2"/>
                                            </p:txEl>
                                          </p:spTgt>
                                        </p:tgtEl>
                                      </p:cBhvr>
                                      <p:to x="100000" y="100000"/>
                                    </p:animScale>
                                    <p:animScale>
                                      <p:cBhvr>
                                        <p:cTn id="42" dur="26">
                                          <p:stCondLst>
                                            <p:cond delay="1808"/>
                                          </p:stCondLst>
                                        </p:cTn>
                                        <p:tgtEl>
                                          <p:spTgt spid="6147">
                                            <p:txEl>
                                              <p:pRg st="2" end="2"/>
                                            </p:txEl>
                                          </p:spTgt>
                                        </p:tgtEl>
                                      </p:cBhvr>
                                      <p:to x="100000" y="95000"/>
                                    </p:animScale>
                                    <p:animScale>
                                      <p:cBhvr>
                                        <p:cTn id="43" dur="166" decel="50000">
                                          <p:stCondLst>
                                            <p:cond delay="1834"/>
                                          </p:stCondLst>
                                        </p:cTn>
                                        <p:tgtEl>
                                          <p:spTgt spid="6147">
                                            <p:txEl>
                                              <p:pRg st="2" end="2"/>
                                            </p:txEl>
                                          </p:spTgt>
                                        </p:tgtEl>
                                      </p:cBhvr>
                                      <p:to x="100000" y="100000"/>
                                    </p:animScale>
                                  </p:childTnLst>
                                </p:cTn>
                              </p:par>
                              <p:par>
                                <p:cTn id="44" presetID="26" presetClass="entr" presetSubtype="0" fill="hold" grpId="0" nodeType="withEffect">
                                  <p:stCondLst>
                                    <p:cond delay="0"/>
                                  </p:stCondLst>
                                  <p:childTnLst>
                                    <p:set>
                                      <p:cBhvr>
                                        <p:cTn id="45" dur="1" fill="hold">
                                          <p:stCondLst>
                                            <p:cond delay="0"/>
                                          </p:stCondLst>
                                        </p:cTn>
                                        <p:tgtEl>
                                          <p:spTgt spid="6147">
                                            <p:txEl>
                                              <p:pRg st="3" end="3"/>
                                            </p:txEl>
                                          </p:spTgt>
                                        </p:tgtEl>
                                        <p:attrNameLst>
                                          <p:attrName>style.visibility</p:attrName>
                                        </p:attrNameLst>
                                      </p:cBhvr>
                                      <p:to>
                                        <p:strVal val="visible"/>
                                      </p:to>
                                    </p:set>
                                    <p:animEffect transition="in" filter="wipe(down)">
                                      <p:cBhvr>
                                        <p:cTn id="46" dur="580">
                                          <p:stCondLst>
                                            <p:cond delay="0"/>
                                          </p:stCondLst>
                                        </p:cTn>
                                        <p:tgtEl>
                                          <p:spTgt spid="6147">
                                            <p:txEl>
                                              <p:pRg st="3" end="3"/>
                                            </p:txEl>
                                          </p:spTgt>
                                        </p:tgtEl>
                                      </p:cBhvr>
                                    </p:animEffect>
                                    <p:anim calcmode="lin" valueType="num">
                                      <p:cBhvr>
                                        <p:cTn id="47" dur="1822" tmFilter="0,0; 0.14,0.36; 0.43,0.73; 0.71,0.91; 1.0,1.0">
                                          <p:stCondLst>
                                            <p:cond delay="0"/>
                                          </p:stCondLst>
                                        </p:cTn>
                                        <p:tgtEl>
                                          <p:spTgt spid="6147">
                                            <p:txEl>
                                              <p:pRg st="3" end="3"/>
                                            </p:txEl>
                                          </p:spTgt>
                                        </p:tgtEl>
                                        <p:attrNameLst>
                                          <p:attrName>ppt_x</p:attrName>
                                        </p:attrNameLst>
                                      </p:cBhvr>
                                      <p:tavLst>
                                        <p:tav tm="0">
                                          <p:val>
                                            <p:strVal val="#ppt_x-0.25"/>
                                          </p:val>
                                        </p:tav>
                                        <p:tav tm="100000">
                                          <p:val>
                                            <p:strVal val="#ppt_x"/>
                                          </p:val>
                                        </p:tav>
                                      </p:tavLst>
                                    </p:anim>
                                    <p:anim calcmode="lin" valueType="num">
                                      <p:cBhvr>
                                        <p:cTn id="48" dur="664" tmFilter="0.0,0.0; 0.25,0.07; 0.50,0.2; 0.75,0.467; 1.0,1.0">
                                          <p:stCondLst>
                                            <p:cond delay="0"/>
                                          </p:stCondLst>
                                        </p:cTn>
                                        <p:tgtEl>
                                          <p:spTgt spid="6147">
                                            <p:txEl>
                                              <p:pRg st="3" end="3"/>
                                            </p:txEl>
                                          </p:spTgt>
                                        </p:tgtEl>
                                        <p:attrNameLst>
                                          <p:attrName>ppt_y</p:attrName>
                                        </p:attrNameLst>
                                      </p:cBhvr>
                                      <p:tavLst>
                                        <p:tav tm="0" fmla="#ppt_y-sin(pi*$)/3">
                                          <p:val>
                                            <p:fltVal val="0.5"/>
                                          </p:val>
                                        </p:tav>
                                        <p:tav tm="100000">
                                          <p:val>
                                            <p:fltVal val="1"/>
                                          </p:val>
                                        </p:tav>
                                      </p:tavLst>
                                    </p:anim>
                                    <p:anim calcmode="lin" valueType="num">
                                      <p:cBhvr>
                                        <p:cTn id="49" dur="664" tmFilter="0, 0; 0.125,0.2665; 0.25,0.4; 0.375,0.465; 0.5,0.5;  0.625,0.535; 0.75,0.6; 0.875,0.7335; 1,1">
                                          <p:stCondLst>
                                            <p:cond delay="664"/>
                                          </p:stCondLst>
                                        </p:cTn>
                                        <p:tgtEl>
                                          <p:spTgt spid="6147">
                                            <p:txEl>
                                              <p:pRg st="3" end="3"/>
                                            </p:txEl>
                                          </p:spTgt>
                                        </p:tgtEl>
                                        <p:attrNameLst>
                                          <p:attrName>ppt_y</p:attrName>
                                        </p:attrNameLst>
                                      </p:cBhvr>
                                      <p:tavLst>
                                        <p:tav tm="0" fmla="#ppt_y-sin(pi*$)/9">
                                          <p:val>
                                            <p:fltVal val="0"/>
                                          </p:val>
                                        </p:tav>
                                        <p:tav tm="100000">
                                          <p:val>
                                            <p:fltVal val="1"/>
                                          </p:val>
                                        </p:tav>
                                      </p:tavLst>
                                    </p:anim>
                                    <p:anim calcmode="lin" valueType="num">
                                      <p:cBhvr>
                                        <p:cTn id="50" dur="332" tmFilter="0, 0; 0.125,0.2665; 0.25,0.4; 0.375,0.465; 0.5,0.5;  0.625,0.535; 0.75,0.6; 0.875,0.7335; 1,1">
                                          <p:stCondLst>
                                            <p:cond delay="1324"/>
                                          </p:stCondLst>
                                        </p:cTn>
                                        <p:tgtEl>
                                          <p:spTgt spid="6147">
                                            <p:txEl>
                                              <p:pRg st="3" end="3"/>
                                            </p:txEl>
                                          </p:spTgt>
                                        </p:tgtEl>
                                        <p:attrNameLst>
                                          <p:attrName>ppt_y</p:attrName>
                                        </p:attrNameLst>
                                      </p:cBhvr>
                                      <p:tavLst>
                                        <p:tav tm="0" fmla="#ppt_y-sin(pi*$)/27">
                                          <p:val>
                                            <p:fltVal val="0"/>
                                          </p:val>
                                        </p:tav>
                                        <p:tav tm="100000">
                                          <p:val>
                                            <p:fltVal val="1"/>
                                          </p:val>
                                        </p:tav>
                                      </p:tavLst>
                                    </p:anim>
                                    <p:anim calcmode="lin" valueType="num">
                                      <p:cBhvr>
                                        <p:cTn id="51" dur="164" tmFilter="0, 0; 0.125,0.2665; 0.25,0.4; 0.375,0.465; 0.5,0.5;  0.625,0.535; 0.75,0.6; 0.875,0.7335; 1,1">
                                          <p:stCondLst>
                                            <p:cond delay="1656"/>
                                          </p:stCondLst>
                                        </p:cTn>
                                        <p:tgtEl>
                                          <p:spTgt spid="6147">
                                            <p:txEl>
                                              <p:pRg st="3" end="3"/>
                                            </p:txEl>
                                          </p:spTgt>
                                        </p:tgtEl>
                                        <p:attrNameLst>
                                          <p:attrName>ppt_y</p:attrName>
                                        </p:attrNameLst>
                                      </p:cBhvr>
                                      <p:tavLst>
                                        <p:tav tm="0" fmla="#ppt_y-sin(pi*$)/81">
                                          <p:val>
                                            <p:fltVal val="0"/>
                                          </p:val>
                                        </p:tav>
                                        <p:tav tm="100000">
                                          <p:val>
                                            <p:fltVal val="1"/>
                                          </p:val>
                                        </p:tav>
                                      </p:tavLst>
                                    </p:anim>
                                    <p:animScale>
                                      <p:cBhvr>
                                        <p:cTn id="52" dur="26">
                                          <p:stCondLst>
                                            <p:cond delay="650"/>
                                          </p:stCondLst>
                                        </p:cTn>
                                        <p:tgtEl>
                                          <p:spTgt spid="6147">
                                            <p:txEl>
                                              <p:pRg st="3" end="3"/>
                                            </p:txEl>
                                          </p:spTgt>
                                        </p:tgtEl>
                                      </p:cBhvr>
                                      <p:to x="100000" y="60000"/>
                                    </p:animScale>
                                    <p:animScale>
                                      <p:cBhvr>
                                        <p:cTn id="53" dur="166" decel="50000">
                                          <p:stCondLst>
                                            <p:cond delay="676"/>
                                          </p:stCondLst>
                                        </p:cTn>
                                        <p:tgtEl>
                                          <p:spTgt spid="6147">
                                            <p:txEl>
                                              <p:pRg st="3" end="3"/>
                                            </p:txEl>
                                          </p:spTgt>
                                        </p:tgtEl>
                                      </p:cBhvr>
                                      <p:to x="100000" y="100000"/>
                                    </p:animScale>
                                    <p:animScale>
                                      <p:cBhvr>
                                        <p:cTn id="54" dur="26">
                                          <p:stCondLst>
                                            <p:cond delay="1312"/>
                                          </p:stCondLst>
                                        </p:cTn>
                                        <p:tgtEl>
                                          <p:spTgt spid="6147">
                                            <p:txEl>
                                              <p:pRg st="3" end="3"/>
                                            </p:txEl>
                                          </p:spTgt>
                                        </p:tgtEl>
                                      </p:cBhvr>
                                      <p:to x="100000" y="80000"/>
                                    </p:animScale>
                                    <p:animScale>
                                      <p:cBhvr>
                                        <p:cTn id="55" dur="166" decel="50000">
                                          <p:stCondLst>
                                            <p:cond delay="1338"/>
                                          </p:stCondLst>
                                        </p:cTn>
                                        <p:tgtEl>
                                          <p:spTgt spid="6147">
                                            <p:txEl>
                                              <p:pRg st="3" end="3"/>
                                            </p:txEl>
                                          </p:spTgt>
                                        </p:tgtEl>
                                      </p:cBhvr>
                                      <p:to x="100000" y="100000"/>
                                    </p:animScale>
                                    <p:animScale>
                                      <p:cBhvr>
                                        <p:cTn id="56" dur="26">
                                          <p:stCondLst>
                                            <p:cond delay="1642"/>
                                          </p:stCondLst>
                                        </p:cTn>
                                        <p:tgtEl>
                                          <p:spTgt spid="6147">
                                            <p:txEl>
                                              <p:pRg st="3" end="3"/>
                                            </p:txEl>
                                          </p:spTgt>
                                        </p:tgtEl>
                                      </p:cBhvr>
                                      <p:to x="100000" y="90000"/>
                                    </p:animScale>
                                    <p:animScale>
                                      <p:cBhvr>
                                        <p:cTn id="57" dur="166" decel="50000">
                                          <p:stCondLst>
                                            <p:cond delay="1668"/>
                                          </p:stCondLst>
                                        </p:cTn>
                                        <p:tgtEl>
                                          <p:spTgt spid="6147">
                                            <p:txEl>
                                              <p:pRg st="3" end="3"/>
                                            </p:txEl>
                                          </p:spTgt>
                                        </p:tgtEl>
                                      </p:cBhvr>
                                      <p:to x="100000" y="100000"/>
                                    </p:animScale>
                                    <p:animScale>
                                      <p:cBhvr>
                                        <p:cTn id="58" dur="26">
                                          <p:stCondLst>
                                            <p:cond delay="1808"/>
                                          </p:stCondLst>
                                        </p:cTn>
                                        <p:tgtEl>
                                          <p:spTgt spid="6147">
                                            <p:txEl>
                                              <p:pRg st="3" end="3"/>
                                            </p:txEl>
                                          </p:spTgt>
                                        </p:tgtEl>
                                      </p:cBhvr>
                                      <p:to x="100000" y="95000"/>
                                    </p:animScale>
                                    <p:animScale>
                                      <p:cBhvr>
                                        <p:cTn id="59" dur="166" decel="50000">
                                          <p:stCondLst>
                                            <p:cond delay="1834"/>
                                          </p:stCondLst>
                                        </p:cTn>
                                        <p:tgtEl>
                                          <p:spTgt spid="6147">
                                            <p:txEl>
                                              <p:pRg st="3" end="3"/>
                                            </p:txEl>
                                          </p:spTgt>
                                        </p:tgtEl>
                                      </p:cBhvr>
                                      <p:to x="100000" y="100000"/>
                                    </p:animScale>
                                  </p:childTnLst>
                                </p:cTn>
                              </p:par>
                              <p:par>
                                <p:cTn id="60" presetID="26" presetClass="entr" presetSubtype="0" fill="hold" grpId="0" nodeType="withEffect">
                                  <p:stCondLst>
                                    <p:cond delay="0"/>
                                  </p:stCondLst>
                                  <p:childTnLst>
                                    <p:set>
                                      <p:cBhvr>
                                        <p:cTn id="61" dur="1" fill="hold">
                                          <p:stCondLst>
                                            <p:cond delay="0"/>
                                          </p:stCondLst>
                                        </p:cTn>
                                        <p:tgtEl>
                                          <p:spTgt spid="6147">
                                            <p:txEl>
                                              <p:pRg st="4" end="4"/>
                                            </p:txEl>
                                          </p:spTgt>
                                        </p:tgtEl>
                                        <p:attrNameLst>
                                          <p:attrName>style.visibility</p:attrName>
                                        </p:attrNameLst>
                                      </p:cBhvr>
                                      <p:to>
                                        <p:strVal val="visible"/>
                                      </p:to>
                                    </p:set>
                                    <p:animEffect transition="in" filter="wipe(down)">
                                      <p:cBhvr>
                                        <p:cTn id="62" dur="580">
                                          <p:stCondLst>
                                            <p:cond delay="0"/>
                                          </p:stCondLst>
                                        </p:cTn>
                                        <p:tgtEl>
                                          <p:spTgt spid="6147">
                                            <p:txEl>
                                              <p:pRg st="4" end="4"/>
                                            </p:txEl>
                                          </p:spTgt>
                                        </p:tgtEl>
                                      </p:cBhvr>
                                    </p:animEffect>
                                    <p:anim calcmode="lin" valueType="num">
                                      <p:cBhvr>
                                        <p:cTn id="63" dur="1822" tmFilter="0,0; 0.14,0.36; 0.43,0.73; 0.71,0.91; 1.0,1.0">
                                          <p:stCondLst>
                                            <p:cond delay="0"/>
                                          </p:stCondLst>
                                        </p:cTn>
                                        <p:tgtEl>
                                          <p:spTgt spid="6147">
                                            <p:txEl>
                                              <p:pRg st="4" end="4"/>
                                            </p:txEl>
                                          </p:spTgt>
                                        </p:tgtEl>
                                        <p:attrNameLst>
                                          <p:attrName>ppt_x</p:attrName>
                                        </p:attrNameLst>
                                      </p:cBhvr>
                                      <p:tavLst>
                                        <p:tav tm="0">
                                          <p:val>
                                            <p:strVal val="#ppt_x-0.25"/>
                                          </p:val>
                                        </p:tav>
                                        <p:tav tm="100000">
                                          <p:val>
                                            <p:strVal val="#ppt_x"/>
                                          </p:val>
                                        </p:tav>
                                      </p:tavLst>
                                    </p:anim>
                                    <p:anim calcmode="lin" valueType="num">
                                      <p:cBhvr>
                                        <p:cTn id="64" dur="664" tmFilter="0.0,0.0; 0.25,0.07; 0.50,0.2; 0.75,0.467; 1.0,1.0">
                                          <p:stCondLst>
                                            <p:cond delay="0"/>
                                          </p:stCondLst>
                                        </p:cTn>
                                        <p:tgtEl>
                                          <p:spTgt spid="6147">
                                            <p:txEl>
                                              <p:pRg st="4" end="4"/>
                                            </p:txEl>
                                          </p:spTgt>
                                        </p:tgtEl>
                                        <p:attrNameLst>
                                          <p:attrName>ppt_y</p:attrName>
                                        </p:attrNameLst>
                                      </p:cBhvr>
                                      <p:tavLst>
                                        <p:tav tm="0" fmla="#ppt_y-sin(pi*$)/3">
                                          <p:val>
                                            <p:fltVal val="0.5"/>
                                          </p:val>
                                        </p:tav>
                                        <p:tav tm="100000">
                                          <p:val>
                                            <p:fltVal val="1"/>
                                          </p:val>
                                        </p:tav>
                                      </p:tavLst>
                                    </p:anim>
                                    <p:anim calcmode="lin" valueType="num">
                                      <p:cBhvr>
                                        <p:cTn id="65" dur="664" tmFilter="0, 0; 0.125,0.2665; 0.25,0.4; 0.375,0.465; 0.5,0.5;  0.625,0.535; 0.75,0.6; 0.875,0.7335; 1,1">
                                          <p:stCondLst>
                                            <p:cond delay="664"/>
                                          </p:stCondLst>
                                        </p:cTn>
                                        <p:tgtEl>
                                          <p:spTgt spid="6147">
                                            <p:txEl>
                                              <p:pRg st="4" end="4"/>
                                            </p:txEl>
                                          </p:spTgt>
                                        </p:tgtEl>
                                        <p:attrNameLst>
                                          <p:attrName>ppt_y</p:attrName>
                                        </p:attrNameLst>
                                      </p:cBhvr>
                                      <p:tavLst>
                                        <p:tav tm="0" fmla="#ppt_y-sin(pi*$)/9">
                                          <p:val>
                                            <p:fltVal val="0"/>
                                          </p:val>
                                        </p:tav>
                                        <p:tav tm="100000">
                                          <p:val>
                                            <p:fltVal val="1"/>
                                          </p:val>
                                        </p:tav>
                                      </p:tavLst>
                                    </p:anim>
                                    <p:anim calcmode="lin" valueType="num">
                                      <p:cBhvr>
                                        <p:cTn id="66" dur="332" tmFilter="0, 0; 0.125,0.2665; 0.25,0.4; 0.375,0.465; 0.5,0.5;  0.625,0.535; 0.75,0.6; 0.875,0.7335; 1,1">
                                          <p:stCondLst>
                                            <p:cond delay="1324"/>
                                          </p:stCondLst>
                                        </p:cTn>
                                        <p:tgtEl>
                                          <p:spTgt spid="6147">
                                            <p:txEl>
                                              <p:pRg st="4" end="4"/>
                                            </p:txEl>
                                          </p:spTgt>
                                        </p:tgtEl>
                                        <p:attrNameLst>
                                          <p:attrName>ppt_y</p:attrName>
                                        </p:attrNameLst>
                                      </p:cBhvr>
                                      <p:tavLst>
                                        <p:tav tm="0" fmla="#ppt_y-sin(pi*$)/27">
                                          <p:val>
                                            <p:fltVal val="0"/>
                                          </p:val>
                                        </p:tav>
                                        <p:tav tm="100000">
                                          <p:val>
                                            <p:fltVal val="1"/>
                                          </p:val>
                                        </p:tav>
                                      </p:tavLst>
                                    </p:anim>
                                    <p:anim calcmode="lin" valueType="num">
                                      <p:cBhvr>
                                        <p:cTn id="67" dur="164" tmFilter="0, 0; 0.125,0.2665; 0.25,0.4; 0.375,0.465; 0.5,0.5;  0.625,0.535; 0.75,0.6; 0.875,0.7335; 1,1">
                                          <p:stCondLst>
                                            <p:cond delay="1656"/>
                                          </p:stCondLst>
                                        </p:cTn>
                                        <p:tgtEl>
                                          <p:spTgt spid="6147">
                                            <p:txEl>
                                              <p:pRg st="4" end="4"/>
                                            </p:txEl>
                                          </p:spTgt>
                                        </p:tgtEl>
                                        <p:attrNameLst>
                                          <p:attrName>ppt_y</p:attrName>
                                        </p:attrNameLst>
                                      </p:cBhvr>
                                      <p:tavLst>
                                        <p:tav tm="0" fmla="#ppt_y-sin(pi*$)/81">
                                          <p:val>
                                            <p:fltVal val="0"/>
                                          </p:val>
                                        </p:tav>
                                        <p:tav tm="100000">
                                          <p:val>
                                            <p:fltVal val="1"/>
                                          </p:val>
                                        </p:tav>
                                      </p:tavLst>
                                    </p:anim>
                                    <p:animScale>
                                      <p:cBhvr>
                                        <p:cTn id="68" dur="26">
                                          <p:stCondLst>
                                            <p:cond delay="650"/>
                                          </p:stCondLst>
                                        </p:cTn>
                                        <p:tgtEl>
                                          <p:spTgt spid="6147">
                                            <p:txEl>
                                              <p:pRg st="4" end="4"/>
                                            </p:txEl>
                                          </p:spTgt>
                                        </p:tgtEl>
                                      </p:cBhvr>
                                      <p:to x="100000" y="60000"/>
                                    </p:animScale>
                                    <p:animScale>
                                      <p:cBhvr>
                                        <p:cTn id="69" dur="166" decel="50000">
                                          <p:stCondLst>
                                            <p:cond delay="676"/>
                                          </p:stCondLst>
                                        </p:cTn>
                                        <p:tgtEl>
                                          <p:spTgt spid="6147">
                                            <p:txEl>
                                              <p:pRg st="4" end="4"/>
                                            </p:txEl>
                                          </p:spTgt>
                                        </p:tgtEl>
                                      </p:cBhvr>
                                      <p:to x="100000" y="100000"/>
                                    </p:animScale>
                                    <p:animScale>
                                      <p:cBhvr>
                                        <p:cTn id="70" dur="26">
                                          <p:stCondLst>
                                            <p:cond delay="1312"/>
                                          </p:stCondLst>
                                        </p:cTn>
                                        <p:tgtEl>
                                          <p:spTgt spid="6147">
                                            <p:txEl>
                                              <p:pRg st="4" end="4"/>
                                            </p:txEl>
                                          </p:spTgt>
                                        </p:tgtEl>
                                      </p:cBhvr>
                                      <p:to x="100000" y="80000"/>
                                    </p:animScale>
                                    <p:animScale>
                                      <p:cBhvr>
                                        <p:cTn id="71" dur="166" decel="50000">
                                          <p:stCondLst>
                                            <p:cond delay="1338"/>
                                          </p:stCondLst>
                                        </p:cTn>
                                        <p:tgtEl>
                                          <p:spTgt spid="6147">
                                            <p:txEl>
                                              <p:pRg st="4" end="4"/>
                                            </p:txEl>
                                          </p:spTgt>
                                        </p:tgtEl>
                                      </p:cBhvr>
                                      <p:to x="100000" y="100000"/>
                                    </p:animScale>
                                    <p:animScale>
                                      <p:cBhvr>
                                        <p:cTn id="72" dur="26">
                                          <p:stCondLst>
                                            <p:cond delay="1642"/>
                                          </p:stCondLst>
                                        </p:cTn>
                                        <p:tgtEl>
                                          <p:spTgt spid="6147">
                                            <p:txEl>
                                              <p:pRg st="4" end="4"/>
                                            </p:txEl>
                                          </p:spTgt>
                                        </p:tgtEl>
                                      </p:cBhvr>
                                      <p:to x="100000" y="90000"/>
                                    </p:animScale>
                                    <p:animScale>
                                      <p:cBhvr>
                                        <p:cTn id="73" dur="166" decel="50000">
                                          <p:stCondLst>
                                            <p:cond delay="1668"/>
                                          </p:stCondLst>
                                        </p:cTn>
                                        <p:tgtEl>
                                          <p:spTgt spid="6147">
                                            <p:txEl>
                                              <p:pRg st="4" end="4"/>
                                            </p:txEl>
                                          </p:spTgt>
                                        </p:tgtEl>
                                      </p:cBhvr>
                                      <p:to x="100000" y="100000"/>
                                    </p:animScale>
                                    <p:animScale>
                                      <p:cBhvr>
                                        <p:cTn id="74" dur="26">
                                          <p:stCondLst>
                                            <p:cond delay="1808"/>
                                          </p:stCondLst>
                                        </p:cTn>
                                        <p:tgtEl>
                                          <p:spTgt spid="6147">
                                            <p:txEl>
                                              <p:pRg st="4" end="4"/>
                                            </p:txEl>
                                          </p:spTgt>
                                        </p:tgtEl>
                                      </p:cBhvr>
                                      <p:to x="100000" y="95000"/>
                                    </p:animScale>
                                    <p:animScale>
                                      <p:cBhvr>
                                        <p:cTn id="75" dur="166" decel="50000">
                                          <p:stCondLst>
                                            <p:cond delay="1834"/>
                                          </p:stCondLst>
                                        </p:cTn>
                                        <p:tgtEl>
                                          <p:spTgt spid="6147">
                                            <p:txEl>
                                              <p:pRg st="4" end="4"/>
                                            </p:txEl>
                                          </p:spTgt>
                                        </p:tgtEl>
                                      </p:cBhvr>
                                      <p:to x="100000" y="100000"/>
                                    </p:animScale>
                                  </p:childTnLst>
                                </p:cTn>
                              </p:par>
                              <p:par>
                                <p:cTn id="76" presetID="26" presetClass="entr" presetSubtype="0" fill="hold" grpId="0" nodeType="withEffect">
                                  <p:stCondLst>
                                    <p:cond delay="0"/>
                                  </p:stCondLst>
                                  <p:childTnLst>
                                    <p:set>
                                      <p:cBhvr>
                                        <p:cTn id="77" dur="1" fill="hold">
                                          <p:stCondLst>
                                            <p:cond delay="0"/>
                                          </p:stCondLst>
                                        </p:cTn>
                                        <p:tgtEl>
                                          <p:spTgt spid="6147">
                                            <p:txEl>
                                              <p:pRg st="5" end="5"/>
                                            </p:txEl>
                                          </p:spTgt>
                                        </p:tgtEl>
                                        <p:attrNameLst>
                                          <p:attrName>style.visibility</p:attrName>
                                        </p:attrNameLst>
                                      </p:cBhvr>
                                      <p:to>
                                        <p:strVal val="visible"/>
                                      </p:to>
                                    </p:set>
                                    <p:animEffect transition="in" filter="wipe(down)">
                                      <p:cBhvr>
                                        <p:cTn id="78" dur="580">
                                          <p:stCondLst>
                                            <p:cond delay="0"/>
                                          </p:stCondLst>
                                        </p:cTn>
                                        <p:tgtEl>
                                          <p:spTgt spid="6147">
                                            <p:txEl>
                                              <p:pRg st="5" end="5"/>
                                            </p:txEl>
                                          </p:spTgt>
                                        </p:tgtEl>
                                      </p:cBhvr>
                                    </p:animEffect>
                                    <p:anim calcmode="lin" valueType="num">
                                      <p:cBhvr>
                                        <p:cTn id="79" dur="1822" tmFilter="0,0; 0.14,0.36; 0.43,0.73; 0.71,0.91; 1.0,1.0">
                                          <p:stCondLst>
                                            <p:cond delay="0"/>
                                          </p:stCondLst>
                                        </p:cTn>
                                        <p:tgtEl>
                                          <p:spTgt spid="6147">
                                            <p:txEl>
                                              <p:pRg st="5" end="5"/>
                                            </p:txEl>
                                          </p:spTgt>
                                        </p:tgtEl>
                                        <p:attrNameLst>
                                          <p:attrName>ppt_x</p:attrName>
                                        </p:attrNameLst>
                                      </p:cBhvr>
                                      <p:tavLst>
                                        <p:tav tm="0">
                                          <p:val>
                                            <p:strVal val="#ppt_x-0.25"/>
                                          </p:val>
                                        </p:tav>
                                        <p:tav tm="100000">
                                          <p:val>
                                            <p:strVal val="#ppt_x"/>
                                          </p:val>
                                        </p:tav>
                                      </p:tavLst>
                                    </p:anim>
                                    <p:anim calcmode="lin" valueType="num">
                                      <p:cBhvr>
                                        <p:cTn id="80" dur="664" tmFilter="0.0,0.0; 0.25,0.07; 0.50,0.2; 0.75,0.467; 1.0,1.0">
                                          <p:stCondLst>
                                            <p:cond delay="0"/>
                                          </p:stCondLst>
                                        </p:cTn>
                                        <p:tgtEl>
                                          <p:spTgt spid="6147">
                                            <p:txEl>
                                              <p:pRg st="5" end="5"/>
                                            </p:txEl>
                                          </p:spTgt>
                                        </p:tgtEl>
                                        <p:attrNameLst>
                                          <p:attrName>ppt_y</p:attrName>
                                        </p:attrNameLst>
                                      </p:cBhvr>
                                      <p:tavLst>
                                        <p:tav tm="0" fmla="#ppt_y-sin(pi*$)/3">
                                          <p:val>
                                            <p:fltVal val="0.5"/>
                                          </p:val>
                                        </p:tav>
                                        <p:tav tm="100000">
                                          <p:val>
                                            <p:fltVal val="1"/>
                                          </p:val>
                                        </p:tav>
                                      </p:tavLst>
                                    </p:anim>
                                    <p:anim calcmode="lin" valueType="num">
                                      <p:cBhvr>
                                        <p:cTn id="81" dur="664" tmFilter="0, 0; 0.125,0.2665; 0.25,0.4; 0.375,0.465; 0.5,0.5;  0.625,0.535; 0.75,0.6; 0.875,0.7335; 1,1">
                                          <p:stCondLst>
                                            <p:cond delay="664"/>
                                          </p:stCondLst>
                                        </p:cTn>
                                        <p:tgtEl>
                                          <p:spTgt spid="6147">
                                            <p:txEl>
                                              <p:pRg st="5" end="5"/>
                                            </p:txEl>
                                          </p:spTgt>
                                        </p:tgtEl>
                                        <p:attrNameLst>
                                          <p:attrName>ppt_y</p:attrName>
                                        </p:attrNameLst>
                                      </p:cBhvr>
                                      <p:tavLst>
                                        <p:tav tm="0" fmla="#ppt_y-sin(pi*$)/9">
                                          <p:val>
                                            <p:fltVal val="0"/>
                                          </p:val>
                                        </p:tav>
                                        <p:tav tm="100000">
                                          <p:val>
                                            <p:fltVal val="1"/>
                                          </p:val>
                                        </p:tav>
                                      </p:tavLst>
                                    </p:anim>
                                    <p:anim calcmode="lin" valueType="num">
                                      <p:cBhvr>
                                        <p:cTn id="82" dur="332" tmFilter="0, 0; 0.125,0.2665; 0.25,0.4; 0.375,0.465; 0.5,0.5;  0.625,0.535; 0.75,0.6; 0.875,0.7335; 1,1">
                                          <p:stCondLst>
                                            <p:cond delay="1324"/>
                                          </p:stCondLst>
                                        </p:cTn>
                                        <p:tgtEl>
                                          <p:spTgt spid="6147">
                                            <p:txEl>
                                              <p:pRg st="5" end="5"/>
                                            </p:txEl>
                                          </p:spTgt>
                                        </p:tgtEl>
                                        <p:attrNameLst>
                                          <p:attrName>ppt_y</p:attrName>
                                        </p:attrNameLst>
                                      </p:cBhvr>
                                      <p:tavLst>
                                        <p:tav tm="0" fmla="#ppt_y-sin(pi*$)/27">
                                          <p:val>
                                            <p:fltVal val="0"/>
                                          </p:val>
                                        </p:tav>
                                        <p:tav tm="100000">
                                          <p:val>
                                            <p:fltVal val="1"/>
                                          </p:val>
                                        </p:tav>
                                      </p:tavLst>
                                    </p:anim>
                                    <p:anim calcmode="lin" valueType="num">
                                      <p:cBhvr>
                                        <p:cTn id="83" dur="164" tmFilter="0, 0; 0.125,0.2665; 0.25,0.4; 0.375,0.465; 0.5,0.5;  0.625,0.535; 0.75,0.6; 0.875,0.7335; 1,1">
                                          <p:stCondLst>
                                            <p:cond delay="1656"/>
                                          </p:stCondLst>
                                        </p:cTn>
                                        <p:tgtEl>
                                          <p:spTgt spid="6147">
                                            <p:txEl>
                                              <p:pRg st="5" end="5"/>
                                            </p:txEl>
                                          </p:spTgt>
                                        </p:tgtEl>
                                        <p:attrNameLst>
                                          <p:attrName>ppt_y</p:attrName>
                                        </p:attrNameLst>
                                      </p:cBhvr>
                                      <p:tavLst>
                                        <p:tav tm="0" fmla="#ppt_y-sin(pi*$)/81">
                                          <p:val>
                                            <p:fltVal val="0"/>
                                          </p:val>
                                        </p:tav>
                                        <p:tav tm="100000">
                                          <p:val>
                                            <p:fltVal val="1"/>
                                          </p:val>
                                        </p:tav>
                                      </p:tavLst>
                                    </p:anim>
                                    <p:animScale>
                                      <p:cBhvr>
                                        <p:cTn id="84" dur="26">
                                          <p:stCondLst>
                                            <p:cond delay="650"/>
                                          </p:stCondLst>
                                        </p:cTn>
                                        <p:tgtEl>
                                          <p:spTgt spid="6147">
                                            <p:txEl>
                                              <p:pRg st="5" end="5"/>
                                            </p:txEl>
                                          </p:spTgt>
                                        </p:tgtEl>
                                      </p:cBhvr>
                                      <p:to x="100000" y="60000"/>
                                    </p:animScale>
                                    <p:animScale>
                                      <p:cBhvr>
                                        <p:cTn id="85" dur="166" decel="50000">
                                          <p:stCondLst>
                                            <p:cond delay="676"/>
                                          </p:stCondLst>
                                        </p:cTn>
                                        <p:tgtEl>
                                          <p:spTgt spid="6147">
                                            <p:txEl>
                                              <p:pRg st="5" end="5"/>
                                            </p:txEl>
                                          </p:spTgt>
                                        </p:tgtEl>
                                      </p:cBhvr>
                                      <p:to x="100000" y="100000"/>
                                    </p:animScale>
                                    <p:animScale>
                                      <p:cBhvr>
                                        <p:cTn id="86" dur="26">
                                          <p:stCondLst>
                                            <p:cond delay="1312"/>
                                          </p:stCondLst>
                                        </p:cTn>
                                        <p:tgtEl>
                                          <p:spTgt spid="6147">
                                            <p:txEl>
                                              <p:pRg st="5" end="5"/>
                                            </p:txEl>
                                          </p:spTgt>
                                        </p:tgtEl>
                                      </p:cBhvr>
                                      <p:to x="100000" y="80000"/>
                                    </p:animScale>
                                    <p:animScale>
                                      <p:cBhvr>
                                        <p:cTn id="87" dur="166" decel="50000">
                                          <p:stCondLst>
                                            <p:cond delay="1338"/>
                                          </p:stCondLst>
                                        </p:cTn>
                                        <p:tgtEl>
                                          <p:spTgt spid="6147">
                                            <p:txEl>
                                              <p:pRg st="5" end="5"/>
                                            </p:txEl>
                                          </p:spTgt>
                                        </p:tgtEl>
                                      </p:cBhvr>
                                      <p:to x="100000" y="100000"/>
                                    </p:animScale>
                                    <p:animScale>
                                      <p:cBhvr>
                                        <p:cTn id="88" dur="26">
                                          <p:stCondLst>
                                            <p:cond delay="1642"/>
                                          </p:stCondLst>
                                        </p:cTn>
                                        <p:tgtEl>
                                          <p:spTgt spid="6147">
                                            <p:txEl>
                                              <p:pRg st="5" end="5"/>
                                            </p:txEl>
                                          </p:spTgt>
                                        </p:tgtEl>
                                      </p:cBhvr>
                                      <p:to x="100000" y="90000"/>
                                    </p:animScale>
                                    <p:animScale>
                                      <p:cBhvr>
                                        <p:cTn id="89" dur="166" decel="50000">
                                          <p:stCondLst>
                                            <p:cond delay="1668"/>
                                          </p:stCondLst>
                                        </p:cTn>
                                        <p:tgtEl>
                                          <p:spTgt spid="6147">
                                            <p:txEl>
                                              <p:pRg st="5" end="5"/>
                                            </p:txEl>
                                          </p:spTgt>
                                        </p:tgtEl>
                                      </p:cBhvr>
                                      <p:to x="100000" y="100000"/>
                                    </p:animScale>
                                    <p:animScale>
                                      <p:cBhvr>
                                        <p:cTn id="90" dur="26">
                                          <p:stCondLst>
                                            <p:cond delay="1808"/>
                                          </p:stCondLst>
                                        </p:cTn>
                                        <p:tgtEl>
                                          <p:spTgt spid="6147">
                                            <p:txEl>
                                              <p:pRg st="5" end="5"/>
                                            </p:txEl>
                                          </p:spTgt>
                                        </p:tgtEl>
                                      </p:cBhvr>
                                      <p:to x="100000" y="95000"/>
                                    </p:animScale>
                                    <p:animScale>
                                      <p:cBhvr>
                                        <p:cTn id="91" dur="166" decel="50000">
                                          <p:stCondLst>
                                            <p:cond delay="1834"/>
                                          </p:stCondLst>
                                        </p:cTn>
                                        <p:tgtEl>
                                          <p:spTgt spid="6147">
                                            <p:txEl>
                                              <p:pRg st="5" end="5"/>
                                            </p:txEl>
                                          </p:spTgt>
                                        </p:tgtEl>
                                      </p:cBhvr>
                                      <p:to x="100000" y="100000"/>
                                    </p:animScale>
                                  </p:childTnLst>
                                </p:cTn>
                              </p:par>
                              <p:par>
                                <p:cTn id="92" presetID="26" presetClass="entr" presetSubtype="0" fill="hold" grpId="0" nodeType="withEffect">
                                  <p:stCondLst>
                                    <p:cond delay="0"/>
                                  </p:stCondLst>
                                  <p:childTnLst>
                                    <p:set>
                                      <p:cBhvr>
                                        <p:cTn id="93" dur="1" fill="hold">
                                          <p:stCondLst>
                                            <p:cond delay="0"/>
                                          </p:stCondLst>
                                        </p:cTn>
                                        <p:tgtEl>
                                          <p:spTgt spid="6147">
                                            <p:txEl>
                                              <p:pRg st="6" end="6"/>
                                            </p:txEl>
                                          </p:spTgt>
                                        </p:tgtEl>
                                        <p:attrNameLst>
                                          <p:attrName>style.visibility</p:attrName>
                                        </p:attrNameLst>
                                      </p:cBhvr>
                                      <p:to>
                                        <p:strVal val="visible"/>
                                      </p:to>
                                    </p:set>
                                    <p:animEffect transition="in" filter="wipe(down)">
                                      <p:cBhvr>
                                        <p:cTn id="94" dur="580">
                                          <p:stCondLst>
                                            <p:cond delay="0"/>
                                          </p:stCondLst>
                                        </p:cTn>
                                        <p:tgtEl>
                                          <p:spTgt spid="6147">
                                            <p:txEl>
                                              <p:pRg st="6" end="6"/>
                                            </p:txEl>
                                          </p:spTgt>
                                        </p:tgtEl>
                                      </p:cBhvr>
                                    </p:animEffect>
                                    <p:anim calcmode="lin" valueType="num">
                                      <p:cBhvr>
                                        <p:cTn id="95" dur="1822" tmFilter="0,0; 0.14,0.36; 0.43,0.73; 0.71,0.91; 1.0,1.0">
                                          <p:stCondLst>
                                            <p:cond delay="0"/>
                                          </p:stCondLst>
                                        </p:cTn>
                                        <p:tgtEl>
                                          <p:spTgt spid="6147">
                                            <p:txEl>
                                              <p:pRg st="6" end="6"/>
                                            </p:txEl>
                                          </p:spTgt>
                                        </p:tgtEl>
                                        <p:attrNameLst>
                                          <p:attrName>ppt_x</p:attrName>
                                        </p:attrNameLst>
                                      </p:cBhvr>
                                      <p:tavLst>
                                        <p:tav tm="0">
                                          <p:val>
                                            <p:strVal val="#ppt_x-0.25"/>
                                          </p:val>
                                        </p:tav>
                                        <p:tav tm="100000">
                                          <p:val>
                                            <p:strVal val="#ppt_x"/>
                                          </p:val>
                                        </p:tav>
                                      </p:tavLst>
                                    </p:anim>
                                    <p:anim calcmode="lin" valueType="num">
                                      <p:cBhvr>
                                        <p:cTn id="96" dur="664" tmFilter="0.0,0.0; 0.25,0.07; 0.50,0.2; 0.75,0.467; 1.0,1.0">
                                          <p:stCondLst>
                                            <p:cond delay="0"/>
                                          </p:stCondLst>
                                        </p:cTn>
                                        <p:tgtEl>
                                          <p:spTgt spid="6147">
                                            <p:txEl>
                                              <p:pRg st="6" end="6"/>
                                            </p:txEl>
                                          </p:spTgt>
                                        </p:tgtEl>
                                        <p:attrNameLst>
                                          <p:attrName>ppt_y</p:attrName>
                                        </p:attrNameLst>
                                      </p:cBhvr>
                                      <p:tavLst>
                                        <p:tav tm="0" fmla="#ppt_y-sin(pi*$)/3">
                                          <p:val>
                                            <p:fltVal val="0.5"/>
                                          </p:val>
                                        </p:tav>
                                        <p:tav tm="100000">
                                          <p:val>
                                            <p:fltVal val="1"/>
                                          </p:val>
                                        </p:tav>
                                      </p:tavLst>
                                    </p:anim>
                                    <p:anim calcmode="lin" valueType="num">
                                      <p:cBhvr>
                                        <p:cTn id="97" dur="664" tmFilter="0, 0; 0.125,0.2665; 0.25,0.4; 0.375,0.465; 0.5,0.5;  0.625,0.535; 0.75,0.6; 0.875,0.7335; 1,1">
                                          <p:stCondLst>
                                            <p:cond delay="664"/>
                                          </p:stCondLst>
                                        </p:cTn>
                                        <p:tgtEl>
                                          <p:spTgt spid="6147">
                                            <p:txEl>
                                              <p:pRg st="6" end="6"/>
                                            </p:txEl>
                                          </p:spTgt>
                                        </p:tgtEl>
                                        <p:attrNameLst>
                                          <p:attrName>ppt_y</p:attrName>
                                        </p:attrNameLst>
                                      </p:cBhvr>
                                      <p:tavLst>
                                        <p:tav tm="0" fmla="#ppt_y-sin(pi*$)/9">
                                          <p:val>
                                            <p:fltVal val="0"/>
                                          </p:val>
                                        </p:tav>
                                        <p:tav tm="100000">
                                          <p:val>
                                            <p:fltVal val="1"/>
                                          </p:val>
                                        </p:tav>
                                      </p:tavLst>
                                    </p:anim>
                                    <p:anim calcmode="lin" valueType="num">
                                      <p:cBhvr>
                                        <p:cTn id="98" dur="332" tmFilter="0, 0; 0.125,0.2665; 0.25,0.4; 0.375,0.465; 0.5,0.5;  0.625,0.535; 0.75,0.6; 0.875,0.7335; 1,1">
                                          <p:stCondLst>
                                            <p:cond delay="1324"/>
                                          </p:stCondLst>
                                        </p:cTn>
                                        <p:tgtEl>
                                          <p:spTgt spid="6147">
                                            <p:txEl>
                                              <p:pRg st="6" end="6"/>
                                            </p:txEl>
                                          </p:spTgt>
                                        </p:tgtEl>
                                        <p:attrNameLst>
                                          <p:attrName>ppt_y</p:attrName>
                                        </p:attrNameLst>
                                      </p:cBhvr>
                                      <p:tavLst>
                                        <p:tav tm="0" fmla="#ppt_y-sin(pi*$)/27">
                                          <p:val>
                                            <p:fltVal val="0"/>
                                          </p:val>
                                        </p:tav>
                                        <p:tav tm="100000">
                                          <p:val>
                                            <p:fltVal val="1"/>
                                          </p:val>
                                        </p:tav>
                                      </p:tavLst>
                                    </p:anim>
                                    <p:anim calcmode="lin" valueType="num">
                                      <p:cBhvr>
                                        <p:cTn id="99" dur="164" tmFilter="0, 0; 0.125,0.2665; 0.25,0.4; 0.375,0.465; 0.5,0.5;  0.625,0.535; 0.75,0.6; 0.875,0.7335; 1,1">
                                          <p:stCondLst>
                                            <p:cond delay="1656"/>
                                          </p:stCondLst>
                                        </p:cTn>
                                        <p:tgtEl>
                                          <p:spTgt spid="6147">
                                            <p:txEl>
                                              <p:pRg st="6" end="6"/>
                                            </p:txEl>
                                          </p:spTgt>
                                        </p:tgtEl>
                                        <p:attrNameLst>
                                          <p:attrName>ppt_y</p:attrName>
                                        </p:attrNameLst>
                                      </p:cBhvr>
                                      <p:tavLst>
                                        <p:tav tm="0" fmla="#ppt_y-sin(pi*$)/81">
                                          <p:val>
                                            <p:fltVal val="0"/>
                                          </p:val>
                                        </p:tav>
                                        <p:tav tm="100000">
                                          <p:val>
                                            <p:fltVal val="1"/>
                                          </p:val>
                                        </p:tav>
                                      </p:tavLst>
                                    </p:anim>
                                    <p:animScale>
                                      <p:cBhvr>
                                        <p:cTn id="100" dur="26">
                                          <p:stCondLst>
                                            <p:cond delay="650"/>
                                          </p:stCondLst>
                                        </p:cTn>
                                        <p:tgtEl>
                                          <p:spTgt spid="6147">
                                            <p:txEl>
                                              <p:pRg st="6" end="6"/>
                                            </p:txEl>
                                          </p:spTgt>
                                        </p:tgtEl>
                                      </p:cBhvr>
                                      <p:to x="100000" y="60000"/>
                                    </p:animScale>
                                    <p:animScale>
                                      <p:cBhvr>
                                        <p:cTn id="101" dur="166" decel="50000">
                                          <p:stCondLst>
                                            <p:cond delay="676"/>
                                          </p:stCondLst>
                                        </p:cTn>
                                        <p:tgtEl>
                                          <p:spTgt spid="6147">
                                            <p:txEl>
                                              <p:pRg st="6" end="6"/>
                                            </p:txEl>
                                          </p:spTgt>
                                        </p:tgtEl>
                                      </p:cBhvr>
                                      <p:to x="100000" y="100000"/>
                                    </p:animScale>
                                    <p:animScale>
                                      <p:cBhvr>
                                        <p:cTn id="102" dur="26">
                                          <p:stCondLst>
                                            <p:cond delay="1312"/>
                                          </p:stCondLst>
                                        </p:cTn>
                                        <p:tgtEl>
                                          <p:spTgt spid="6147">
                                            <p:txEl>
                                              <p:pRg st="6" end="6"/>
                                            </p:txEl>
                                          </p:spTgt>
                                        </p:tgtEl>
                                      </p:cBhvr>
                                      <p:to x="100000" y="80000"/>
                                    </p:animScale>
                                    <p:animScale>
                                      <p:cBhvr>
                                        <p:cTn id="103" dur="166" decel="50000">
                                          <p:stCondLst>
                                            <p:cond delay="1338"/>
                                          </p:stCondLst>
                                        </p:cTn>
                                        <p:tgtEl>
                                          <p:spTgt spid="6147">
                                            <p:txEl>
                                              <p:pRg st="6" end="6"/>
                                            </p:txEl>
                                          </p:spTgt>
                                        </p:tgtEl>
                                      </p:cBhvr>
                                      <p:to x="100000" y="100000"/>
                                    </p:animScale>
                                    <p:animScale>
                                      <p:cBhvr>
                                        <p:cTn id="104" dur="26">
                                          <p:stCondLst>
                                            <p:cond delay="1642"/>
                                          </p:stCondLst>
                                        </p:cTn>
                                        <p:tgtEl>
                                          <p:spTgt spid="6147">
                                            <p:txEl>
                                              <p:pRg st="6" end="6"/>
                                            </p:txEl>
                                          </p:spTgt>
                                        </p:tgtEl>
                                      </p:cBhvr>
                                      <p:to x="100000" y="90000"/>
                                    </p:animScale>
                                    <p:animScale>
                                      <p:cBhvr>
                                        <p:cTn id="105" dur="166" decel="50000">
                                          <p:stCondLst>
                                            <p:cond delay="1668"/>
                                          </p:stCondLst>
                                        </p:cTn>
                                        <p:tgtEl>
                                          <p:spTgt spid="6147">
                                            <p:txEl>
                                              <p:pRg st="6" end="6"/>
                                            </p:txEl>
                                          </p:spTgt>
                                        </p:tgtEl>
                                      </p:cBhvr>
                                      <p:to x="100000" y="100000"/>
                                    </p:animScale>
                                    <p:animScale>
                                      <p:cBhvr>
                                        <p:cTn id="106" dur="26">
                                          <p:stCondLst>
                                            <p:cond delay="1808"/>
                                          </p:stCondLst>
                                        </p:cTn>
                                        <p:tgtEl>
                                          <p:spTgt spid="6147">
                                            <p:txEl>
                                              <p:pRg st="6" end="6"/>
                                            </p:txEl>
                                          </p:spTgt>
                                        </p:tgtEl>
                                      </p:cBhvr>
                                      <p:to x="100000" y="95000"/>
                                    </p:animScale>
                                    <p:animScale>
                                      <p:cBhvr>
                                        <p:cTn id="107" dur="166" decel="50000">
                                          <p:stCondLst>
                                            <p:cond delay="1834"/>
                                          </p:stCondLst>
                                        </p:cTn>
                                        <p:tgtEl>
                                          <p:spTgt spid="6147">
                                            <p:txEl>
                                              <p:pRg st="6" end="6"/>
                                            </p:txEl>
                                          </p:spTgt>
                                        </p:tgtEl>
                                      </p:cBhvr>
                                      <p:to x="100000" y="100000"/>
                                    </p:animScale>
                                  </p:childTnLst>
                                </p:cTn>
                              </p:par>
                              <p:par>
                                <p:cTn id="108" presetID="26" presetClass="entr" presetSubtype="0" fill="hold" grpId="0" nodeType="withEffect">
                                  <p:stCondLst>
                                    <p:cond delay="0"/>
                                  </p:stCondLst>
                                  <p:childTnLst>
                                    <p:set>
                                      <p:cBhvr>
                                        <p:cTn id="109" dur="1" fill="hold">
                                          <p:stCondLst>
                                            <p:cond delay="0"/>
                                          </p:stCondLst>
                                        </p:cTn>
                                        <p:tgtEl>
                                          <p:spTgt spid="6147">
                                            <p:txEl>
                                              <p:pRg st="7" end="7"/>
                                            </p:txEl>
                                          </p:spTgt>
                                        </p:tgtEl>
                                        <p:attrNameLst>
                                          <p:attrName>style.visibility</p:attrName>
                                        </p:attrNameLst>
                                      </p:cBhvr>
                                      <p:to>
                                        <p:strVal val="visible"/>
                                      </p:to>
                                    </p:set>
                                    <p:animEffect transition="in" filter="wipe(down)">
                                      <p:cBhvr>
                                        <p:cTn id="110" dur="580">
                                          <p:stCondLst>
                                            <p:cond delay="0"/>
                                          </p:stCondLst>
                                        </p:cTn>
                                        <p:tgtEl>
                                          <p:spTgt spid="6147">
                                            <p:txEl>
                                              <p:pRg st="7" end="7"/>
                                            </p:txEl>
                                          </p:spTgt>
                                        </p:tgtEl>
                                      </p:cBhvr>
                                    </p:animEffect>
                                    <p:anim calcmode="lin" valueType="num">
                                      <p:cBhvr>
                                        <p:cTn id="111" dur="1822" tmFilter="0,0; 0.14,0.36; 0.43,0.73; 0.71,0.91; 1.0,1.0">
                                          <p:stCondLst>
                                            <p:cond delay="0"/>
                                          </p:stCondLst>
                                        </p:cTn>
                                        <p:tgtEl>
                                          <p:spTgt spid="6147">
                                            <p:txEl>
                                              <p:pRg st="7" end="7"/>
                                            </p:txEl>
                                          </p:spTgt>
                                        </p:tgtEl>
                                        <p:attrNameLst>
                                          <p:attrName>ppt_x</p:attrName>
                                        </p:attrNameLst>
                                      </p:cBhvr>
                                      <p:tavLst>
                                        <p:tav tm="0">
                                          <p:val>
                                            <p:strVal val="#ppt_x-0.25"/>
                                          </p:val>
                                        </p:tav>
                                        <p:tav tm="100000">
                                          <p:val>
                                            <p:strVal val="#ppt_x"/>
                                          </p:val>
                                        </p:tav>
                                      </p:tavLst>
                                    </p:anim>
                                    <p:anim calcmode="lin" valueType="num">
                                      <p:cBhvr>
                                        <p:cTn id="112" dur="664" tmFilter="0.0,0.0; 0.25,0.07; 0.50,0.2; 0.75,0.467; 1.0,1.0">
                                          <p:stCondLst>
                                            <p:cond delay="0"/>
                                          </p:stCondLst>
                                        </p:cTn>
                                        <p:tgtEl>
                                          <p:spTgt spid="6147">
                                            <p:txEl>
                                              <p:pRg st="7" end="7"/>
                                            </p:txEl>
                                          </p:spTgt>
                                        </p:tgtEl>
                                        <p:attrNameLst>
                                          <p:attrName>ppt_y</p:attrName>
                                        </p:attrNameLst>
                                      </p:cBhvr>
                                      <p:tavLst>
                                        <p:tav tm="0" fmla="#ppt_y-sin(pi*$)/3">
                                          <p:val>
                                            <p:fltVal val="0.5"/>
                                          </p:val>
                                        </p:tav>
                                        <p:tav tm="100000">
                                          <p:val>
                                            <p:fltVal val="1"/>
                                          </p:val>
                                        </p:tav>
                                      </p:tavLst>
                                    </p:anim>
                                    <p:anim calcmode="lin" valueType="num">
                                      <p:cBhvr>
                                        <p:cTn id="113" dur="664" tmFilter="0, 0; 0.125,0.2665; 0.25,0.4; 0.375,0.465; 0.5,0.5;  0.625,0.535; 0.75,0.6; 0.875,0.7335; 1,1">
                                          <p:stCondLst>
                                            <p:cond delay="664"/>
                                          </p:stCondLst>
                                        </p:cTn>
                                        <p:tgtEl>
                                          <p:spTgt spid="6147">
                                            <p:txEl>
                                              <p:pRg st="7" end="7"/>
                                            </p:txEl>
                                          </p:spTgt>
                                        </p:tgtEl>
                                        <p:attrNameLst>
                                          <p:attrName>ppt_y</p:attrName>
                                        </p:attrNameLst>
                                      </p:cBhvr>
                                      <p:tavLst>
                                        <p:tav tm="0" fmla="#ppt_y-sin(pi*$)/9">
                                          <p:val>
                                            <p:fltVal val="0"/>
                                          </p:val>
                                        </p:tav>
                                        <p:tav tm="100000">
                                          <p:val>
                                            <p:fltVal val="1"/>
                                          </p:val>
                                        </p:tav>
                                      </p:tavLst>
                                    </p:anim>
                                    <p:anim calcmode="lin" valueType="num">
                                      <p:cBhvr>
                                        <p:cTn id="114" dur="332" tmFilter="0, 0; 0.125,0.2665; 0.25,0.4; 0.375,0.465; 0.5,0.5;  0.625,0.535; 0.75,0.6; 0.875,0.7335; 1,1">
                                          <p:stCondLst>
                                            <p:cond delay="1324"/>
                                          </p:stCondLst>
                                        </p:cTn>
                                        <p:tgtEl>
                                          <p:spTgt spid="6147">
                                            <p:txEl>
                                              <p:pRg st="7" end="7"/>
                                            </p:txEl>
                                          </p:spTgt>
                                        </p:tgtEl>
                                        <p:attrNameLst>
                                          <p:attrName>ppt_y</p:attrName>
                                        </p:attrNameLst>
                                      </p:cBhvr>
                                      <p:tavLst>
                                        <p:tav tm="0" fmla="#ppt_y-sin(pi*$)/27">
                                          <p:val>
                                            <p:fltVal val="0"/>
                                          </p:val>
                                        </p:tav>
                                        <p:tav tm="100000">
                                          <p:val>
                                            <p:fltVal val="1"/>
                                          </p:val>
                                        </p:tav>
                                      </p:tavLst>
                                    </p:anim>
                                    <p:anim calcmode="lin" valueType="num">
                                      <p:cBhvr>
                                        <p:cTn id="115" dur="164" tmFilter="0, 0; 0.125,0.2665; 0.25,0.4; 0.375,0.465; 0.5,0.5;  0.625,0.535; 0.75,0.6; 0.875,0.7335; 1,1">
                                          <p:stCondLst>
                                            <p:cond delay="1656"/>
                                          </p:stCondLst>
                                        </p:cTn>
                                        <p:tgtEl>
                                          <p:spTgt spid="6147">
                                            <p:txEl>
                                              <p:pRg st="7" end="7"/>
                                            </p:txEl>
                                          </p:spTgt>
                                        </p:tgtEl>
                                        <p:attrNameLst>
                                          <p:attrName>ppt_y</p:attrName>
                                        </p:attrNameLst>
                                      </p:cBhvr>
                                      <p:tavLst>
                                        <p:tav tm="0" fmla="#ppt_y-sin(pi*$)/81">
                                          <p:val>
                                            <p:fltVal val="0"/>
                                          </p:val>
                                        </p:tav>
                                        <p:tav tm="100000">
                                          <p:val>
                                            <p:fltVal val="1"/>
                                          </p:val>
                                        </p:tav>
                                      </p:tavLst>
                                    </p:anim>
                                    <p:animScale>
                                      <p:cBhvr>
                                        <p:cTn id="116" dur="26">
                                          <p:stCondLst>
                                            <p:cond delay="650"/>
                                          </p:stCondLst>
                                        </p:cTn>
                                        <p:tgtEl>
                                          <p:spTgt spid="6147">
                                            <p:txEl>
                                              <p:pRg st="7" end="7"/>
                                            </p:txEl>
                                          </p:spTgt>
                                        </p:tgtEl>
                                      </p:cBhvr>
                                      <p:to x="100000" y="60000"/>
                                    </p:animScale>
                                    <p:animScale>
                                      <p:cBhvr>
                                        <p:cTn id="117" dur="166" decel="50000">
                                          <p:stCondLst>
                                            <p:cond delay="676"/>
                                          </p:stCondLst>
                                        </p:cTn>
                                        <p:tgtEl>
                                          <p:spTgt spid="6147">
                                            <p:txEl>
                                              <p:pRg st="7" end="7"/>
                                            </p:txEl>
                                          </p:spTgt>
                                        </p:tgtEl>
                                      </p:cBhvr>
                                      <p:to x="100000" y="100000"/>
                                    </p:animScale>
                                    <p:animScale>
                                      <p:cBhvr>
                                        <p:cTn id="118" dur="26">
                                          <p:stCondLst>
                                            <p:cond delay="1312"/>
                                          </p:stCondLst>
                                        </p:cTn>
                                        <p:tgtEl>
                                          <p:spTgt spid="6147">
                                            <p:txEl>
                                              <p:pRg st="7" end="7"/>
                                            </p:txEl>
                                          </p:spTgt>
                                        </p:tgtEl>
                                      </p:cBhvr>
                                      <p:to x="100000" y="80000"/>
                                    </p:animScale>
                                    <p:animScale>
                                      <p:cBhvr>
                                        <p:cTn id="119" dur="166" decel="50000">
                                          <p:stCondLst>
                                            <p:cond delay="1338"/>
                                          </p:stCondLst>
                                        </p:cTn>
                                        <p:tgtEl>
                                          <p:spTgt spid="6147">
                                            <p:txEl>
                                              <p:pRg st="7" end="7"/>
                                            </p:txEl>
                                          </p:spTgt>
                                        </p:tgtEl>
                                      </p:cBhvr>
                                      <p:to x="100000" y="100000"/>
                                    </p:animScale>
                                    <p:animScale>
                                      <p:cBhvr>
                                        <p:cTn id="120" dur="26">
                                          <p:stCondLst>
                                            <p:cond delay="1642"/>
                                          </p:stCondLst>
                                        </p:cTn>
                                        <p:tgtEl>
                                          <p:spTgt spid="6147">
                                            <p:txEl>
                                              <p:pRg st="7" end="7"/>
                                            </p:txEl>
                                          </p:spTgt>
                                        </p:tgtEl>
                                      </p:cBhvr>
                                      <p:to x="100000" y="90000"/>
                                    </p:animScale>
                                    <p:animScale>
                                      <p:cBhvr>
                                        <p:cTn id="121" dur="166" decel="50000">
                                          <p:stCondLst>
                                            <p:cond delay="1668"/>
                                          </p:stCondLst>
                                        </p:cTn>
                                        <p:tgtEl>
                                          <p:spTgt spid="6147">
                                            <p:txEl>
                                              <p:pRg st="7" end="7"/>
                                            </p:txEl>
                                          </p:spTgt>
                                        </p:tgtEl>
                                      </p:cBhvr>
                                      <p:to x="100000" y="100000"/>
                                    </p:animScale>
                                    <p:animScale>
                                      <p:cBhvr>
                                        <p:cTn id="122" dur="26">
                                          <p:stCondLst>
                                            <p:cond delay="1808"/>
                                          </p:stCondLst>
                                        </p:cTn>
                                        <p:tgtEl>
                                          <p:spTgt spid="6147">
                                            <p:txEl>
                                              <p:pRg st="7" end="7"/>
                                            </p:txEl>
                                          </p:spTgt>
                                        </p:tgtEl>
                                      </p:cBhvr>
                                      <p:to x="100000" y="95000"/>
                                    </p:animScale>
                                    <p:animScale>
                                      <p:cBhvr>
                                        <p:cTn id="123" dur="166" decel="50000">
                                          <p:stCondLst>
                                            <p:cond delay="1834"/>
                                          </p:stCondLst>
                                        </p:cTn>
                                        <p:tgtEl>
                                          <p:spTgt spid="6147">
                                            <p:txEl>
                                              <p:pRg st="7" end="7"/>
                                            </p:txEl>
                                          </p:spTgt>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6" grpId="0"/>
      <p:bldP spid="6147"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عنوان 1"/>
          <p:cNvSpPr>
            <a:spLocks noGrp="1"/>
          </p:cNvSpPr>
          <p:nvPr>
            <p:ph type="title"/>
          </p:nvPr>
        </p:nvSpPr>
        <p:spPr>
          <a:xfrm>
            <a:off x="2333786" y="402478"/>
            <a:ext cx="4474840" cy="1143000"/>
          </a:xfrm>
        </p:spPr>
        <p:txBody>
          <a:bodyPr/>
          <a:lstStyle/>
          <a:p>
            <a:pPr eaLnBrk="1" hangingPunct="1"/>
            <a:r>
              <a:rPr lang="en-US" altLang="ar-SA" dirty="0">
                <a:solidFill>
                  <a:schemeClr val="tx1"/>
                </a:solidFill>
                <a:effectLst>
                  <a:glow rad="101600">
                    <a:schemeClr val="accent6">
                      <a:satMod val="175000"/>
                      <a:alpha val="40000"/>
                    </a:schemeClr>
                  </a:glow>
                </a:effectLst>
                <a:latin typeface="Berlin Sans FB Demi" panose="020E0802020502020306" pitchFamily="34" charset="0"/>
              </a:rPr>
              <a:t>Types of OS.</a:t>
            </a:r>
            <a:endParaRPr lang="ar-SA" altLang="ar-SA" dirty="0">
              <a:solidFill>
                <a:schemeClr val="tx1"/>
              </a:solidFill>
              <a:effectLst>
                <a:glow rad="101600">
                  <a:schemeClr val="accent6">
                    <a:satMod val="175000"/>
                    <a:alpha val="40000"/>
                  </a:schemeClr>
                </a:glow>
              </a:effectLst>
              <a:latin typeface="Berlin Sans FB Demi" panose="020E0802020502020306" pitchFamily="34" charset="0"/>
            </a:endParaRPr>
          </a:p>
        </p:txBody>
      </p:sp>
      <p:sp>
        <p:nvSpPr>
          <p:cNvPr id="7171" name="عنصر نائب للمحتوى 2"/>
          <p:cNvSpPr>
            <a:spLocks noGrp="1"/>
          </p:cNvSpPr>
          <p:nvPr>
            <p:ph idx="1"/>
          </p:nvPr>
        </p:nvSpPr>
        <p:spPr>
          <a:xfrm>
            <a:off x="323528" y="1412776"/>
            <a:ext cx="5915000" cy="4349080"/>
          </a:xfrm>
        </p:spPr>
        <p:txBody>
          <a:bodyPr/>
          <a:lstStyle/>
          <a:p>
            <a:pPr>
              <a:buFont typeface="Wingdings" panose="05000000000000000000" pitchFamily="2" charset="2"/>
              <a:buChar char="Ø"/>
            </a:pPr>
            <a:r>
              <a:rPr lang="en-GB" altLang="ar-SA" b="1" dirty="0">
                <a:effectLst>
                  <a:outerShdw blurRad="38100" dist="38100" dir="2700000" algn="tl">
                    <a:srgbClr val="000000">
                      <a:alpha val="43137"/>
                    </a:srgbClr>
                  </a:outerShdw>
                </a:effectLst>
              </a:rPr>
              <a:t>Single User Systems</a:t>
            </a:r>
            <a:r>
              <a:rPr lang="en-US" altLang="ar-SA" b="1" dirty="0">
                <a:effectLst>
                  <a:outerShdw blurRad="38100" dist="38100" dir="2700000" algn="tl">
                    <a:srgbClr val="000000">
                      <a:alpha val="43137"/>
                    </a:srgbClr>
                  </a:outerShdw>
                </a:effectLst>
              </a:rPr>
              <a:t>.</a:t>
            </a:r>
          </a:p>
          <a:p>
            <a:pPr lvl="0">
              <a:buFont typeface="Courier New" panose="02070309020205020404" pitchFamily="49" charset="0"/>
              <a:buChar char="o"/>
            </a:pPr>
            <a:r>
              <a:rPr lang="en-GB" sz="2800" dirty="0">
                <a:latin typeface="+mj-lt"/>
              </a:rPr>
              <a:t>Provides a platform for only one user at a time. </a:t>
            </a:r>
          </a:p>
          <a:p>
            <a:pPr>
              <a:buFont typeface="Courier New" panose="02070309020205020404" pitchFamily="49" charset="0"/>
              <a:buChar char="o"/>
            </a:pPr>
            <a:r>
              <a:rPr lang="en-GB" sz="2800" dirty="0">
                <a:latin typeface="+mj-lt"/>
              </a:rPr>
              <a:t>They are popularly associated with Desk Top operating system which run on standard systems where no user accounts are required. </a:t>
            </a:r>
            <a:endParaRPr lang="ar-SA" sz="2800" dirty="0">
              <a:latin typeface="+mj-lt"/>
            </a:endParaRPr>
          </a:p>
          <a:p>
            <a:pPr>
              <a:buFont typeface="Courier New" panose="02070309020205020404" pitchFamily="49" charset="0"/>
              <a:buChar char="o"/>
            </a:pPr>
            <a:r>
              <a:rPr lang="en-US" sz="2800" dirty="0">
                <a:latin typeface="+mj-lt"/>
              </a:rPr>
              <a:t>Example: DOS.</a:t>
            </a:r>
            <a:endParaRPr lang="ar-SA" sz="2800" dirty="0">
              <a:latin typeface="+mj-lt"/>
            </a:endParaRPr>
          </a:p>
          <a:p>
            <a:pPr marL="0" indent="0">
              <a:buNone/>
            </a:pPr>
            <a:endParaRPr lang="en-US" altLang="ar-SA" b="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48525068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airplan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afterEffect">
                                  <p:stCondLst>
                                    <p:cond delay="0"/>
                                  </p:stCondLst>
                                  <p:childTnLst>
                                    <p:set>
                                      <p:cBhvr>
                                        <p:cTn id="6" dur="1" fill="hold">
                                          <p:stCondLst>
                                            <p:cond delay="0"/>
                                          </p:stCondLst>
                                        </p:cTn>
                                        <p:tgtEl>
                                          <p:spTgt spid="7170"/>
                                        </p:tgtEl>
                                        <p:attrNameLst>
                                          <p:attrName>style.visibility</p:attrName>
                                        </p:attrNameLst>
                                      </p:cBhvr>
                                      <p:to>
                                        <p:strVal val="visible"/>
                                      </p:to>
                                    </p:set>
                                    <p:animEffect transition="in" filter="wipe(down)">
                                      <p:cBhvr>
                                        <p:cTn id="7" dur="500"/>
                                        <p:tgtEl>
                                          <p:spTgt spid="7170"/>
                                        </p:tgtEl>
                                      </p:cBhvr>
                                    </p:animEffect>
                                  </p:childTnLst>
                                </p:cTn>
                              </p:par>
                            </p:childTnLst>
                          </p:cTn>
                        </p:par>
                        <p:par>
                          <p:cTn id="8" fill="hold">
                            <p:stCondLst>
                              <p:cond delay="500"/>
                            </p:stCondLst>
                            <p:childTnLst>
                              <p:par>
                                <p:cTn id="9" presetID="22" presetClass="entr" presetSubtype="4" fill="hold" grpId="0" nodeType="afterEffect">
                                  <p:stCondLst>
                                    <p:cond delay="0"/>
                                  </p:stCondLst>
                                  <p:childTnLst>
                                    <p:set>
                                      <p:cBhvr>
                                        <p:cTn id="10" dur="1" fill="hold">
                                          <p:stCondLst>
                                            <p:cond delay="0"/>
                                          </p:stCondLst>
                                        </p:cTn>
                                        <p:tgtEl>
                                          <p:spTgt spid="7171">
                                            <p:txEl>
                                              <p:pRg st="0" end="0"/>
                                            </p:txEl>
                                          </p:spTgt>
                                        </p:tgtEl>
                                        <p:attrNameLst>
                                          <p:attrName>style.visibility</p:attrName>
                                        </p:attrNameLst>
                                      </p:cBhvr>
                                      <p:to>
                                        <p:strVal val="visible"/>
                                      </p:to>
                                    </p:set>
                                    <p:animEffect transition="in" filter="wipe(down)">
                                      <p:cBhvr>
                                        <p:cTn id="11" dur="500"/>
                                        <p:tgtEl>
                                          <p:spTgt spid="7171">
                                            <p:txEl>
                                              <p:pRg st="0" end="0"/>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4" fill="hold" grpId="0" nodeType="clickEffect">
                                  <p:stCondLst>
                                    <p:cond delay="0"/>
                                  </p:stCondLst>
                                  <p:childTnLst>
                                    <p:set>
                                      <p:cBhvr>
                                        <p:cTn id="15" dur="1" fill="hold">
                                          <p:stCondLst>
                                            <p:cond delay="0"/>
                                          </p:stCondLst>
                                        </p:cTn>
                                        <p:tgtEl>
                                          <p:spTgt spid="7171">
                                            <p:txEl>
                                              <p:pRg st="1" end="1"/>
                                            </p:txEl>
                                          </p:spTgt>
                                        </p:tgtEl>
                                        <p:attrNameLst>
                                          <p:attrName>style.visibility</p:attrName>
                                        </p:attrNameLst>
                                      </p:cBhvr>
                                      <p:to>
                                        <p:strVal val="visible"/>
                                      </p:to>
                                    </p:set>
                                    <p:animEffect transition="in" filter="wipe(down)">
                                      <p:cBhvr>
                                        <p:cTn id="16" dur="500"/>
                                        <p:tgtEl>
                                          <p:spTgt spid="7171">
                                            <p:txEl>
                                              <p:pRg st="1" end="1"/>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grpId="0" nodeType="clickEffect">
                                  <p:stCondLst>
                                    <p:cond delay="0"/>
                                  </p:stCondLst>
                                  <p:childTnLst>
                                    <p:set>
                                      <p:cBhvr>
                                        <p:cTn id="20" dur="1" fill="hold">
                                          <p:stCondLst>
                                            <p:cond delay="0"/>
                                          </p:stCondLst>
                                        </p:cTn>
                                        <p:tgtEl>
                                          <p:spTgt spid="7171">
                                            <p:txEl>
                                              <p:pRg st="2" end="2"/>
                                            </p:txEl>
                                          </p:spTgt>
                                        </p:tgtEl>
                                        <p:attrNameLst>
                                          <p:attrName>style.visibility</p:attrName>
                                        </p:attrNameLst>
                                      </p:cBhvr>
                                      <p:to>
                                        <p:strVal val="visible"/>
                                      </p:to>
                                    </p:set>
                                    <p:animEffect transition="in" filter="wipe(down)">
                                      <p:cBhvr>
                                        <p:cTn id="21" dur="500"/>
                                        <p:tgtEl>
                                          <p:spTgt spid="7171">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7171">
                                            <p:txEl>
                                              <p:pRg st="3" end="3"/>
                                            </p:txEl>
                                          </p:spTgt>
                                        </p:tgtEl>
                                        <p:attrNameLst>
                                          <p:attrName>style.visibility</p:attrName>
                                        </p:attrNameLst>
                                      </p:cBhvr>
                                      <p:to>
                                        <p:strVal val="visible"/>
                                      </p:to>
                                    </p:set>
                                    <p:animEffect transition="in" filter="wipe(down)">
                                      <p:cBhvr>
                                        <p:cTn id="26" dur="500"/>
                                        <p:tgtEl>
                                          <p:spTgt spid="7171">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70" grpId="0"/>
      <p:bldP spid="7171"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عنصر نائب للمحتوى 2"/>
          <p:cNvSpPr>
            <a:spLocks noGrp="1"/>
          </p:cNvSpPr>
          <p:nvPr>
            <p:ph idx="1"/>
          </p:nvPr>
        </p:nvSpPr>
        <p:spPr>
          <a:xfrm>
            <a:off x="287524" y="1417638"/>
            <a:ext cx="7020780" cy="4459634"/>
          </a:xfrm>
        </p:spPr>
        <p:txBody>
          <a:bodyPr/>
          <a:lstStyle/>
          <a:p>
            <a:pPr>
              <a:buFont typeface="Wingdings" panose="05000000000000000000" pitchFamily="2" charset="2"/>
              <a:buChar char="Ø"/>
            </a:pPr>
            <a:r>
              <a:rPr lang="en-GB" altLang="ar-SA" b="1" dirty="0">
                <a:effectLst>
                  <a:outerShdw blurRad="38100" dist="38100" dir="2700000" algn="tl">
                    <a:srgbClr val="000000">
                      <a:alpha val="43137"/>
                    </a:srgbClr>
                  </a:outerShdw>
                </a:effectLst>
              </a:rPr>
              <a:t>Multi User Systems</a:t>
            </a:r>
            <a:r>
              <a:rPr lang="en-US" altLang="ar-SA" b="1" dirty="0">
                <a:effectLst>
                  <a:outerShdw blurRad="38100" dist="38100" dir="2700000" algn="tl">
                    <a:srgbClr val="000000">
                      <a:alpha val="43137"/>
                    </a:srgbClr>
                  </a:outerShdw>
                </a:effectLst>
              </a:rPr>
              <a:t>.</a:t>
            </a:r>
          </a:p>
          <a:p>
            <a:pPr>
              <a:buFont typeface="Courier New" panose="02070309020205020404" pitchFamily="49" charset="0"/>
              <a:buChar char="o"/>
            </a:pPr>
            <a:r>
              <a:rPr lang="en-GB" sz="2800" dirty="0">
                <a:latin typeface="+mj-lt"/>
              </a:rPr>
              <a:t>Provides regulate access for a number of users by maintaining a database of known users.</a:t>
            </a:r>
            <a:endParaRPr lang="ar-SA" sz="2800" dirty="0">
              <a:latin typeface="+mj-lt"/>
            </a:endParaRPr>
          </a:p>
          <a:p>
            <a:pPr>
              <a:buFont typeface="Courier New" panose="02070309020205020404" pitchFamily="49" charset="0"/>
              <a:buChar char="o"/>
            </a:pPr>
            <a:r>
              <a:rPr lang="en-US" sz="2800" dirty="0">
                <a:latin typeface="+mj-lt"/>
              </a:rPr>
              <a:t>Refers to computer systems that support two or more simulation users. </a:t>
            </a:r>
            <a:endParaRPr lang="ar-SA" sz="2800" dirty="0">
              <a:latin typeface="+mj-lt"/>
            </a:endParaRPr>
          </a:p>
          <a:p>
            <a:pPr>
              <a:buFont typeface="Courier New" panose="02070309020205020404" pitchFamily="49" charset="0"/>
              <a:buChar char="o"/>
            </a:pPr>
            <a:r>
              <a:rPr lang="en-US" sz="2800" dirty="0">
                <a:latin typeface="+mj-lt"/>
              </a:rPr>
              <a:t>Another term for multi-user is time sharing.</a:t>
            </a:r>
            <a:endParaRPr lang="ar-SA" sz="2800" dirty="0">
              <a:latin typeface="+mj-lt"/>
            </a:endParaRPr>
          </a:p>
          <a:p>
            <a:pPr>
              <a:buFont typeface="Courier New" panose="02070309020205020404" pitchFamily="49" charset="0"/>
              <a:buChar char="o"/>
            </a:pPr>
            <a:r>
              <a:rPr lang="en-US" sz="2800" dirty="0">
                <a:latin typeface="+mj-lt"/>
              </a:rPr>
              <a:t>Example: Unix.</a:t>
            </a:r>
          </a:p>
          <a:p>
            <a:pPr marL="0" indent="0">
              <a:buNone/>
            </a:pPr>
            <a:endParaRPr lang="en-US" altLang="ar-SA" b="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47358821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Effect transition="in" filter="fade">
                                      <p:cBhvr>
                                        <p:cTn id="7" dur="500"/>
                                        <p:tgtEl>
                                          <p:spTgt spid="819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195">
                                            <p:txEl>
                                              <p:pRg st="1" end="1"/>
                                            </p:txEl>
                                          </p:spTgt>
                                        </p:tgtEl>
                                        <p:attrNameLst>
                                          <p:attrName>style.visibility</p:attrName>
                                        </p:attrNameLst>
                                      </p:cBhvr>
                                      <p:to>
                                        <p:strVal val="visible"/>
                                      </p:to>
                                    </p:set>
                                    <p:animEffect transition="in" filter="fade">
                                      <p:cBhvr>
                                        <p:cTn id="12" dur="500"/>
                                        <p:tgtEl>
                                          <p:spTgt spid="8195">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195">
                                            <p:txEl>
                                              <p:pRg st="2" end="2"/>
                                            </p:txEl>
                                          </p:spTgt>
                                        </p:tgtEl>
                                        <p:attrNameLst>
                                          <p:attrName>style.visibility</p:attrName>
                                        </p:attrNameLst>
                                      </p:cBhvr>
                                      <p:to>
                                        <p:strVal val="visible"/>
                                      </p:to>
                                    </p:set>
                                    <p:animEffect transition="in" filter="fade">
                                      <p:cBhvr>
                                        <p:cTn id="17" dur="500"/>
                                        <p:tgtEl>
                                          <p:spTgt spid="8195">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8195">
                                            <p:txEl>
                                              <p:pRg st="3" end="3"/>
                                            </p:txEl>
                                          </p:spTgt>
                                        </p:tgtEl>
                                        <p:attrNameLst>
                                          <p:attrName>style.visibility</p:attrName>
                                        </p:attrNameLst>
                                      </p:cBhvr>
                                      <p:to>
                                        <p:strVal val="visible"/>
                                      </p:to>
                                    </p:set>
                                    <p:animEffect transition="in" filter="fade">
                                      <p:cBhvr>
                                        <p:cTn id="22" dur="500"/>
                                        <p:tgtEl>
                                          <p:spTgt spid="8195">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195">
                                            <p:txEl>
                                              <p:pRg st="4" end="4"/>
                                            </p:txEl>
                                          </p:spTgt>
                                        </p:tgtEl>
                                        <p:attrNameLst>
                                          <p:attrName>style.visibility</p:attrName>
                                        </p:attrNameLst>
                                      </p:cBhvr>
                                      <p:to>
                                        <p:strVal val="visible"/>
                                      </p:to>
                                    </p:set>
                                    <p:animEffect transition="in" filter="fade">
                                      <p:cBhvr>
                                        <p:cTn id="27" dur="500"/>
                                        <p:tgtEl>
                                          <p:spTgt spid="8195">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5"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عنوان 1"/>
          <p:cNvSpPr>
            <a:spLocks noGrp="1"/>
          </p:cNvSpPr>
          <p:nvPr>
            <p:ph type="title"/>
          </p:nvPr>
        </p:nvSpPr>
        <p:spPr>
          <a:xfrm>
            <a:off x="251520" y="3645024"/>
            <a:ext cx="8229600" cy="1512168"/>
          </a:xfrm>
        </p:spPr>
        <p:txBody>
          <a:bodyPr/>
          <a:lstStyle/>
          <a:p>
            <a:pPr eaLnBrk="1" hangingPunct="1"/>
            <a:r>
              <a:rPr lang="en-US" altLang="ar-SA" dirty="0">
                <a:solidFill>
                  <a:schemeClr val="tx1"/>
                </a:solidFill>
                <a:effectLst>
                  <a:glow rad="63500">
                    <a:schemeClr val="accent4">
                      <a:satMod val="175000"/>
                      <a:alpha val="40000"/>
                    </a:schemeClr>
                  </a:glow>
                </a:effectLst>
                <a:latin typeface="Berlin Sans FB Demi" panose="020E0802020502020306" pitchFamily="34" charset="0"/>
              </a:rPr>
              <a:t>Compare between Operating Systems.</a:t>
            </a:r>
            <a:endParaRPr lang="ar-SA" altLang="ar-SA" dirty="0">
              <a:solidFill>
                <a:schemeClr val="tx1"/>
              </a:solidFill>
              <a:effectLst>
                <a:glow rad="63500">
                  <a:schemeClr val="accent4">
                    <a:satMod val="175000"/>
                    <a:alpha val="40000"/>
                  </a:schemeClr>
                </a:glow>
              </a:effectLst>
              <a:latin typeface="Berlin Sans FB Demi" panose="020E0802020502020306" pitchFamily="34" charset="0"/>
            </a:endParaRPr>
          </a:p>
        </p:txBody>
      </p:sp>
      <p:pic>
        <p:nvPicPr>
          <p:cNvPr id="7" name="صورة 6">
            <a:extLst>
              <a:ext uri="{FF2B5EF4-FFF2-40B4-BE49-F238E27FC236}">
                <a16:creationId xmlns:a16="http://schemas.microsoft.com/office/drawing/2014/main" id="{10F35A1A-B6FA-40B3-9679-C131A55B8CD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5576" y="920662"/>
            <a:ext cx="6998836" cy="2376264"/>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1571586202"/>
      </p:ext>
    </p:extLst>
  </p:cSld>
  <p:clrMapOvr>
    <a:masterClrMapping/>
  </p:clrMapOvr>
  <mc:AlternateContent xmlns:mc="http://schemas.openxmlformats.org/markup-compatibility/2006" xmlns:p14="http://schemas.microsoft.com/office/powerpoint/2010/main">
    <mc:Choice Requires="p14">
      <p:transition spd="slow" p14:dur="2500">
        <p:checker/>
      </p:transition>
    </mc:Choice>
    <mc:Fallback xmlns="">
      <p:transition spd="slow">
        <p:checker/>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down)">
                                      <p:cBhvr>
                                        <p:cTn id="7" dur="580">
                                          <p:stCondLst>
                                            <p:cond delay="0"/>
                                          </p:stCondLst>
                                        </p:cTn>
                                        <p:tgtEl>
                                          <p:spTgt spid="7"/>
                                        </p:tgtEl>
                                      </p:cBhvr>
                                    </p:animEffect>
                                    <p:anim calcmode="lin" valueType="num">
                                      <p:cBhvr>
                                        <p:cTn id="8" dur="1822" tmFilter="0,0; 0.14,0.36; 0.43,0.73; 0.71,0.91; 1.0,1.0">
                                          <p:stCondLst>
                                            <p:cond delay="0"/>
                                          </p:stCondLst>
                                        </p:cTn>
                                        <p:tgtEl>
                                          <p:spTgt spid="7"/>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7"/>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7"/>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7"/>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7"/>
                                        </p:tgtEl>
                                        <p:attrNameLst>
                                          <p:attrName>ppt_y</p:attrName>
                                        </p:attrNameLst>
                                      </p:cBhvr>
                                      <p:tavLst>
                                        <p:tav tm="0" fmla="#ppt_y-sin(pi*$)/81">
                                          <p:val>
                                            <p:fltVal val="0"/>
                                          </p:val>
                                        </p:tav>
                                        <p:tav tm="100000">
                                          <p:val>
                                            <p:fltVal val="1"/>
                                          </p:val>
                                        </p:tav>
                                      </p:tavLst>
                                    </p:anim>
                                    <p:animScale>
                                      <p:cBhvr>
                                        <p:cTn id="13" dur="26">
                                          <p:stCondLst>
                                            <p:cond delay="650"/>
                                          </p:stCondLst>
                                        </p:cTn>
                                        <p:tgtEl>
                                          <p:spTgt spid="7"/>
                                        </p:tgtEl>
                                      </p:cBhvr>
                                      <p:to x="100000" y="60000"/>
                                    </p:animScale>
                                    <p:animScale>
                                      <p:cBhvr>
                                        <p:cTn id="14" dur="166" decel="50000">
                                          <p:stCondLst>
                                            <p:cond delay="676"/>
                                          </p:stCondLst>
                                        </p:cTn>
                                        <p:tgtEl>
                                          <p:spTgt spid="7"/>
                                        </p:tgtEl>
                                      </p:cBhvr>
                                      <p:to x="100000" y="100000"/>
                                    </p:animScale>
                                    <p:animScale>
                                      <p:cBhvr>
                                        <p:cTn id="15" dur="26">
                                          <p:stCondLst>
                                            <p:cond delay="1312"/>
                                          </p:stCondLst>
                                        </p:cTn>
                                        <p:tgtEl>
                                          <p:spTgt spid="7"/>
                                        </p:tgtEl>
                                      </p:cBhvr>
                                      <p:to x="100000" y="80000"/>
                                    </p:animScale>
                                    <p:animScale>
                                      <p:cBhvr>
                                        <p:cTn id="16" dur="166" decel="50000">
                                          <p:stCondLst>
                                            <p:cond delay="1338"/>
                                          </p:stCondLst>
                                        </p:cTn>
                                        <p:tgtEl>
                                          <p:spTgt spid="7"/>
                                        </p:tgtEl>
                                      </p:cBhvr>
                                      <p:to x="100000" y="100000"/>
                                    </p:animScale>
                                    <p:animScale>
                                      <p:cBhvr>
                                        <p:cTn id="17" dur="26">
                                          <p:stCondLst>
                                            <p:cond delay="1642"/>
                                          </p:stCondLst>
                                        </p:cTn>
                                        <p:tgtEl>
                                          <p:spTgt spid="7"/>
                                        </p:tgtEl>
                                      </p:cBhvr>
                                      <p:to x="100000" y="90000"/>
                                    </p:animScale>
                                    <p:animScale>
                                      <p:cBhvr>
                                        <p:cTn id="18" dur="166" decel="50000">
                                          <p:stCondLst>
                                            <p:cond delay="1668"/>
                                          </p:stCondLst>
                                        </p:cTn>
                                        <p:tgtEl>
                                          <p:spTgt spid="7"/>
                                        </p:tgtEl>
                                      </p:cBhvr>
                                      <p:to x="100000" y="100000"/>
                                    </p:animScale>
                                    <p:animScale>
                                      <p:cBhvr>
                                        <p:cTn id="19" dur="26">
                                          <p:stCondLst>
                                            <p:cond delay="1808"/>
                                          </p:stCondLst>
                                        </p:cTn>
                                        <p:tgtEl>
                                          <p:spTgt spid="7"/>
                                        </p:tgtEl>
                                      </p:cBhvr>
                                      <p:to x="100000" y="95000"/>
                                    </p:animScale>
                                    <p:animScale>
                                      <p:cBhvr>
                                        <p:cTn id="20" dur="166" decel="50000">
                                          <p:stCondLst>
                                            <p:cond delay="1834"/>
                                          </p:stCondLst>
                                        </p:cTn>
                                        <p:tgtEl>
                                          <p:spTgt spid="7"/>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14" presetClass="entr" presetSubtype="10" fill="hold" grpId="0" nodeType="clickEffect">
                                  <p:stCondLst>
                                    <p:cond delay="0"/>
                                  </p:stCondLst>
                                  <p:childTnLst>
                                    <p:set>
                                      <p:cBhvr>
                                        <p:cTn id="24" dur="1" fill="hold">
                                          <p:stCondLst>
                                            <p:cond delay="0"/>
                                          </p:stCondLst>
                                        </p:cTn>
                                        <p:tgtEl>
                                          <p:spTgt spid="9218"/>
                                        </p:tgtEl>
                                        <p:attrNameLst>
                                          <p:attrName>style.visibility</p:attrName>
                                        </p:attrNameLst>
                                      </p:cBhvr>
                                      <p:to>
                                        <p:strVal val="visible"/>
                                      </p:to>
                                    </p:set>
                                    <p:animEffect transition="in" filter="randombar(horizontal)">
                                      <p:cBhvr>
                                        <p:cTn id="25" dur="500"/>
                                        <p:tgtEl>
                                          <p:spTgt spid="92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1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رسم تخطيطي 8">
            <a:extLst>
              <a:ext uri="{FF2B5EF4-FFF2-40B4-BE49-F238E27FC236}">
                <a16:creationId xmlns:a16="http://schemas.microsoft.com/office/drawing/2014/main" id="{423B4168-45D5-47C0-8512-39A05748F968}"/>
              </a:ext>
            </a:extLst>
          </p:cNvPr>
          <p:cNvGraphicFramePr/>
          <p:nvPr>
            <p:extLst/>
          </p:nvPr>
        </p:nvGraphicFramePr>
        <p:xfrm>
          <a:off x="0" y="862159"/>
          <a:ext cx="9109649" cy="599584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Content Placeholder 2"/>
          <p:cNvSpPr>
            <a:spLocks noGrp="1"/>
          </p:cNvSpPr>
          <p:nvPr>
            <p:ph idx="1"/>
          </p:nvPr>
        </p:nvSpPr>
        <p:spPr/>
        <p:txBody>
          <a:bodyPr/>
          <a:lstStyle/>
          <a:p>
            <a:endParaRPr lang="en-US" dirty="0"/>
          </a:p>
        </p:txBody>
      </p:sp>
    </p:spTree>
    <p:extLst>
      <p:ext uri="{BB962C8B-B14F-4D97-AF65-F5344CB8AC3E}">
        <p14:creationId xmlns:p14="http://schemas.microsoft.com/office/powerpoint/2010/main" val="4000019496"/>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fractur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down)">
                                      <p:cBhvr>
                                        <p:cTn id="7" dur="580">
                                          <p:stCondLst>
                                            <p:cond delay="0"/>
                                          </p:stCondLst>
                                        </p:cTn>
                                        <p:tgtEl>
                                          <p:spTgt spid="9"/>
                                        </p:tgtEl>
                                      </p:cBhvr>
                                    </p:animEffect>
                                    <p:anim calcmode="lin" valueType="num">
                                      <p:cBhvr>
                                        <p:cTn id="8" dur="1822" tmFilter="0,0; 0.14,0.36; 0.43,0.73; 0.71,0.91; 1.0,1.0">
                                          <p:stCondLst>
                                            <p:cond delay="0"/>
                                          </p:stCondLst>
                                        </p:cTn>
                                        <p:tgtEl>
                                          <p:spTgt spid="9"/>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9"/>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9"/>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9"/>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9"/>
                                        </p:tgtEl>
                                        <p:attrNameLst>
                                          <p:attrName>ppt_y</p:attrName>
                                        </p:attrNameLst>
                                      </p:cBhvr>
                                      <p:tavLst>
                                        <p:tav tm="0" fmla="#ppt_y-sin(pi*$)/81">
                                          <p:val>
                                            <p:fltVal val="0"/>
                                          </p:val>
                                        </p:tav>
                                        <p:tav tm="100000">
                                          <p:val>
                                            <p:fltVal val="1"/>
                                          </p:val>
                                        </p:tav>
                                      </p:tavLst>
                                    </p:anim>
                                    <p:animScale>
                                      <p:cBhvr>
                                        <p:cTn id="13" dur="26">
                                          <p:stCondLst>
                                            <p:cond delay="650"/>
                                          </p:stCondLst>
                                        </p:cTn>
                                        <p:tgtEl>
                                          <p:spTgt spid="9"/>
                                        </p:tgtEl>
                                      </p:cBhvr>
                                      <p:to x="100000" y="60000"/>
                                    </p:animScale>
                                    <p:animScale>
                                      <p:cBhvr>
                                        <p:cTn id="14" dur="166" decel="50000">
                                          <p:stCondLst>
                                            <p:cond delay="676"/>
                                          </p:stCondLst>
                                        </p:cTn>
                                        <p:tgtEl>
                                          <p:spTgt spid="9"/>
                                        </p:tgtEl>
                                      </p:cBhvr>
                                      <p:to x="100000" y="100000"/>
                                    </p:animScale>
                                    <p:animScale>
                                      <p:cBhvr>
                                        <p:cTn id="15" dur="26">
                                          <p:stCondLst>
                                            <p:cond delay="1312"/>
                                          </p:stCondLst>
                                        </p:cTn>
                                        <p:tgtEl>
                                          <p:spTgt spid="9"/>
                                        </p:tgtEl>
                                      </p:cBhvr>
                                      <p:to x="100000" y="80000"/>
                                    </p:animScale>
                                    <p:animScale>
                                      <p:cBhvr>
                                        <p:cTn id="16" dur="166" decel="50000">
                                          <p:stCondLst>
                                            <p:cond delay="1338"/>
                                          </p:stCondLst>
                                        </p:cTn>
                                        <p:tgtEl>
                                          <p:spTgt spid="9"/>
                                        </p:tgtEl>
                                      </p:cBhvr>
                                      <p:to x="100000" y="100000"/>
                                    </p:animScale>
                                    <p:animScale>
                                      <p:cBhvr>
                                        <p:cTn id="17" dur="26">
                                          <p:stCondLst>
                                            <p:cond delay="1642"/>
                                          </p:stCondLst>
                                        </p:cTn>
                                        <p:tgtEl>
                                          <p:spTgt spid="9"/>
                                        </p:tgtEl>
                                      </p:cBhvr>
                                      <p:to x="100000" y="90000"/>
                                    </p:animScale>
                                    <p:animScale>
                                      <p:cBhvr>
                                        <p:cTn id="18" dur="166" decel="50000">
                                          <p:stCondLst>
                                            <p:cond delay="1668"/>
                                          </p:stCondLst>
                                        </p:cTn>
                                        <p:tgtEl>
                                          <p:spTgt spid="9"/>
                                        </p:tgtEl>
                                      </p:cBhvr>
                                      <p:to x="100000" y="100000"/>
                                    </p:animScale>
                                    <p:animScale>
                                      <p:cBhvr>
                                        <p:cTn id="19" dur="26">
                                          <p:stCondLst>
                                            <p:cond delay="1808"/>
                                          </p:stCondLst>
                                        </p:cTn>
                                        <p:tgtEl>
                                          <p:spTgt spid="9"/>
                                        </p:tgtEl>
                                      </p:cBhvr>
                                      <p:to x="100000" y="95000"/>
                                    </p:animScale>
                                    <p:animScale>
                                      <p:cBhvr>
                                        <p:cTn id="20" dur="166" decel="50000">
                                          <p:stCondLst>
                                            <p:cond delay="1834"/>
                                          </p:stCondLst>
                                        </p:cTn>
                                        <p:tgtEl>
                                          <p:spTgt spid="9"/>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 grpId="0">
        <p:bldAsOne/>
      </p:bldGraphic>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عنوان 1"/>
          <p:cNvSpPr>
            <a:spLocks noGrp="1"/>
          </p:cNvSpPr>
          <p:nvPr>
            <p:ph type="title"/>
          </p:nvPr>
        </p:nvSpPr>
        <p:spPr>
          <a:xfrm>
            <a:off x="1131383" y="152400"/>
            <a:ext cx="7097959" cy="1184373"/>
          </a:xfrm>
        </p:spPr>
        <p:txBody>
          <a:bodyPr/>
          <a:lstStyle/>
          <a:p>
            <a:pPr eaLnBrk="1" hangingPunct="1"/>
            <a:r>
              <a:rPr lang="en-US" altLang="ar-SA" dirty="0">
                <a:solidFill>
                  <a:schemeClr val="tx1"/>
                </a:solidFill>
                <a:effectLst>
                  <a:glow rad="63500">
                    <a:schemeClr val="accent4">
                      <a:satMod val="175000"/>
                      <a:alpha val="40000"/>
                    </a:schemeClr>
                  </a:glow>
                </a:effectLst>
                <a:latin typeface="Berlin Sans FB Demi" panose="020E0802020502020306" pitchFamily="34" charset="0"/>
              </a:rPr>
              <a:t>What is Microsoft Windows?</a:t>
            </a:r>
            <a:endParaRPr lang="ar-SA" altLang="ar-SA" dirty="0">
              <a:solidFill>
                <a:schemeClr val="tx1"/>
              </a:solidFill>
              <a:effectLst>
                <a:glow rad="63500">
                  <a:schemeClr val="accent4">
                    <a:satMod val="175000"/>
                    <a:alpha val="40000"/>
                  </a:schemeClr>
                </a:glow>
              </a:effectLst>
              <a:latin typeface="Berlin Sans FB Demi" panose="020E0802020502020306" pitchFamily="34" charset="0"/>
            </a:endParaRPr>
          </a:p>
        </p:txBody>
      </p:sp>
      <p:sp>
        <p:nvSpPr>
          <p:cNvPr id="11267" name="عنصر نائب للمحتوى 2"/>
          <p:cNvSpPr>
            <a:spLocks noGrp="1"/>
          </p:cNvSpPr>
          <p:nvPr>
            <p:ph idx="1"/>
          </p:nvPr>
        </p:nvSpPr>
        <p:spPr>
          <a:xfrm>
            <a:off x="132281" y="1616726"/>
            <a:ext cx="4577681" cy="4338434"/>
          </a:xfrm>
        </p:spPr>
        <p:txBody>
          <a:bodyPr>
            <a:normAutofit lnSpcReduction="10000"/>
          </a:bodyPr>
          <a:lstStyle/>
          <a:p>
            <a:pPr marL="0" indent="0">
              <a:buNone/>
            </a:pPr>
            <a:r>
              <a:rPr lang="en-US" sz="2800" dirty="0"/>
              <a:t>Microsoft Windows is         a family of proprietary operating systems designed by Microsoft Corporation and primarily targeted to Intel architecture based computers, Windows versions date back to September 1981.</a:t>
            </a:r>
            <a:endParaRPr lang="ar-SA" sz="2800" dirty="0"/>
          </a:p>
        </p:txBody>
      </p:sp>
      <p:pic>
        <p:nvPicPr>
          <p:cNvPr id="7" name="صورة 6">
            <a:extLst>
              <a:ext uri="{FF2B5EF4-FFF2-40B4-BE49-F238E27FC236}">
                <a16:creationId xmlns:a16="http://schemas.microsoft.com/office/drawing/2014/main" id="{3576B85A-FAB0-41B2-AB81-126AF9FCFF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680363" y="1728646"/>
            <a:ext cx="4399687" cy="2895839"/>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326645328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fallOver"/>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grpId="0" nodeType="clickEffect">
                                  <p:stCondLst>
                                    <p:cond delay="0"/>
                                  </p:stCondLst>
                                  <p:childTnLst>
                                    <p:set>
                                      <p:cBhvr>
                                        <p:cTn id="6" dur="1" fill="hold">
                                          <p:stCondLst>
                                            <p:cond delay="0"/>
                                          </p:stCondLst>
                                        </p:cTn>
                                        <p:tgtEl>
                                          <p:spTgt spid="11266"/>
                                        </p:tgtEl>
                                        <p:attrNameLst>
                                          <p:attrName>style.visibility</p:attrName>
                                        </p:attrNameLst>
                                      </p:cBhvr>
                                      <p:to>
                                        <p:strVal val="visible"/>
                                      </p:to>
                                    </p:set>
                                    <p:anim calcmode="lin" valueType="num">
                                      <p:cBhvr>
                                        <p:cTn id="7" dur="1000" fill="hold"/>
                                        <p:tgtEl>
                                          <p:spTgt spid="11266"/>
                                        </p:tgtEl>
                                        <p:attrNameLst>
                                          <p:attrName>ppt_w</p:attrName>
                                        </p:attrNameLst>
                                      </p:cBhvr>
                                      <p:tavLst>
                                        <p:tav tm="0">
                                          <p:val>
                                            <p:fltVal val="0"/>
                                          </p:val>
                                        </p:tav>
                                        <p:tav tm="100000">
                                          <p:val>
                                            <p:strVal val="#ppt_w"/>
                                          </p:val>
                                        </p:tav>
                                      </p:tavLst>
                                    </p:anim>
                                    <p:anim calcmode="lin" valueType="num">
                                      <p:cBhvr>
                                        <p:cTn id="8" dur="1000" fill="hold"/>
                                        <p:tgtEl>
                                          <p:spTgt spid="11266"/>
                                        </p:tgtEl>
                                        <p:attrNameLst>
                                          <p:attrName>ppt_h</p:attrName>
                                        </p:attrNameLst>
                                      </p:cBhvr>
                                      <p:tavLst>
                                        <p:tav tm="0">
                                          <p:val>
                                            <p:fltVal val="0"/>
                                          </p:val>
                                        </p:tav>
                                        <p:tav tm="100000">
                                          <p:val>
                                            <p:strVal val="#ppt_h"/>
                                          </p:val>
                                        </p:tav>
                                      </p:tavLst>
                                    </p:anim>
                                    <p:anim calcmode="lin" valueType="num">
                                      <p:cBhvr>
                                        <p:cTn id="9" dur="1000" fill="hold"/>
                                        <p:tgtEl>
                                          <p:spTgt spid="11266"/>
                                        </p:tgtEl>
                                        <p:attrNameLst>
                                          <p:attrName>style.rotation</p:attrName>
                                        </p:attrNameLst>
                                      </p:cBhvr>
                                      <p:tavLst>
                                        <p:tav tm="0">
                                          <p:val>
                                            <p:fltVal val="90"/>
                                          </p:val>
                                        </p:tav>
                                        <p:tav tm="100000">
                                          <p:val>
                                            <p:fltVal val="0"/>
                                          </p:val>
                                        </p:tav>
                                      </p:tavLst>
                                    </p:anim>
                                    <p:animEffect transition="in" filter="fade">
                                      <p:cBhvr>
                                        <p:cTn id="10" dur="1000"/>
                                        <p:tgtEl>
                                          <p:spTgt spid="11266"/>
                                        </p:tgtEl>
                                      </p:cBhvr>
                                    </p:animEffect>
                                  </p:childTnLst>
                                </p:cTn>
                              </p:par>
                            </p:childTnLst>
                          </p:cTn>
                        </p:par>
                      </p:childTnLst>
                    </p:cTn>
                  </p:par>
                  <p:par>
                    <p:cTn id="11" fill="hold">
                      <p:stCondLst>
                        <p:cond delay="indefinite"/>
                      </p:stCondLst>
                      <p:childTnLst>
                        <p:par>
                          <p:cTn id="12" fill="hold">
                            <p:stCondLst>
                              <p:cond delay="0"/>
                            </p:stCondLst>
                            <p:childTnLst>
                              <p:par>
                                <p:cTn id="13" presetID="26"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wipe(down)">
                                      <p:cBhvr>
                                        <p:cTn id="15" dur="580">
                                          <p:stCondLst>
                                            <p:cond delay="0"/>
                                          </p:stCondLst>
                                        </p:cTn>
                                        <p:tgtEl>
                                          <p:spTgt spid="7"/>
                                        </p:tgtEl>
                                      </p:cBhvr>
                                    </p:animEffect>
                                    <p:anim calcmode="lin" valueType="num">
                                      <p:cBhvr>
                                        <p:cTn id="16" dur="1822" tmFilter="0,0; 0.14,0.36; 0.43,0.73; 0.71,0.91; 1.0,1.0">
                                          <p:stCondLst>
                                            <p:cond delay="0"/>
                                          </p:stCondLst>
                                        </p:cTn>
                                        <p:tgtEl>
                                          <p:spTgt spid="7"/>
                                        </p:tgtEl>
                                        <p:attrNameLst>
                                          <p:attrName>ppt_x</p:attrName>
                                        </p:attrNameLst>
                                      </p:cBhvr>
                                      <p:tavLst>
                                        <p:tav tm="0">
                                          <p:val>
                                            <p:strVal val="#ppt_x-0.25"/>
                                          </p:val>
                                        </p:tav>
                                        <p:tav tm="100000">
                                          <p:val>
                                            <p:strVal val="#ppt_x"/>
                                          </p:val>
                                        </p:tav>
                                      </p:tavLst>
                                    </p:anim>
                                    <p:anim calcmode="lin" valueType="num">
                                      <p:cBhvr>
                                        <p:cTn id="17" dur="664" tmFilter="0.0,0.0; 0.25,0.07; 0.50,0.2; 0.75,0.467; 1.0,1.0">
                                          <p:stCondLst>
                                            <p:cond delay="0"/>
                                          </p:stCondLst>
                                        </p:cTn>
                                        <p:tgtEl>
                                          <p:spTgt spid="7"/>
                                        </p:tgtEl>
                                        <p:attrNameLst>
                                          <p:attrName>ppt_y</p:attrName>
                                        </p:attrNameLst>
                                      </p:cBhvr>
                                      <p:tavLst>
                                        <p:tav tm="0" fmla="#ppt_y-sin(pi*$)/3">
                                          <p:val>
                                            <p:fltVal val="0.5"/>
                                          </p:val>
                                        </p:tav>
                                        <p:tav tm="100000">
                                          <p:val>
                                            <p:fltVal val="1"/>
                                          </p:val>
                                        </p:tav>
                                      </p:tavLst>
                                    </p:anim>
                                    <p:anim calcmode="lin" valueType="num">
                                      <p:cBhvr>
                                        <p:cTn id="18" dur="664" tmFilter="0, 0; 0.125,0.2665; 0.25,0.4; 0.375,0.465; 0.5,0.5;  0.625,0.535; 0.75,0.6; 0.875,0.7335; 1,1">
                                          <p:stCondLst>
                                            <p:cond delay="664"/>
                                          </p:stCondLst>
                                        </p:cTn>
                                        <p:tgtEl>
                                          <p:spTgt spid="7"/>
                                        </p:tgtEl>
                                        <p:attrNameLst>
                                          <p:attrName>ppt_y</p:attrName>
                                        </p:attrNameLst>
                                      </p:cBhvr>
                                      <p:tavLst>
                                        <p:tav tm="0" fmla="#ppt_y-sin(pi*$)/9">
                                          <p:val>
                                            <p:fltVal val="0"/>
                                          </p:val>
                                        </p:tav>
                                        <p:tav tm="100000">
                                          <p:val>
                                            <p:fltVal val="1"/>
                                          </p:val>
                                        </p:tav>
                                      </p:tavLst>
                                    </p:anim>
                                    <p:anim calcmode="lin" valueType="num">
                                      <p:cBhvr>
                                        <p:cTn id="19" dur="332" tmFilter="0, 0; 0.125,0.2665; 0.25,0.4; 0.375,0.465; 0.5,0.5;  0.625,0.535; 0.75,0.6; 0.875,0.7335; 1,1">
                                          <p:stCondLst>
                                            <p:cond delay="1324"/>
                                          </p:stCondLst>
                                        </p:cTn>
                                        <p:tgtEl>
                                          <p:spTgt spid="7"/>
                                        </p:tgtEl>
                                        <p:attrNameLst>
                                          <p:attrName>ppt_y</p:attrName>
                                        </p:attrNameLst>
                                      </p:cBhvr>
                                      <p:tavLst>
                                        <p:tav tm="0" fmla="#ppt_y-sin(pi*$)/27">
                                          <p:val>
                                            <p:fltVal val="0"/>
                                          </p:val>
                                        </p:tav>
                                        <p:tav tm="100000">
                                          <p:val>
                                            <p:fltVal val="1"/>
                                          </p:val>
                                        </p:tav>
                                      </p:tavLst>
                                    </p:anim>
                                    <p:anim calcmode="lin" valueType="num">
                                      <p:cBhvr>
                                        <p:cTn id="20" dur="164" tmFilter="0, 0; 0.125,0.2665; 0.25,0.4; 0.375,0.465; 0.5,0.5;  0.625,0.535; 0.75,0.6; 0.875,0.7335; 1,1">
                                          <p:stCondLst>
                                            <p:cond delay="1656"/>
                                          </p:stCondLst>
                                        </p:cTn>
                                        <p:tgtEl>
                                          <p:spTgt spid="7"/>
                                        </p:tgtEl>
                                        <p:attrNameLst>
                                          <p:attrName>ppt_y</p:attrName>
                                        </p:attrNameLst>
                                      </p:cBhvr>
                                      <p:tavLst>
                                        <p:tav tm="0" fmla="#ppt_y-sin(pi*$)/81">
                                          <p:val>
                                            <p:fltVal val="0"/>
                                          </p:val>
                                        </p:tav>
                                        <p:tav tm="100000">
                                          <p:val>
                                            <p:fltVal val="1"/>
                                          </p:val>
                                        </p:tav>
                                      </p:tavLst>
                                    </p:anim>
                                    <p:animScale>
                                      <p:cBhvr>
                                        <p:cTn id="21" dur="26">
                                          <p:stCondLst>
                                            <p:cond delay="650"/>
                                          </p:stCondLst>
                                        </p:cTn>
                                        <p:tgtEl>
                                          <p:spTgt spid="7"/>
                                        </p:tgtEl>
                                      </p:cBhvr>
                                      <p:to x="100000" y="60000"/>
                                    </p:animScale>
                                    <p:animScale>
                                      <p:cBhvr>
                                        <p:cTn id="22" dur="166" decel="50000">
                                          <p:stCondLst>
                                            <p:cond delay="676"/>
                                          </p:stCondLst>
                                        </p:cTn>
                                        <p:tgtEl>
                                          <p:spTgt spid="7"/>
                                        </p:tgtEl>
                                      </p:cBhvr>
                                      <p:to x="100000" y="100000"/>
                                    </p:animScale>
                                    <p:animScale>
                                      <p:cBhvr>
                                        <p:cTn id="23" dur="26">
                                          <p:stCondLst>
                                            <p:cond delay="1312"/>
                                          </p:stCondLst>
                                        </p:cTn>
                                        <p:tgtEl>
                                          <p:spTgt spid="7"/>
                                        </p:tgtEl>
                                      </p:cBhvr>
                                      <p:to x="100000" y="80000"/>
                                    </p:animScale>
                                    <p:animScale>
                                      <p:cBhvr>
                                        <p:cTn id="24" dur="166" decel="50000">
                                          <p:stCondLst>
                                            <p:cond delay="1338"/>
                                          </p:stCondLst>
                                        </p:cTn>
                                        <p:tgtEl>
                                          <p:spTgt spid="7"/>
                                        </p:tgtEl>
                                      </p:cBhvr>
                                      <p:to x="100000" y="100000"/>
                                    </p:animScale>
                                    <p:animScale>
                                      <p:cBhvr>
                                        <p:cTn id="25" dur="26">
                                          <p:stCondLst>
                                            <p:cond delay="1642"/>
                                          </p:stCondLst>
                                        </p:cTn>
                                        <p:tgtEl>
                                          <p:spTgt spid="7"/>
                                        </p:tgtEl>
                                      </p:cBhvr>
                                      <p:to x="100000" y="90000"/>
                                    </p:animScale>
                                    <p:animScale>
                                      <p:cBhvr>
                                        <p:cTn id="26" dur="166" decel="50000">
                                          <p:stCondLst>
                                            <p:cond delay="1668"/>
                                          </p:stCondLst>
                                        </p:cTn>
                                        <p:tgtEl>
                                          <p:spTgt spid="7"/>
                                        </p:tgtEl>
                                      </p:cBhvr>
                                      <p:to x="100000" y="100000"/>
                                    </p:animScale>
                                    <p:animScale>
                                      <p:cBhvr>
                                        <p:cTn id="27" dur="26">
                                          <p:stCondLst>
                                            <p:cond delay="1808"/>
                                          </p:stCondLst>
                                        </p:cTn>
                                        <p:tgtEl>
                                          <p:spTgt spid="7"/>
                                        </p:tgtEl>
                                      </p:cBhvr>
                                      <p:to x="100000" y="95000"/>
                                    </p:animScale>
                                    <p:animScale>
                                      <p:cBhvr>
                                        <p:cTn id="28" dur="166" decel="50000">
                                          <p:stCondLst>
                                            <p:cond delay="1834"/>
                                          </p:stCondLst>
                                        </p:cTn>
                                        <p:tgtEl>
                                          <p:spTgt spid="7"/>
                                        </p:tgtEl>
                                      </p:cBhvr>
                                      <p:to x="100000" y="100000"/>
                                    </p:animScale>
                                  </p:childTnLst>
                                </p:cTn>
                              </p:par>
                            </p:childTnLst>
                          </p:cTn>
                        </p:par>
                      </p:childTnLst>
                    </p:cTn>
                  </p:par>
                  <p:par>
                    <p:cTn id="29" fill="hold">
                      <p:stCondLst>
                        <p:cond delay="indefinite"/>
                      </p:stCondLst>
                      <p:childTnLst>
                        <p:par>
                          <p:cTn id="30" fill="hold">
                            <p:stCondLst>
                              <p:cond delay="0"/>
                            </p:stCondLst>
                            <p:childTnLst>
                              <p:par>
                                <p:cTn id="31" presetID="6" presetClass="entr" presetSubtype="16" fill="hold" grpId="0" nodeType="clickEffect">
                                  <p:stCondLst>
                                    <p:cond delay="0"/>
                                  </p:stCondLst>
                                  <p:childTnLst>
                                    <p:set>
                                      <p:cBhvr>
                                        <p:cTn id="32" dur="1" fill="hold">
                                          <p:stCondLst>
                                            <p:cond delay="0"/>
                                          </p:stCondLst>
                                        </p:cTn>
                                        <p:tgtEl>
                                          <p:spTgt spid="11267">
                                            <p:txEl>
                                              <p:pRg st="0" end="0"/>
                                            </p:txEl>
                                          </p:spTgt>
                                        </p:tgtEl>
                                        <p:attrNameLst>
                                          <p:attrName>style.visibility</p:attrName>
                                        </p:attrNameLst>
                                      </p:cBhvr>
                                      <p:to>
                                        <p:strVal val="visible"/>
                                      </p:to>
                                    </p:set>
                                    <p:animEffect transition="in" filter="circle(in)">
                                      <p:cBhvr>
                                        <p:cTn id="33" dur="2000"/>
                                        <p:tgtEl>
                                          <p:spTgt spid="1126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6" grpId="0"/>
      <p:bldP spid="11267"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عنوان 1"/>
          <p:cNvSpPr>
            <a:spLocks noGrp="1"/>
          </p:cNvSpPr>
          <p:nvPr>
            <p:ph type="title"/>
          </p:nvPr>
        </p:nvSpPr>
        <p:spPr>
          <a:xfrm>
            <a:off x="762000" y="152400"/>
            <a:ext cx="7463172" cy="1143000"/>
          </a:xfrm>
        </p:spPr>
        <p:txBody>
          <a:bodyPr/>
          <a:lstStyle/>
          <a:p>
            <a:pPr eaLnBrk="1" hangingPunct="1"/>
            <a:r>
              <a:rPr lang="en-US" altLang="ar-SA" dirty="0">
                <a:solidFill>
                  <a:schemeClr val="tx1"/>
                </a:solidFill>
                <a:effectLst>
                  <a:glow rad="63500">
                    <a:schemeClr val="accent6">
                      <a:satMod val="175000"/>
                      <a:alpha val="40000"/>
                    </a:schemeClr>
                  </a:glow>
                </a:effectLst>
                <a:latin typeface="Berlin Sans FB Demi" panose="020E0802020502020306" pitchFamily="34" charset="0"/>
              </a:rPr>
              <a:t>Types of Microsoft Windows.</a:t>
            </a:r>
            <a:endParaRPr lang="ar-SA" altLang="ar-SA" dirty="0">
              <a:solidFill>
                <a:schemeClr val="tx1"/>
              </a:solidFill>
              <a:effectLst>
                <a:glow rad="63500">
                  <a:schemeClr val="accent6">
                    <a:satMod val="175000"/>
                    <a:alpha val="40000"/>
                  </a:schemeClr>
                </a:glow>
              </a:effectLst>
              <a:latin typeface="Berlin Sans FB Demi" panose="020E0802020502020306" pitchFamily="34" charset="0"/>
            </a:endParaRPr>
          </a:p>
        </p:txBody>
      </p:sp>
      <p:sp>
        <p:nvSpPr>
          <p:cNvPr id="12291" name="عنصر نائب للمحتوى 2"/>
          <p:cNvSpPr>
            <a:spLocks noGrp="1"/>
          </p:cNvSpPr>
          <p:nvPr>
            <p:ph idx="1"/>
          </p:nvPr>
        </p:nvSpPr>
        <p:spPr>
          <a:xfrm>
            <a:off x="395536" y="1608650"/>
            <a:ext cx="6336704" cy="4340630"/>
          </a:xfrm>
        </p:spPr>
        <p:txBody>
          <a:bodyPr>
            <a:normAutofit fontScale="92500" lnSpcReduction="20000"/>
          </a:bodyPr>
          <a:lstStyle/>
          <a:p>
            <a:pPr marL="0" indent="0">
              <a:buNone/>
            </a:pPr>
            <a:r>
              <a:rPr lang="en-US" sz="2000" b="1" dirty="0">
                <a:solidFill>
                  <a:srgbClr val="FF0000"/>
                </a:solidFill>
                <a:effectLst>
                  <a:outerShdw blurRad="38100" dist="38100" dir="2700000" algn="tl">
                    <a:srgbClr val="000000">
                      <a:alpha val="43137"/>
                    </a:srgbClr>
                  </a:outerShdw>
                </a:effectLst>
              </a:rPr>
              <a:t>1- </a:t>
            </a:r>
            <a:r>
              <a:rPr lang="en-US" sz="2000" b="1" dirty="0">
                <a:effectLst>
                  <a:outerShdw blurRad="38100" dist="38100" dir="2700000" algn="tl">
                    <a:srgbClr val="000000">
                      <a:alpha val="43137"/>
                    </a:srgbClr>
                  </a:outerShdw>
                </a:effectLst>
              </a:rPr>
              <a:t> </a:t>
            </a:r>
            <a:r>
              <a:rPr lang="en-US" sz="2000" b="1" u="sng" dirty="0">
                <a:solidFill>
                  <a:srgbClr val="0070C0"/>
                </a:solidFill>
                <a:effectLst>
                  <a:outerShdw blurRad="38100" dist="38100" dir="2700000" algn="tl">
                    <a:srgbClr val="000000">
                      <a:alpha val="43137"/>
                    </a:srgbClr>
                  </a:outerShdw>
                </a:effectLst>
              </a:rPr>
              <a:t>Windows XP</a:t>
            </a:r>
            <a:r>
              <a:rPr lang="en-US" sz="2000" b="1" dirty="0">
                <a:solidFill>
                  <a:srgbClr val="0070C0"/>
                </a:solidFill>
                <a:effectLst>
                  <a:outerShdw blurRad="38100" dist="38100" dir="2700000" algn="tl">
                    <a:srgbClr val="000000">
                      <a:alpha val="43137"/>
                    </a:srgbClr>
                  </a:outerShdw>
                </a:effectLst>
              </a:rPr>
              <a:t> </a:t>
            </a:r>
            <a:r>
              <a:rPr lang="en-US" sz="2000" b="1" dirty="0"/>
              <a:t>it was released on October   </a:t>
            </a:r>
          </a:p>
          <a:p>
            <a:pPr marL="0" indent="0">
              <a:buNone/>
            </a:pPr>
            <a:r>
              <a:rPr lang="en-US" sz="2000" b="1" dirty="0"/>
              <a:t>           25, 2001.</a:t>
            </a:r>
          </a:p>
          <a:p>
            <a:pPr marL="0" indent="0">
              <a:buNone/>
            </a:pPr>
            <a:r>
              <a:rPr lang="en-US" sz="2000" b="1" dirty="0">
                <a:solidFill>
                  <a:srgbClr val="FF0000"/>
                </a:solidFill>
                <a:effectLst>
                  <a:outerShdw blurRad="38100" dist="38100" dir="2700000" algn="tl">
                    <a:srgbClr val="000000">
                      <a:alpha val="43137"/>
                    </a:srgbClr>
                  </a:outerShdw>
                </a:effectLst>
              </a:rPr>
              <a:t>2-</a:t>
            </a:r>
            <a:r>
              <a:rPr lang="en-US" sz="2000" b="1" dirty="0">
                <a:effectLst>
                  <a:outerShdw blurRad="38100" dist="38100" dir="2700000" algn="tl">
                    <a:srgbClr val="000000">
                      <a:alpha val="43137"/>
                    </a:srgbClr>
                  </a:outerShdw>
                </a:effectLst>
              </a:rPr>
              <a:t>  </a:t>
            </a:r>
            <a:r>
              <a:rPr lang="en-US" sz="2000" b="1" u="sng" dirty="0">
                <a:solidFill>
                  <a:srgbClr val="0070C0"/>
                </a:solidFill>
                <a:effectLst>
                  <a:outerShdw blurRad="38100" dist="38100" dir="2700000" algn="tl">
                    <a:srgbClr val="000000">
                      <a:alpha val="43137"/>
                    </a:srgbClr>
                  </a:outerShdw>
                </a:effectLst>
              </a:rPr>
              <a:t>Windows Vista</a:t>
            </a:r>
            <a:r>
              <a:rPr lang="en-US" sz="2000" b="1" dirty="0">
                <a:solidFill>
                  <a:srgbClr val="0070C0"/>
                </a:solidFill>
                <a:effectLst>
                  <a:outerShdw blurRad="38100" dist="38100" dir="2700000" algn="tl">
                    <a:srgbClr val="000000">
                      <a:alpha val="43137"/>
                    </a:srgbClr>
                  </a:outerShdw>
                </a:effectLst>
              </a:rPr>
              <a:t> </a:t>
            </a:r>
            <a:r>
              <a:rPr lang="en-US" sz="2000" b="1" dirty="0"/>
              <a:t>it was released on November</a:t>
            </a:r>
          </a:p>
          <a:p>
            <a:pPr marL="0" indent="0">
              <a:buNone/>
            </a:pPr>
            <a:r>
              <a:rPr lang="en-US" sz="2000" b="1" dirty="0"/>
              <a:t>           30, 2006.                         </a:t>
            </a:r>
          </a:p>
          <a:p>
            <a:pPr marL="0" indent="0">
              <a:buNone/>
            </a:pPr>
            <a:r>
              <a:rPr lang="en-US" sz="2000" b="1" dirty="0">
                <a:solidFill>
                  <a:srgbClr val="FF0000"/>
                </a:solidFill>
                <a:effectLst>
                  <a:outerShdw blurRad="38100" dist="38100" dir="2700000" algn="tl">
                    <a:srgbClr val="000000">
                      <a:alpha val="43137"/>
                    </a:srgbClr>
                  </a:outerShdw>
                </a:effectLst>
              </a:rPr>
              <a:t>3-</a:t>
            </a:r>
            <a:r>
              <a:rPr lang="en-US" sz="2000" b="1" dirty="0">
                <a:effectLst>
                  <a:outerShdw blurRad="38100" dist="38100" dir="2700000" algn="tl">
                    <a:srgbClr val="000000">
                      <a:alpha val="43137"/>
                    </a:srgbClr>
                  </a:outerShdw>
                </a:effectLst>
              </a:rPr>
              <a:t>  </a:t>
            </a:r>
            <a:r>
              <a:rPr lang="en-US" sz="2000" b="1" u="sng" dirty="0">
                <a:solidFill>
                  <a:srgbClr val="0070C0"/>
                </a:solidFill>
                <a:effectLst>
                  <a:outerShdw blurRad="38100" dist="38100" dir="2700000" algn="tl">
                    <a:srgbClr val="000000">
                      <a:alpha val="43137"/>
                    </a:srgbClr>
                  </a:outerShdw>
                </a:effectLst>
              </a:rPr>
              <a:t>Windows 7</a:t>
            </a:r>
            <a:r>
              <a:rPr lang="en-US" sz="2000" b="1" dirty="0">
                <a:solidFill>
                  <a:srgbClr val="0070C0"/>
                </a:solidFill>
                <a:effectLst>
                  <a:outerShdw blurRad="38100" dist="38100" dir="2700000" algn="tl">
                    <a:srgbClr val="000000">
                      <a:alpha val="43137"/>
                    </a:srgbClr>
                  </a:outerShdw>
                </a:effectLst>
              </a:rPr>
              <a:t> </a:t>
            </a:r>
            <a:r>
              <a:rPr lang="en-US" sz="2000" b="1" dirty="0"/>
              <a:t>it Was released on October</a:t>
            </a:r>
          </a:p>
          <a:p>
            <a:pPr marL="0" indent="0">
              <a:buNone/>
            </a:pPr>
            <a:r>
              <a:rPr lang="en-US" sz="2000" b="1" dirty="0"/>
              <a:t>           22, 2009.</a:t>
            </a:r>
          </a:p>
          <a:p>
            <a:pPr marL="0" indent="0">
              <a:buNone/>
            </a:pPr>
            <a:r>
              <a:rPr lang="en-US" sz="2000" b="1" dirty="0">
                <a:solidFill>
                  <a:srgbClr val="FF0000"/>
                </a:solidFill>
                <a:effectLst>
                  <a:outerShdw blurRad="38100" dist="38100" dir="2700000" algn="tl">
                    <a:srgbClr val="000000">
                      <a:alpha val="43137"/>
                    </a:srgbClr>
                  </a:outerShdw>
                </a:effectLst>
              </a:rPr>
              <a:t>4-</a:t>
            </a:r>
            <a:r>
              <a:rPr lang="en-US" sz="2000" b="1" dirty="0">
                <a:effectLst>
                  <a:outerShdw blurRad="38100" dist="38100" dir="2700000" algn="tl">
                    <a:srgbClr val="000000">
                      <a:alpha val="43137"/>
                    </a:srgbClr>
                  </a:outerShdw>
                </a:effectLst>
              </a:rPr>
              <a:t>  </a:t>
            </a:r>
            <a:r>
              <a:rPr lang="en-US" sz="2000" b="1" u="sng" dirty="0">
                <a:solidFill>
                  <a:srgbClr val="0070C0"/>
                </a:solidFill>
                <a:effectLst>
                  <a:outerShdw blurRad="38100" dist="38100" dir="2700000" algn="tl">
                    <a:srgbClr val="000000">
                      <a:alpha val="43137"/>
                    </a:srgbClr>
                  </a:outerShdw>
                </a:effectLst>
              </a:rPr>
              <a:t>Windows 8</a:t>
            </a:r>
            <a:r>
              <a:rPr lang="en-US" sz="2000" b="1" dirty="0">
                <a:solidFill>
                  <a:srgbClr val="0070C0"/>
                </a:solidFill>
                <a:effectLst>
                  <a:outerShdw blurRad="38100" dist="38100" dir="2700000" algn="tl">
                    <a:srgbClr val="000000">
                      <a:alpha val="43137"/>
                    </a:srgbClr>
                  </a:outerShdw>
                </a:effectLst>
              </a:rPr>
              <a:t> </a:t>
            </a:r>
            <a:r>
              <a:rPr lang="en-US" sz="2000" b="1" dirty="0"/>
              <a:t>it was released on October </a:t>
            </a:r>
          </a:p>
          <a:p>
            <a:pPr marL="0" indent="0">
              <a:buNone/>
            </a:pPr>
            <a:r>
              <a:rPr lang="en-US" sz="2000" b="1" dirty="0"/>
              <a:t>           26, 2012. </a:t>
            </a:r>
          </a:p>
          <a:p>
            <a:pPr marL="0" indent="0">
              <a:buNone/>
            </a:pPr>
            <a:r>
              <a:rPr lang="en-US" sz="2000" b="1" dirty="0">
                <a:solidFill>
                  <a:srgbClr val="FF0000"/>
                </a:solidFill>
                <a:effectLst>
                  <a:outerShdw blurRad="38100" dist="38100" dir="2700000" algn="tl">
                    <a:srgbClr val="000000">
                      <a:alpha val="43137"/>
                    </a:srgbClr>
                  </a:outerShdw>
                </a:effectLst>
              </a:rPr>
              <a:t>5-</a:t>
            </a:r>
            <a:r>
              <a:rPr lang="en-US" sz="2000" b="1" dirty="0">
                <a:effectLst>
                  <a:outerShdw blurRad="38100" dist="38100" dir="2700000" algn="tl">
                    <a:srgbClr val="000000">
                      <a:alpha val="43137"/>
                    </a:srgbClr>
                  </a:outerShdw>
                </a:effectLst>
              </a:rPr>
              <a:t>  </a:t>
            </a:r>
            <a:r>
              <a:rPr lang="en-US" sz="2000" b="1" u="sng" dirty="0">
                <a:solidFill>
                  <a:srgbClr val="0070C0"/>
                </a:solidFill>
                <a:effectLst>
                  <a:outerShdw blurRad="38100" dist="38100" dir="2700000" algn="tl">
                    <a:srgbClr val="000000">
                      <a:alpha val="43137"/>
                    </a:srgbClr>
                  </a:outerShdw>
                </a:effectLst>
              </a:rPr>
              <a:t>Windows 8.1</a:t>
            </a:r>
            <a:r>
              <a:rPr lang="en-US" sz="2000" b="1" dirty="0">
                <a:solidFill>
                  <a:srgbClr val="0070C0"/>
                </a:solidFill>
                <a:effectLst>
                  <a:outerShdw blurRad="38100" dist="38100" dir="2700000" algn="tl">
                    <a:srgbClr val="000000">
                      <a:alpha val="43137"/>
                    </a:srgbClr>
                  </a:outerShdw>
                </a:effectLst>
              </a:rPr>
              <a:t> </a:t>
            </a:r>
            <a:r>
              <a:rPr lang="en-US" sz="2000" b="1" dirty="0"/>
              <a:t> it was  released on August </a:t>
            </a:r>
          </a:p>
          <a:p>
            <a:pPr marL="0" indent="0">
              <a:buNone/>
            </a:pPr>
            <a:r>
              <a:rPr lang="en-US" sz="2000" b="1" dirty="0"/>
              <a:t>           27, 2013.</a:t>
            </a:r>
          </a:p>
          <a:p>
            <a:pPr marL="0" indent="0">
              <a:buNone/>
            </a:pPr>
            <a:r>
              <a:rPr lang="en-US" sz="2000" b="1" dirty="0">
                <a:solidFill>
                  <a:srgbClr val="FF0000"/>
                </a:solidFill>
                <a:effectLst>
                  <a:outerShdw blurRad="38100" dist="38100" dir="2700000" algn="tl">
                    <a:srgbClr val="000000">
                      <a:alpha val="43137"/>
                    </a:srgbClr>
                  </a:outerShdw>
                </a:effectLst>
              </a:rPr>
              <a:t>6-</a:t>
            </a:r>
            <a:r>
              <a:rPr lang="en-US" sz="2000" b="1" dirty="0">
                <a:effectLst>
                  <a:outerShdw blurRad="38100" dist="38100" dir="2700000" algn="tl">
                    <a:srgbClr val="000000">
                      <a:alpha val="43137"/>
                    </a:srgbClr>
                  </a:outerShdw>
                </a:effectLst>
              </a:rPr>
              <a:t>  </a:t>
            </a:r>
            <a:r>
              <a:rPr lang="en-US" sz="2000" b="1" u="sng" dirty="0">
                <a:solidFill>
                  <a:srgbClr val="0070C0"/>
                </a:solidFill>
                <a:effectLst>
                  <a:outerShdw blurRad="38100" dist="38100" dir="2700000" algn="tl">
                    <a:srgbClr val="000000">
                      <a:alpha val="43137"/>
                    </a:srgbClr>
                  </a:outerShdw>
                </a:effectLst>
              </a:rPr>
              <a:t>Windows 10</a:t>
            </a:r>
            <a:r>
              <a:rPr lang="en-US" sz="2000" b="1" dirty="0">
                <a:solidFill>
                  <a:srgbClr val="0070C0"/>
                </a:solidFill>
                <a:effectLst>
                  <a:outerShdw blurRad="38100" dist="38100" dir="2700000" algn="tl">
                    <a:srgbClr val="000000">
                      <a:alpha val="43137"/>
                    </a:srgbClr>
                  </a:outerShdw>
                </a:effectLst>
              </a:rPr>
              <a:t> </a:t>
            </a:r>
            <a:r>
              <a:rPr lang="en-US" sz="2000" b="1" dirty="0"/>
              <a:t>it was released on July</a:t>
            </a:r>
          </a:p>
          <a:p>
            <a:pPr marL="0" indent="0">
              <a:buNone/>
            </a:pPr>
            <a:r>
              <a:rPr lang="en-US" sz="2000" b="1" dirty="0"/>
              <a:t>           29, 2015.</a:t>
            </a:r>
          </a:p>
          <a:p>
            <a:endParaRPr lang="en-US" sz="2000" b="1" dirty="0">
              <a:effectLst>
                <a:outerShdw blurRad="38100" dist="38100" dir="2700000" algn="tl">
                  <a:srgbClr val="000000">
                    <a:alpha val="43137"/>
                  </a:srgbClr>
                </a:outerShdw>
              </a:effectLst>
            </a:endParaRPr>
          </a:p>
          <a:p>
            <a:endParaRPr lang="en-US" sz="2000" b="1" dirty="0">
              <a:effectLst>
                <a:outerShdw blurRad="38100" dist="38100" dir="2700000" algn="tl">
                  <a:srgbClr val="000000">
                    <a:alpha val="43137"/>
                  </a:srgbClr>
                </a:outerShdw>
              </a:effectLst>
            </a:endParaRPr>
          </a:p>
          <a:p>
            <a:endParaRPr lang="en-US" sz="2000" b="1" dirty="0">
              <a:effectLst>
                <a:outerShdw blurRad="38100" dist="38100" dir="2700000" algn="tl">
                  <a:srgbClr val="000000">
                    <a:alpha val="43137"/>
                  </a:srgbClr>
                </a:outerShdw>
              </a:effectLst>
            </a:endParaRPr>
          </a:p>
          <a:p>
            <a:endParaRPr lang="en-US" sz="2000" b="1" dirty="0">
              <a:effectLst>
                <a:outerShdw blurRad="38100" dist="38100" dir="2700000" algn="tl">
                  <a:srgbClr val="000000">
                    <a:alpha val="43137"/>
                  </a:srgbClr>
                </a:outerShdw>
              </a:effectLst>
            </a:endParaRPr>
          </a:p>
          <a:p>
            <a:endParaRPr lang="ar-SA" sz="2000" b="1" dirty="0">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546258006"/>
      </p:ext>
    </p:extLst>
  </p:cSld>
  <p:clrMapOvr>
    <a:masterClrMapping/>
  </p:clrMapOvr>
  <mc:AlternateContent xmlns:mc="http://schemas.openxmlformats.org/markup-compatibility/2006" xmlns:p14="http://schemas.microsoft.com/office/powerpoint/2010/main">
    <mc:Choice Requires="p14">
      <p:transition spd="slow" p14:dur="4400">
        <p14:honeycomb/>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12290"/>
                                        </p:tgtEl>
                                        <p:attrNameLst>
                                          <p:attrName>style.visibility</p:attrName>
                                        </p:attrNameLst>
                                      </p:cBhvr>
                                      <p:to>
                                        <p:strVal val="visible"/>
                                      </p:to>
                                    </p:set>
                                    <p:animEffect transition="in" filter="wheel(1)">
                                      <p:cBhvr>
                                        <p:cTn id="7" dur="2000"/>
                                        <p:tgtEl>
                                          <p:spTgt spid="12290"/>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12291">
                                            <p:txEl>
                                              <p:pRg st="0" end="0"/>
                                            </p:txEl>
                                          </p:spTgt>
                                        </p:tgtEl>
                                        <p:attrNameLst>
                                          <p:attrName>style.visibility</p:attrName>
                                        </p:attrNameLst>
                                      </p:cBhvr>
                                      <p:to>
                                        <p:strVal val="visible"/>
                                      </p:to>
                                    </p:set>
                                    <p:animEffect transition="in" filter="fade">
                                      <p:cBhvr>
                                        <p:cTn id="12" dur="1000"/>
                                        <p:tgtEl>
                                          <p:spTgt spid="12291">
                                            <p:txEl>
                                              <p:pRg st="0" end="0"/>
                                            </p:txEl>
                                          </p:spTgt>
                                        </p:tgtEl>
                                      </p:cBhvr>
                                    </p:animEffect>
                                    <p:anim calcmode="lin" valueType="num">
                                      <p:cBhvr>
                                        <p:cTn id="13" dur="1000" fill="hold"/>
                                        <p:tgtEl>
                                          <p:spTgt spid="12291">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12291">
                                            <p:txEl>
                                              <p:pRg st="0" end="0"/>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2291">
                                            <p:txEl>
                                              <p:pRg st="1" end="1"/>
                                            </p:txEl>
                                          </p:spTgt>
                                        </p:tgtEl>
                                        <p:attrNameLst>
                                          <p:attrName>style.visibility</p:attrName>
                                        </p:attrNameLst>
                                      </p:cBhvr>
                                      <p:to>
                                        <p:strVal val="visible"/>
                                      </p:to>
                                    </p:set>
                                    <p:animEffect transition="in" filter="fade">
                                      <p:cBhvr>
                                        <p:cTn id="17" dur="1000"/>
                                        <p:tgtEl>
                                          <p:spTgt spid="12291">
                                            <p:txEl>
                                              <p:pRg st="1" end="1"/>
                                            </p:txEl>
                                          </p:spTgt>
                                        </p:tgtEl>
                                      </p:cBhvr>
                                    </p:animEffect>
                                    <p:anim calcmode="lin" valueType="num">
                                      <p:cBhvr>
                                        <p:cTn id="18" dur="1000" fill="hold"/>
                                        <p:tgtEl>
                                          <p:spTgt spid="12291">
                                            <p:txEl>
                                              <p:pRg st="1" end="1"/>
                                            </p:txEl>
                                          </p:spTgt>
                                        </p:tgtEl>
                                        <p:attrNameLst>
                                          <p:attrName>ppt_x</p:attrName>
                                        </p:attrNameLst>
                                      </p:cBhvr>
                                      <p:tavLst>
                                        <p:tav tm="0">
                                          <p:val>
                                            <p:strVal val="#ppt_x"/>
                                          </p:val>
                                        </p:tav>
                                        <p:tav tm="100000">
                                          <p:val>
                                            <p:strVal val="#ppt_x"/>
                                          </p:val>
                                        </p:tav>
                                      </p:tavLst>
                                    </p:anim>
                                    <p:anim calcmode="lin" valueType="num">
                                      <p:cBhvr>
                                        <p:cTn id="19" dur="1000" fill="hold"/>
                                        <p:tgtEl>
                                          <p:spTgt spid="12291">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12291">
                                            <p:txEl>
                                              <p:pRg st="2" end="2"/>
                                            </p:txEl>
                                          </p:spTgt>
                                        </p:tgtEl>
                                        <p:attrNameLst>
                                          <p:attrName>style.visibility</p:attrName>
                                        </p:attrNameLst>
                                      </p:cBhvr>
                                      <p:to>
                                        <p:strVal val="visible"/>
                                      </p:to>
                                    </p:set>
                                    <p:anim calcmode="lin" valueType="num">
                                      <p:cBhvr additive="base">
                                        <p:cTn id="24" dur="500" fill="hold"/>
                                        <p:tgtEl>
                                          <p:spTgt spid="12291">
                                            <p:txEl>
                                              <p:pRg st="2" end="2"/>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12291">
                                            <p:txEl>
                                              <p:pRg st="2" end="2"/>
                                            </p:txEl>
                                          </p:spTgt>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0"/>
                                  </p:stCondLst>
                                  <p:childTnLst>
                                    <p:set>
                                      <p:cBhvr>
                                        <p:cTn id="27" dur="1" fill="hold">
                                          <p:stCondLst>
                                            <p:cond delay="0"/>
                                          </p:stCondLst>
                                        </p:cTn>
                                        <p:tgtEl>
                                          <p:spTgt spid="12291">
                                            <p:txEl>
                                              <p:pRg st="3" end="3"/>
                                            </p:txEl>
                                          </p:spTgt>
                                        </p:tgtEl>
                                        <p:attrNameLst>
                                          <p:attrName>style.visibility</p:attrName>
                                        </p:attrNameLst>
                                      </p:cBhvr>
                                      <p:to>
                                        <p:strVal val="visible"/>
                                      </p:to>
                                    </p:set>
                                    <p:anim calcmode="lin" valueType="num">
                                      <p:cBhvr additive="base">
                                        <p:cTn id="28" dur="500" fill="hold"/>
                                        <p:tgtEl>
                                          <p:spTgt spid="12291">
                                            <p:txEl>
                                              <p:pRg st="3" end="3"/>
                                            </p:txEl>
                                          </p:spTgt>
                                        </p:tgtEl>
                                        <p:attrNameLst>
                                          <p:attrName>ppt_x</p:attrName>
                                        </p:attrNameLst>
                                      </p:cBhvr>
                                      <p:tavLst>
                                        <p:tav tm="0">
                                          <p:val>
                                            <p:strVal val="#ppt_x"/>
                                          </p:val>
                                        </p:tav>
                                        <p:tav tm="100000">
                                          <p:val>
                                            <p:strVal val="#ppt_x"/>
                                          </p:val>
                                        </p:tav>
                                      </p:tavLst>
                                    </p:anim>
                                    <p:anim calcmode="lin" valueType="num">
                                      <p:cBhvr additive="base">
                                        <p:cTn id="29" dur="500" fill="hold"/>
                                        <p:tgtEl>
                                          <p:spTgt spid="12291">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nodeType="clickEffect">
                                  <p:stCondLst>
                                    <p:cond delay="0"/>
                                  </p:stCondLst>
                                  <p:childTnLst>
                                    <p:set>
                                      <p:cBhvr>
                                        <p:cTn id="33" dur="1" fill="hold">
                                          <p:stCondLst>
                                            <p:cond delay="0"/>
                                          </p:stCondLst>
                                        </p:cTn>
                                        <p:tgtEl>
                                          <p:spTgt spid="12291">
                                            <p:txEl>
                                              <p:pRg st="4" end="4"/>
                                            </p:txEl>
                                          </p:spTgt>
                                        </p:tgtEl>
                                        <p:attrNameLst>
                                          <p:attrName>style.visibility</p:attrName>
                                        </p:attrNameLst>
                                      </p:cBhvr>
                                      <p:to>
                                        <p:strVal val="visible"/>
                                      </p:to>
                                    </p:set>
                                    <p:animEffect transition="in" filter="fade">
                                      <p:cBhvr>
                                        <p:cTn id="34" dur="1000"/>
                                        <p:tgtEl>
                                          <p:spTgt spid="12291">
                                            <p:txEl>
                                              <p:pRg st="4" end="4"/>
                                            </p:txEl>
                                          </p:spTgt>
                                        </p:tgtEl>
                                      </p:cBhvr>
                                    </p:animEffect>
                                    <p:anim calcmode="lin" valueType="num">
                                      <p:cBhvr>
                                        <p:cTn id="35" dur="1000" fill="hold"/>
                                        <p:tgtEl>
                                          <p:spTgt spid="12291">
                                            <p:txEl>
                                              <p:pRg st="4" end="4"/>
                                            </p:txEl>
                                          </p:spTgt>
                                        </p:tgtEl>
                                        <p:attrNameLst>
                                          <p:attrName>ppt_x</p:attrName>
                                        </p:attrNameLst>
                                      </p:cBhvr>
                                      <p:tavLst>
                                        <p:tav tm="0">
                                          <p:val>
                                            <p:strVal val="#ppt_x"/>
                                          </p:val>
                                        </p:tav>
                                        <p:tav tm="100000">
                                          <p:val>
                                            <p:strVal val="#ppt_x"/>
                                          </p:val>
                                        </p:tav>
                                      </p:tavLst>
                                    </p:anim>
                                    <p:anim calcmode="lin" valueType="num">
                                      <p:cBhvr>
                                        <p:cTn id="36" dur="1000" fill="hold"/>
                                        <p:tgtEl>
                                          <p:spTgt spid="12291">
                                            <p:txEl>
                                              <p:pRg st="4" end="4"/>
                                            </p:txEl>
                                          </p:spTgt>
                                        </p:tgtEl>
                                        <p:attrNameLst>
                                          <p:attrName>ppt_y</p:attrName>
                                        </p:attrNameLst>
                                      </p:cBhvr>
                                      <p:tavLst>
                                        <p:tav tm="0">
                                          <p:val>
                                            <p:strVal val="#ppt_y+.1"/>
                                          </p:val>
                                        </p:tav>
                                        <p:tav tm="100000">
                                          <p:val>
                                            <p:strVal val="#ppt_y"/>
                                          </p:val>
                                        </p:tav>
                                      </p:tavLst>
                                    </p:anim>
                                  </p:childTnLst>
                                </p:cTn>
                              </p:par>
                              <p:par>
                                <p:cTn id="37" presetID="42" presetClass="entr" presetSubtype="0" fill="hold" nodeType="withEffect">
                                  <p:stCondLst>
                                    <p:cond delay="0"/>
                                  </p:stCondLst>
                                  <p:childTnLst>
                                    <p:set>
                                      <p:cBhvr>
                                        <p:cTn id="38" dur="1" fill="hold">
                                          <p:stCondLst>
                                            <p:cond delay="0"/>
                                          </p:stCondLst>
                                        </p:cTn>
                                        <p:tgtEl>
                                          <p:spTgt spid="12291">
                                            <p:txEl>
                                              <p:pRg st="5" end="5"/>
                                            </p:txEl>
                                          </p:spTgt>
                                        </p:tgtEl>
                                        <p:attrNameLst>
                                          <p:attrName>style.visibility</p:attrName>
                                        </p:attrNameLst>
                                      </p:cBhvr>
                                      <p:to>
                                        <p:strVal val="visible"/>
                                      </p:to>
                                    </p:set>
                                    <p:animEffect transition="in" filter="fade">
                                      <p:cBhvr>
                                        <p:cTn id="39" dur="1000"/>
                                        <p:tgtEl>
                                          <p:spTgt spid="12291">
                                            <p:txEl>
                                              <p:pRg st="5" end="5"/>
                                            </p:txEl>
                                          </p:spTgt>
                                        </p:tgtEl>
                                      </p:cBhvr>
                                    </p:animEffect>
                                    <p:anim calcmode="lin" valueType="num">
                                      <p:cBhvr>
                                        <p:cTn id="40" dur="1000" fill="hold"/>
                                        <p:tgtEl>
                                          <p:spTgt spid="12291">
                                            <p:txEl>
                                              <p:pRg st="5" end="5"/>
                                            </p:txEl>
                                          </p:spTgt>
                                        </p:tgtEl>
                                        <p:attrNameLst>
                                          <p:attrName>ppt_x</p:attrName>
                                        </p:attrNameLst>
                                      </p:cBhvr>
                                      <p:tavLst>
                                        <p:tav tm="0">
                                          <p:val>
                                            <p:strVal val="#ppt_x"/>
                                          </p:val>
                                        </p:tav>
                                        <p:tav tm="100000">
                                          <p:val>
                                            <p:strVal val="#ppt_x"/>
                                          </p:val>
                                        </p:tav>
                                      </p:tavLst>
                                    </p:anim>
                                    <p:anim calcmode="lin" valueType="num">
                                      <p:cBhvr>
                                        <p:cTn id="41" dur="1000" fill="hold"/>
                                        <p:tgtEl>
                                          <p:spTgt spid="12291">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2" presetClass="entr" presetSubtype="4" fill="hold" nodeType="clickEffect">
                                  <p:stCondLst>
                                    <p:cond delay="0"/>
                                  </p:stCondLst>
                                  <p:childTnLst>
                                    <p:set>
                                      <p:cBhvr>
                                        <p:cTn id="45" dur="1" fill="hold">
                                          <p:stCondLst>
                                            <p:cond delay="0"/>
                                          </p:stCondLst>
                                        </p:cTn>
                                        <p:tgtEl>
                                          <p:spTgt spid="12291">
                                            <p:txEl>
                                              <p:pRg st="6" end="6"/>
                                            </p:txEl>
                                          </p:spTgt>
                                        </p:tgtEl>
                                        <p:attrNameLst>
                                          <p:attrName>style.visibility</p:attrName>
                                        </p:attrNameLst>
                                      </p:cBhvr>
                                      <p:to>
                                        <p:strVal val="visible"/>
                                      </p:to>
                                    </p:set>
                                    <p:anim calcmode="lin" valueType="num">
                                      <p:cBhvr additive="base">
                                        <p:cTn id="46" dur="500" fill="hold"/>
                                        <p:tgtEl>
                                          <p:spTgt spid="12291">
                                            <p:txEl>
                                              <p:pRg st="6" end="6"/>
                                            </p:txEl>
                                          </p:spTgt>
                                        </p:tgtEl>
                                        <p:attrNameLst>
                                          <p:attrName>ppt_x</p:attrName>
                                        </p:attrNameLst>
                                      </p:cBhvr>
                                      <p:tavLst>
                                        <p:tav tm="0">
                                          <p:val>
                                            <p:strVal val="#ppt_x"/>
                                          </p:val>
                                        </p:tav>
                                        <p:tav tm="100000">
                                          <p:val>
                                            <p:strVal val="#ppt_x"/>
                                          </p:val>
                                        </p:tav>
                                      </p:tavLst>
                                    </p:anim>
                                    <p:anim calcmode="lin" valueType="num">
                                      <p:cBhvr additive="base">
                                        <p:cTn id="47" dur="500" fill="hold"/>
                                        <p:tgtEl>
                                          <p:spTgt spid="12291">
                                            <p:txEl>
                                              <p:pRg st="6" end="6"/>
                                            </p:txEl>
                                          </p:spTgt>
                                        </p:tgtEl>
                                        <p:attrNameLst>
                                          <p:attrName>ppt_y</p:attrName>
                                        </p:attrNameLst>
                                      </p:cBhvr>
                                      <p:tavLst>
                                        <p:tav tm="0">
                                          <p:val>
                                            <p:strVal val="1+#ppt_h/2"/>
                                          </p:val>
                                        </p:tav>
                                        <p:tav tm="100000">
                                          <p:val>
                                            <p:strVal val="#ppt_y"/>
                                          </p:val>
                                        </p:tav>
                                      </p:tavLst>
                                    </p:anim>
                                  </p:childTnLst>
                                </p:cTn>
                              </p:par>
                              <p:par>
                                <p:cTn id="48" presetID="2" presetClass="entr" presetSubtype="4" fill="hold" nodeType="withEffect">
                                  <p:stCondLst>
                                    <p:cond delay="0"/>
                                  </p:stCondLst>
                                  <p:childTnLst>
                                    <p:set>
                                      <p:cBhvr>
                                        <p:cTn id="49" dur="1" fill="hold">
                                          <p:stCondLst>
                                            <p:cond delay="0"/>
                                          </p:stCondLst>
                                        </p:cTn>
                                        <p:tgtEl>
                                          <p:spTgt spid="12291">
                                            <p:txEl>
                                              <p:pRg st="7" end="7"/>
                                            </p:txEl>
                                          </p:spTgt>
                                        </p:tgtEl>
                                        <p:attrNameLst>
                                          <p:attrName>style.visibility</p:attrName>
                                        </p:attrNameLst>
                                      </p:cBhvr>
                                      <p:to>
                                        <p:strVal val="visible"/>
                                      </p:to>
                                    </p:set>
                                    <p:anim calcmode="lin" valueType="num">
                                      <p:cBhvr additive="base">
                                        <p:cTn id="50" dur="500" fill="hold"/>
                                        <p:tgtEl>
                                          <p:spTgt spid="12291">
                                            <p:txEl>
                                              <p:pRg st="7" end="7"/>
                                            </p:txEl>
                                          </p:spTgt>
                                        </p:tgtEl>
                                        <p:attrNameLst>
                                          <p:attrName>ppt_x</p:attrName>
                                        </p:attrNameLst>
                                      </p:cBhvr>
                                      <p:tavLst>
                                        <p:tav tm="0">
                                          <p:val>
                                            <p:strVal val="#ppt_x"/>
                                          </p:val>
                                        </p:tav>
                                        <p:tav tm="100000">
                                          <p:val>
                                            <p:strVal val="#ppt_x"/>
                                          </p:val>
                                        </p:tav>
                                      </p:tavLst>
                                    </p:anim>
                                    <p:anim calcmode="lin" valueType="num">
                                      <p:cBhvr additive="base">
                                        <p:cTn id="51" dur="500" fill="hold"/>
                                        <p:tgtEl>
                                          <p:spTgt spid="12291">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nodeType="clickEffect">
                                  <p:stCondLst>
                                    <p:cond delay="0"/>
                                  </p:stCondLst>
                                  <p:childTnLst>
                                    <p:set>
                                      <p:cBhvr>
                                        <p:cTn id="55" dur="1" fill="hold">
                                          <p:stCondLst>
                                            <p:cond delay="0"/>
                                          </p:stCondLst>
                                        </p:cTn>
                                        <p:tgtEl>
                                          <p:spTgt spid="12291">
                                            <p:txEl>
                                              <p:pRg st="8" end="8"/>
                                            </p:txEl>
                                          </p:spTgt>
                                        </p:tgtEl>
                                        <p:attrNameLst>
                                          <p:attrName>style.visibility</p:attrName>
                                        </p:attrNameLst>
                                      </p:cBhvr>
                                      <p:to>
                                        <p:strVal val="visible"/>
                                      </p:to>
                                    </p:set>
                                    <p:animEffect transition="in" filter="fade">
                                      <p:cBhvr>
                                        <p:cTn id="56" dur="1000"/>
                                        <p:tgtEl>
                                          <p:spTgt spid="12291">
                                            <p:txEl>
                                              <p:pRg st="8" end="8"/>
                                            </p:txEl>
                                          </p:spTgt>
                                        </p:tgtEl>
                                      </p:cBhvr>
                                    </p:animEffect>
                                    <p:anim calcmode="lin" valueType="num">
                                      <p:cBhvr>
                                        <p:cTn id="57" dur="1000" fill="hold"/>
                                        <p:tgtEl>
                                          <p:spTgt spid="12291">
                                            <p:txEl>
                                              <p:pRg st="8" end="8"/>
                                            </p:txEl>
                                          </p:spTgt>
                                        </p:tgtEl>
                                        <p:attrNameLst>
                                          <p:attrName>ppt_x</p:attrName>
                                        </p:attrNameLst>
                                      </p:cBhvr>
                                      <p:tavLst>
                                        <p:tav tm="0">
                                          <p:val>
                                            <p:strVal val="#ppt_x"/>
                                          </p:val>
                                        </p:tav>
                                        <p:tav tm="100000">
                                          <p:val>
                                            <p:strVal val="#ppt_x"/>
                                          </p:val>
                                        </p:tav>
                                      </p:tavLst>
                                    </p:anim>
                                    <p:anim calcmode="lin" valueType="num">
                                      <p:cBhvr>
                                        <p:cTn id="58" dur="1000" fill="hold"/>
                                        <p:tgtEl>
                                          <p:spTgt spid="12291">
                                            <p:txEl>
                                              <p:pRg st="8" end="8"/>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12291">
                                            <p:txEl>
                                              <p:pRg st="9" end="9"/>
                                            </p:txEl>
                                          </p:spTgt>
                                        </p:tgtEl>
                                        <p:attrNameLst>
                                          <p:attrName>style.visibility</p:attrName>
                                        </p:attrNameLst>
                                      </p:cBhvr>
                                      <p:to>
                                        <p:strVal val="visible"/>
                                      </p:to>
                                    </p:set>
                                    <p:animEffect transition="in" filter="fade">
                                      <p:cBhvr>
                                        <p:cTn id="61" dur="1000"/>
                                        <p:tgtEl>
                                          <p:spTgt spid="12291">
                                            <p:txEl>
                                              <p:pRg st="9" end="9"/>
                                            </p:txEl>
                                          </p:spTgt>
                                        </p:tgtEl>
                                      </p:cBhvr>
                                    </p:animEffect>
                                    <p:anim calcmode="lin" valueType="num">
                                      <p:cBhvr>
                                        <p:cTn id="62" dur="1000" fill="hold"/>
                                        <p:tgtEl>
                                          <p:spTgt spid="12291">
                                            <p:txEl>
                                              <p:pRg st="9" end="9"/>
                                            </p:txEl>
                                          </p:spTgt>
                                        </p:tgtEl>
                                        <p:attrNameLst>
                                          <p:attrName>ppt_x</p:attrName>
                                        </p:attrNameLst>
                                      </p:cBhvr>
                                      <p:tavLst>
                                        <p:tav tm="0">
                                          <p:val>
                                            <p:strVal val="#ppt_x"/>
                                          </p:val>
                                        </p:tav>
                                        <p:tav tm="100000">
                                          <p:val>
                                            <p:strVal val="#ppt_x"/>
                                          </p:val>
                                        </p:tav>
                                      </p:tavLst>
                                    </p:anim>
                                    <p:anim calcmode="lin" valueType="num">
                                      <p:cBhvr>
                                        <p:cTn id="63" dur="1000" fill="hold"/>
                                        <p:tgtEl>
                                          <p:spTgt spid="12291">
                                            <p:txEl>
                                              <p:pRg st="9" end="9"/>
                                            </p:txEl>
                                          </p:spTgt>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6" presetID="2" presetClass="entr" presetSubtype="4" fill="hold" nodeType="clickEffect">
                                  <p:stCondLst>
                                    <p:cond delay="0"/>
                                  </p:stCondLst>
                                  <p:childTnLst>
                                    <p:set>
                                      <p:cBhvr>
                                        <p:cTn id="67" dur="1" fill="hold">
                                          <p:stCondLst>
                                            <p:cond delay="0"/>
                                          </p:stCondLst>
                                        </p:cTn>
                                        <p:tgtEl>
                                          <p:spTgt spid="12291">
                                            <p:txEl>
                                              <p:pRg st="10" end="10"/>
                                            </p:txEl>
                                          </p:spTgt>
                                        </p:tgtEl>
                                        <p:attrNameLst>
                                          <p:attrName>style.visibility</p:attrName>
                                        </p:attrNameLst>
                                      </p:cBhvr>
                                      <p:to>
                                        <p:strVal val="visible"/>
                                      </p:to>
                                    </p:set>
                                    <p:anim calcmode="lin" valueType="num">
                                      <p:cBhvr additive="base">
                                        <p:cTn id="68" dur="500" fill="hold"/>
                                        <p:tgtEl>
                                          <p:spTgt spid="12291">
                                            <p:txEl>
                                              <p:pRg st="10" end="10"/>
                                            </p:txEl>
                                          </p:spTgt>
                                        </p:tgtEl>
                                        <p:attrNameLst>
                                          <p:attrName>ppt_x</p:attrName>
                                        </p:attrNameLst>
                                      </p:cBhvr>
                                      <p:tavLst>
                                        <p:tav tm="0">
                                          <p:val>
                                            <p:strVal val="#ppt_x"/>
                                          </p:val>
                                        </p:tav>
                                        <p:tav tm="100000">
                                          <p:val>
                                            <p:strVal val="#ppt_x"/>
                                          </p:val>
                                        </p:tav>
                                      </p:tavLst>
                                    </p:anim>
                                    <p:anim calcmode="lin" valueType="num">
                                      <p:cBhvr additive="base">
                                        <p:cTn id="69" dur="500" fill="hold"/>
                                        <p:tgtEl>
                                          <p:spTgt spid="12291">
                                            <p:txEl>
                                              <p:pRg st="10" end="10"/>
                                            </p:txEl>
                                          </p:spTgt>
                                        </p:tgtEl>
                                        <p:attrNameLst>
                                          <p:attrName>ppt_y</p:attrName>
                                        </p:attrNameLst>
                                      </p:cBhvr>
                                      <p:tavLst>
                                        <p:tav tm="0">
                                          <p:val>
                                            <p:strVal val="1+#ppt_h/2"/>
                                          </p:val>
                                        </p:tav>
                                        <p:tav tm="100000">
                                          <p:val>
                                            <p:strVal val="#ppt_y"/>
                                          </p:val>
                                        </p:tav>
                                      </p:tavLst>
                                    </p:anim>
                                  </p:childTnLst>
                                </p:cTn>
                              </p:par>
                              <p:par>
                                <p:cTn id="70" presetID="2" presetClass="entr" presetSubtype="4" fill="hold" nodeType="withEffect">
                                  <p:stCondLst>
                                    <p:cond delay="0"/>
                                  </p:stCondLst>
                                  <p:childTnLst>
                                    <p:set>
                                      <p:cBhvr>
                                        <p:cTn id="71" dur="1" fill="hold">
                                          <p:stCondLst>
                                            <p:cond delay="0"/>
                                          </p:stCondLst>
                                        </p:cTn>
                                        <p:tgtEl>
                                          <p:spTgt spid="12291">
                                            <p:txEl>
                                              <p:pRg st="11" end="11"/>
                                            </p:txEl>
                                          </p:spTgt>
                                        </p:tgtEl>
                                        <p:attrNameLst>
                                          <p:attrName>style.visibility</p:attrName>
                                        </p:attrNameLst>
                                      </p:cBhvr>
                                      <p:to>
                                        <p:strVal val="visible"/>
                                      </p:to>
                                    </p:set>
                                    <p:anim calcmode="lin" valueType="num">
                                      <p:cBhvr additive="base">
                                        <p:cTn id="72" dur="500" fill="hold"/>
                                        <p:tgtEl>
                                          <p:spTgt spid="12291">
                                            <p:txEl>
                                              <p:pRg st="11" end="11"/>
                                            </p:txEl>
                                          </p:spTgt>
                                        </p:tgtEl>
                                        <p:attrNameLst>
                                          <p:attrName>ppt_x</p:attrName>
                                        </p:attrNameLst>
                                      </p:cBhvr>
                                      <p:tavLst>
                                        <p:tav tm="0">
                                          <p:val>
                                            <p:strVal val="#ppt_x"/>
                                          </p:val>
                                        </p:tav>
                                        <p:tav tm="100000">
                                          <p:val>
                                            <p:strVal val="#ppt_x"/>
                                          </p:val>
                                        </p:tav>
                                      </p:tavLst>
                                    </p:anim>
                                    <p:anim calcmode="lin" valueType="num">
                                      <p:cBhvr additive="base">
                                        <p:cTn id="73" dur="500" fill="hold"/>
                                        <p:tgtEl>
                                          <p:spTgt spid="12291">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290"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عنوان 1"/>
          <p:cNvSpPr>
            <a:spLocks noGrp="1"/>
          </p:cNvSpPr>
          <p:nvPr>
            <p:ph type="title"/>
          </p:nvPr>
        </p:nvSpPr>
        <p:spPr>
          <a:xfrm>
            <a:off x="914400" y="381000"/>
            <a:ext cx="7242266" cy="1143000"/>
          </a:xfrm>
        </p:spPr>
        <p:txBody>
          <a:bodyPr>
            <a:normAutofit fontScale="90000"/>
          </a:bodyPr>
          <a:lstStyle/>
          <a:p>
            <a:pPr eaLnBrk="1" hangingPunct="1"/>
            <a:r>
              <a:rPr lang="en-US" altLang="ar-SA" dirty="0">
                <a:solidFill>
                  <a:schemeClr val="accent6">
                    <a:lumMod val="75000"/>
                  </a:schemeClr>
                </a:solidFill>
                <a:effectLst>
                  <a:glow rad="63500">
                    <a:schemeClr val="accent6">
                      <a:satMod val="175000"/>
                      <a:alpha val="40000"/>
                    </a:schemeClr>
                  </a:glow>
                </a:effectLst>
                <a:latin typeface="Berlin Sans FB Demi" panose="020E0802020502020306" pitchFamily="34" charset="0"/>
              </a:rPr>
              <a:t>Advantages of Microsoft Windows.</a:t>
            </a:r>
            <a:endParaRPr lang="ar-SA" altLang="ar-SA" dirty="0">
              <a:solidFill>
                <a:schemeClr val="accent6">
                  <a:lumMod val="75000"/>
                </a:schemeClr>
              </a:solidFill>
              <a:effectLst>
                <a:glow rad="63500">
                  <a:schemeClr val="accent6">
                    <a:satMod val="175000"/>
                    <a:alpha val="40000"/>
                  </a:schemeClr>
                </a:glow>
              </a:effectLst>
              <a:latin typeface="Berlin Sans FB Demi" panose="020E0802020502020306" pitchFamily="34" charset="0"/>
            </a:endParaRPr>
          </a:p>
        </p:txBody>
      </p:sp>
      <p:sp>
        <p:nvSpPr>
          <p:cNvPr id="10" name="عنصر نائب للمحتوى 2">
            <a:extLst>
              <a:ext uri="{FF2B5EF4-FFF2-40B4-BE49-F238E27FC236}">
                <a16:creationId xmlns:a16="http://schemas.microsoft.com/office/drawing/2014/main" id="{B6080D4E-387B-4AB0-A8D7-FE616506E3A0}"/>
              </a:ext>
            </a:extLst>
          </p:cNvPr>
          <p:cNvSpPr>
            <a:spLocks noGrp="1"/>
          </p:cNvSpPr>
          <p:nvPr>
            <p:ph idx="1"/>
          </p:nvPr>
        </p:nvSpPr>
        <p:spPr>
          <a:xfrm>
            <a:off x="34351" y="2204864"/>
            <a:ext cx="5041705" cy="2952328"/>
          </a:xfrm>
        </p:spPr>
        <p:txBody>
          <a:bodyPr>
            <a:normAutofit lnSpcReduction="10000"/>
          </a:bodyPr>
          <a:lstStyle/>
          <a:p>
            <a:r>
              <a:rPr lang="en-US" sz="2800" b="1" dirty="0">
                <a:effectLst>
                  <a:outerShdw blurRad="38100" dist="38100" dir="2700000" algn="tl">
                    <a:srgbClr val="000000">
                      <a:alpha val="43137"/>
                    </a:srgbClr>
                  </a:outerShdw>
                </a:effectLst>
                <a:latin typeface="+mj-lt"/>
              </a:rPr>
              <a:t>Ease to use.</a:t>
            </a:r>
          </a:p>
          <a:p>
            <a:r>
              <a:rPr lang="en-US" sz="2800" b="1" dirty="0">
                <a:effectLst>
                  <a:outerShdw blurRad="38100" dist="38100" dir="2700000" algn="tl">
                    <a:srgbClr val="000000">
                      <a:alpha val="43137"/>
                    </a:srgbClr>
                  </a:outerShdw>
                </a:effectLst>
                <a:latin typeface="+mj-lt"/>
              </a:rPr>
              <a:t>Available Software.</a:t>
            </a:r>
          </a:p>
          <a:p>
            <a:r>
              <a:rPr lang="en-US" sz="2800" b="1" dirty="0">
                <a:effectLst>
                  <a:outerShdw blurRad="38100" dist="38100" dir="2700000" algn="tl">
                    <a:srgbClr val="000000">
                      <a:alpha val="43137"/>
                    </a:srgbClr>
                  </a:outerShdw>
                </a:effectLst>
                <a:latin typeface="+mj-lt"/>
              </a:rPr>
              <a:t>Multi-Tasking.</a:t>
            </a:r>
          </a:p>
          <a:p>
            <a:r>
              <a:rPr lang="en-US" sz="2800" b="1" dirty="0">
                <a:effectLst>
                  <a:outerShdw blurRad="38100" dist="38100" dir="2700000" algn="tl">
                    <a:srgbClr val="000000">
                      <a:alpha val="43137"/>
                    </a:srgbClr>
                  </a:outerShdw>
                </a:effectLst>
                <a:latin typeface="+mj-lt"/>
              </a:rPr>
              <a:t>Support for new hardware.</a:t>
            </a:r>
          </a:p>
          <a:p>
            <a:r>
              <a:rPr lang="en-US" sz="2800" b="1" dirty="0">
                <a:effectLst>
                  <a:outerShdw blurRad="38100" dist="38100" dir="2700000" algn="tl">
                    <a:srgbClr val="000000">
                      <a:alpha val="43137"/>
                    </a:srgbClr>
                  </a:outerShdw>
                </a:effectLst>
                <a:latin typeface="+mj-lt"/>
              </a:rPr>
              <a:t>Games.</a:t>
            </a:r>
            <a:endParaRPr lang="ar-SA" sz="2800" b="1" dirty="0">
              <a:effectLst>
                <a:outerShdw blurRad="38100" dist="38100" dir="2700000" algn="tl">
                  <a:srgbClr val="000000">
                    <a:alpha val="43137"/>
                  </a:srgbClr>
                </a:outerShdw>
              </a:effectLst>
              <a:latin typeface="+mj-lt"/>
            </a:endParaRPr>
          </a:p>
        </p:txBody>
      </p:sp>
      <p:pic>
        <p:nvPicPr>
          <p:cNvPr id="7" name="صورة 6">
            <a:extLst>
              <a:ext uri="{FF2B5EF4-FFF2-40B4-BE49-F238E27FC236}">
                <a16:creationId xmlns:a16="http://schemas.microsoft.com/office/drawing/2014/main" id="{3F3D30F5-5875-4240-8AB2-E10D66236C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76056" y="2017505"/>
            <a:ext cx="3919225" cy="286777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291581731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cru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13314"/>
                                        </p:tgtEl>
                                        <p:attrNameLst>
                                          <p:attrName>style.visibility</p:attrName>
                                        </p:attrNameLst>
                                      </p:cBhvr>
                                      <p:to>
                                        <p:strVal val="visible"/>
                                      </p:to>
                                    </p:set>
                                    <p:animEffect transition="in" filter="circle(in)">
                                      <p:cBhvr>
                                        <p:cTn id="7" dur="2000"/>
                                        <p:tgtEl>
                                          <p:spTgt spid="133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fade">
                                      <p:cBhvr>
                                        <p:cTn id="17" dur="1000"/>
                                        <p:tgtEl>
                                          <p:spTgt spid="10">
                                            <p:txEl>
                                              <p:pRg st="0" end="0"/>
                                            </p:txEl>
                                          </p:spTgt>
                                        </p:tgtEl>
                                      </p:cBhvr>
                                    </p:animEffect>
                                    <p:anim calcmode="lin" valueType="num">
                                      <p:cBhvr>
                                        <p:cTn id="18"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19"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10">
                                            <p:txEl>
                                              <p:pRg st="1" end="1"/>
                                            </p:txEl>
                                          </p:spTgt>
                                        </p:tgtEl>
                                        <p:attrNameLst>
                                          <p:attrName>style.visibility</p:attrName>
                                        </p:attrNameLst>
                                      </p:cBhvr>
                                      <p:to>
                                        <p:strVal val="visible"/>
                                      </p:to>
                                    </p:set>
                                    <p:anim calcmode="lin" valueType="num">
                                      <p:cBhvr additive="base">
                                        <p:cTn id="24" dur="500" fill="hold"/>
                                        <p:tgtEl>
                                          <p:spTgt spid="10">
                                            <p:txEl>
                                              <p:pRg st="1" end="1"/>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10">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nodeType="clickEffect">
                                  <p:stCondLst>
                                    <p:cond delay="0"/>
                                  </p:stCondLst>
                                  <p:childTnLst>
                                    <p:set>
                                      <p:cBhvr>
                                        <p:cTn id="29" dur="1" fill="hold">
                                          <p:stCondLst>
                                            <p:cond delay="0"/>
                                          </p:stCondLst>
                                        </p:cTn>
                                        <p:tgtEl>
                                          <p:spTgt spid="10">
                                            <p:txEl>
                                              <p:pRg st="2" end="2"/>
                                            </p:txEl>
                                          </p:spTgt>
                                        </p:tgtEl>
                                        <p:attrNameLst>
                                          <p:attrName>style.visibility</p:attrName>
                                        </p:attrNameLst>
                                      </p:cBhvr>
                                      <p:to>
                                        <p:strVal val="visible"/>
                                      </p:to>
                                    </p:set>
                                    <p:animEffect transition="in" filter="fade">
                                      <p:cBhvr>
                                        <p:cTn id="30" dur="1000"/>
                                        <p:tgtEl>
                                          <p:spTgt spid="10">
                                            <p:txEl>
                                              <p:pRg st="2" end="2"/>
                                            </p:txEl>
                                          </p:spTgt>
                                        </p:tgtEl>
                                      </p:cBhvr>
                                    </p:animEffect>
                                    <p:anim calcmode="lin" valueType="num">
                                      <p:cBhvr>
                                        <p:cTn id="31" dur="1000" fill="hold"/>
                                        <p:tgtEl>
                                          <p:spTgt spid="10">
                                            <p:txEl>
                                              <p:pRg st="2" end="2"/>
                                            </p:txEl>
                                          </p:spTgt>
                                        </p:tgtEl>
                                        <p:attrNameLst>
                                          <p:attrName>ppt_x</p:attrName>
                                        </p:attrNameLst>
                                      </p:cBhvr>
                                      <p:tavLst>
                                        <p:tav tm="0">
                                          <p:val>
                                            <p:strVal val="#ppt_x"/>
                                          </p:val>
                                        </p:tav>
                                        <p:tav tm="100000">
                                          <p:val>
                                            <p:strVal val="#ppt_x"/>
                                          </p:val>
                                        </p:tav>
                                      </p:tavLst>
                                    </p:anim>
                                    <p:anim calcmode="lin" valueType="num">
                                      <p:cBhvr>
                                        <p:cTn id="32" dur="1000" fill="hold"/>
                                        <p:tgtEl>
                                          <p:spTgt spid="10">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10">
                                            <p:txEl>
                                              <p:pRg st="3" end="3"/>
                                            </p:txEl>
                                          </p:spTgt>
                                        </p:tgtEl>
                                        <p:attrNameLst>
                                          <p:attrName>style.visibility</p:attrName>
                                        </p:attrNameLst>
                                      </p:cBhvr>
                                      <p:to>
                                        <p:strVal val="visible"/>
                                      </p:to>
                                    </p:set>
                                    <p:animEffect transition="in" filter="fade">
                                      <p:cBhvr>
                                        <p:cTn id="37" dur="1000"/>
                                        <p:tgtEl>
                                          <p:spTgt spid="10">
                                            <p:txEl>
                                              <p:pRg st="3" end="3"/>
                                            </p:txEl>
                                          </p:spTgt>
                                        </p:tgtEl>
                                      </p:cBhvr>
                                    </p:animEffect>
                                    <p:anim calcmode="lin" valueType="num">
                                      <p:cBhvr>
                                        <p:cTn id="38" dur="1000" fill="hold"/>
                                        <p:tgtEl>
                                          <p:spTgt spid="10">
                                            <p:txEl>
                                              <p:pRg st="3" end="3"/>
                                            </p:txEl>
                                          </p:spTgt>
                                        </p:tgtEl>
                                        <p:attrNameLst>
                                          <p:attrName>ppt_x</p:attrName>
                                        </p:attrNameLst>
                                      </p:cBhvr>
                                      <p:tavLst>
                                        <p:tav tm="0">
                                          <p:val>
                                            <p:strVal val="#ppt_x"/>
                                          </p:val>
                                        </p:tav>
                                        <p:tav tm="100000">
                                          <p:val>
                                            <p:strVal val="#ppt_x"/>
                                          </p:val>
                                        </p:tav>
                                      </p:tavLst>
                                    </p:anim>
                                    <p:anim calcmode="lin" valueType="num">
                                      <p:cBhvr>
                                        <p:cTn id="39" dur="1000" fill="hold"/>
                                        <p:tgtEl>
                                          <p:spTgt spid="10">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40" fill="hold">
                      <p:stCondLst>
                        <p:cond delay="indefinite"/>
                      </p:stCondLst>
                      <p:childTnLst>
                        <p:par>
                          <p:cTn id="41" fill="hold">
                            <p:stCondLst>
                              <p:cond delay="0"/>
                            </p:stCondLst>
                            <p:childTnLst>
                              <p:par>
                                <p:cTn id="42" presetID="2" presetClass="entr" presetSubtype="4" fill="hold" nodeType="clickEffect">
                                  <p:stCondLst>
                                    <p:cond delay="0"/>
                                  </p:stCondLst>
                                  <p:childTnLst>
                                    <p:set>
                                      <p:cBhvr>
                                        <p:cTn id="43" dur="1" fill="hold">
                                          <p:stCondLst>
                                            <p:cond delay="0"/>
                                          </p:stCondLst>
                                        </p:cTn>
                                        <p:tgtEl>
                                          <p:spTgt spid="10">
                                            <p:txEl>
                                              <p:pRg st="4" end="4"/>
                                            </p:txEl>
                                          </p:spTgt>
                                        </p:tgtEl>
                                        <p:attrNameLst>
                                          <p:attrName>style.visibility</p:attrName>
                                        </p:attrNameLst>
                                      </p:cBhvr>
                                      <p:to>
                                        <p:strVal val="visible"/>
                                      </p:to>
                                    </p:set>
                                    <p:anim calcmode="lin" valueType="num">
                                      <p:cBhvr additive="base">
                                        <p:cTn id="44" dur="500" fill="hold"/>
                                        <p:tgtEl>
                                          <p:spTgt spid="10">
                                            <p:txEl>
                                              <p:pRg st="4" end="4"/>
                                            </p:txEl>
                                          </p:spTgt>
                                        </p:tgtEl>
                                        <p:attrNameLst>
                                          <p:attrName>ppt_x</p:attrName>
                                        </p:attrNameLst>
                                      </p:cBhvr>
                                      <p:tavLst>
                                        <p:tav tm="0">
                                          <p:val>
                                            <p:strVal val="#ppt_x"/>
                                          </p:val>
                                        </p:tav>
                                        <p:tav tm="100000">
                                          <p:val>
                                            <p:strVal val="#ppt_x"/>
                                          </p:val>
                                        </p:tav>
                                      </p:tavLst>
                                    </p:anim>
                                    <p:anim calcmode="lin" valueType="num">
                                      <p:cBhvr additive="base">
                                        <p:cTn id="45" dur="500" fill="hold"/>
                                        <p:tgtEl>
                                          <p:spTgt spid="10">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1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عنوان 1"/>
          <p:cNvSpPr>
            <a:spLocks noGrp="1"/>
          </p:cNvSpPr>
          <p:nvPr>
            <p:ph type="title"/>
          </p:nvPr>
        </p:nvSpPr>
        <p:spPr>
          <a:xfrm>
            <a:off x="1051316" y="862159"/>
            <a:ext cx="7041368" cy="1143000"/>
          </a:xfrm>
        </p:spPr>
        <p:txBody>
          <a:bodyPr>
            <a:normAutofit fontScale="90000"/>
          </a:bodyPr>
          <a:lstStyle/>
          <a:p>
            <a:pPr eaLnBrk="1" hangingPunct="1"/>
            <a:r>
              <a:rPr lang="en-US" altLang="ar-SA" dirty="0">
                <a:solidFill>
                  <a:schemeClr val="accent6">
                    <a:lumMod val="75000"/>
                  </a:schemeClr>
                </a:solidFill>
                <a:effectLst>
                  <a:glow rad="63500">
                    <a:schemeClr val="accent6">
                      <a:satMod val="175000"/>
                      <a:alpha val="40000"/>
                    </a:schemeClr>
                  </a:glow>
                </a:effectLst>
                <a:latin typeface="Berlin Sans FB Demi" panose="020E0802020502020306" pitchFamily="34" charset="0"/>
              </a:rPr>
              <a:t>Disadvantages of Microsoft Windows.</a:t>
            </a:r>
            <a:endParaRPr lang="ar-SA" altLang="ar-SA" dirty="0">
              <a:solidFill>
                <a:schemeClr val="accent6">
                  <a:lumMod val="75000"/>
                </a:schemeClr>
              </a:solidFill>
              <a:effectLst>
                <a:glow rad="63500">
                  <a:schemeClr val="accent2">
                    <a:satMod val="175000"/>
                    <a:alpha val="40000"/>
                  </a:schemeClr>
                </a:glow>
              </a:effectLst>
              <a:latin typeface="Berlin Sans FB Demi" panose="020E0802020502020306" pitchFamily="34" charset="0"/>
            </a:endParaRPr>
          </a:p>
        </p:txBody>
      </p:sp>
      <p:sp>
        <p:nvSpPr>
          <p:cNvPr id="14339" name="عنصر نائب للمحتوى 2"/>
          <p:cNvSpPr>
            <a:spLocks noGrp="1"/>
          </p:cNvSpPr>
          <p:nvPr>
            <p:ph idx="1"/>
          </p:nvPr>
        </p:nvSpPr>
        <p:spPr>
          <a:xfrm>
            <a:off x="34351" y="2204864"/>
            <a:ext cx="4646007" cy="2575969"/>
          </a:xfrm>
        </p:spPr>
        <p:txBody>
          <a:bodyPr>
            <a:normAutofit lnSpcReduction="10000"/>
          </a:bodyPr>
          <a:lstStyle/>
          <a:p>
            <a:r>
              <a:rPr lang="en-US" sz="2800" b="1" dirty="0">
                <a:effectLst>
                  <a:outerShdw blurRad="38100" dist="38100" dir="2700000" algn="tl">
                    <a:srgbClr val="000000">
                      <a:alpha val="43137"/>
                    </a:srgbClr>
                  </a:outerShdw>
                </a:effectLst>
                <a:latin typeface="+mj-lt"/>
              </a:rPr>
              <a:t>Closed Source.</a:t>
            </a:r>
          </a:p>
          <a:p>
            <a:r>
              <a:rPr lang="en-US" sz="2800" b="1" dirty="0">
                <a:effectLst>
                  <a:outerShdw blurRad="38100" dist="38100" dir="2700000" algn="tl">
                    <a:srgbClr val="000000">
                      <a:alpha val="43137"/>
                    </a:srgbClr>
                  </a:outerShdw>
                </a:effectLst>
                <a:latin typeface="+mj-lt"/>
              </a:rPr>
              <a:t>Poor security.</a:t>
            </a:r>
          </a:p>
          <a:p>
            <a:r>
              <a:rPr lang="en-US" sz="2800" b="1" dirty="0">
                <a:effectLst>
                  <a:outerShdw blurRad="38100" dist="38100" dir="2700000" algn="tl">
                    <a:srgbClr val="000000">
                      <a:alpha val="43137"/>
                    </a:srgbClr>
                  </a:outerShdw>
                </a:effectLst>
                <a:latin typeface="+mj-lt"/>
              </a:rPr>
              <a:t>Viruses.</a:t>
            </a:r>
          </a:p>
          <a:p>
            <a:r>
              <a:rPr lang="en-US" sz="2800" b="1" dirty="0">
                <a:effectLst>
                  <a:outerShdw blurRad="38100" dist="38100" dir="2700000" algn="tl">
                    <a:srgbClr val="000000">
                      <a:alpha val="43137"/>
                    </a:srgbClr>
                  </a:outerShdw>
                </a:effectLst>
                <a:latin typeface="+mj-lt"/>
              </a:rPr>
              <a:t>Poor technical support.</a:t>
            </a:r>
          </a:p>
          <a:p>
            <a:r>
              <a:rPr lang="en-US" sz="2800" b="1" dirty="0">
                <a:effectLst>
                  <a:outerShdw blurRad="38100" dist="38100" dir="2700000" algn="tl">
                    <a:srgbClr val="000000">
                      <a:alpha val="43137"/>
                    </a:srgbClr>
                  </a:outerShdw>
                </a:effectLst>
                <a:latin typeface="+mj-lt"/>
              </a:rPr>
              <a:t>Poor remote access.</a:t>
            </a:r>
            <a:endParaRPr lang="ar-SA" sz="2800" b="1" dirty="0">
              <a:effectLst>
                <a:outerShdw blurRad="38100" dist="38100" dir="2700000" algn="tl">
                  <a:srgbClr val="000000">
                    <a:alpha val="43137"/>
                  </a:srgbClr>
                </a:outerShdw>
              </a:effectLst>
              <a:latin typeface="+mj-lt"/>
            </a:endParaRPr>
          </a:p>
        </p:txBody>
      </p:sp>
      <p:pic>
        <p:nvPicPr>
          <p:cNvPr id="7" name="صورة 6">
            <a:extLst>
              <a:ext uri="{FF2B5EF4-FFF2-40B4-BE49-F238E27FC236}">
                <a16:creationId xmlns:a16="http://schemas.microsoft.com/office/drawing/2014/main" id="{B7DA4778-F4F0-4310-8B13-32215A770D3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100369" y="2018457"/>
            <a:ext cx="3794829" cy="276237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extLst>
      <p:ext uri="{BB962C8B-B14F-4D97-AF65-F5344CB8AC3E}">
        <p14:creationId xmlns:p14="http://schemas.microsoft.com/office/powerpoint/2010/main" val="1700270645"/>
      </p:ext>
    </p:extLst>
  </p:cSld>
  <p:clrMapOvr>
    <a:masterClrMapping/>
  </p:clrMapOvr>
  <mc:AlternateContent xmlns:mc="http://schemas.openxmlformats.org/markup-compatibility/2006" xmlns:p14="http://schemas.microsoft.com/office/powerpoint/2010/main">
    <mc:Choice Requires="p14">
      <p:transition spd="slow" p14:dur="1600">
        <p14:prism isInverted="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 presetClass="entr" presetSubtype="16" fill="hold" grpId="0" nodeType="clickEffect">
                                  <p:stCondLst>
                                    <p:cond delay="0"/>
                                  </p:stCondLst>
                                  <p:childTnLst>
                                    <p:set>
                                      <p:cBhvr>
                                        <p:cTn id="6" dur="1" fill="hold">
                                          <p:stCondLst>
                                            <p:cond delay="0"/>
                                          </p:stCondLst>
                                        </p:cTn>
                                        <p:tgtEl>
                                          <p:spTgt spid="14338"/>
                                        </p:tgtEl>
                                        <p:attrNameLst>
                                          <p:attrName>style.visibility</p:attrName>
                                        </p:attrNameLst>
                                      </p:cBhvr>
                                      <p:to>
                                        <p:strVal val="visible"/>
                                      </p:to>
                                    </p:set>
                                    <p:animEffect transition="in" filter="circle(in)">
                                      <p:cBhvr>
                                        <p:cTn id="7" dur="2000"/>
                                        <p:tgtEl>
                                          <p:spTgt spid="143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42" presetClass="entr" presetSubtype="0" fill="hold" nodeType="clickEffect">
                                  <p:stCondLst>
                                    <p:cond delay="0"/>
                                  </p:stCondLst>
                                  <p:childTnLst>
                                    <p:set>
                                      <p:cBhvr>
                                        <p:cTn id="16" dur="1" fill="hold">
                                          <p:stCondLst>
                                            <p:cond delay="0"/>
                                          </p:stCondLst>
                                        </p:cTn>
                                        <p:tgtEl>
                                          <p:spTgt spid="14339">
                                            <p:txEl>
                                              <p:pRg st="0" end="0"/>
                                            </p:txEl>
                                          </p:spTgt>
                                        </p:tgtEl>
                                        <p:attrNameLst>
                                          <p:attrName>style.visibility</p:attrName>
                                        </p:attrNameLst>
                                      </p:cBhvr>
                                      <p:to>
                                        <p:strVal val="visible"/>
                                      </p:to>
                                    </p:set>
                                    <p:animEffect transition="in" filter="fade">
                                      <p:cBhvr>
                                        <p:cTn id="17" dur="1000"/>
                                        <p:tgtEl>
                                          <p:spTgt spid="14339">
                                            <p:txEl>
                                              <p:pRg st="0" end="0"/>
                                            </p:txEl>
                                          </p:spTgt>
                                        </p:tgtEl>
                                      </p:cBhvr>
                                    </p:animEffect>
                                    <p:anim calcmode="lin" valueType="num">
                                      <p:cBhvr>
                                        <p:cTn id="18" dur="1000" fill="hold"/>
                                        <p:tgtEl>
                                          <p:spTgt spid="14339">
                                            <p:txEl>
                                              <p:pRg st="0" end="0"/>
                                            </p:txEl>
                                          </p:spTgt>
                                        </p:tgtEl>
                                        <p:attrNameLst>
                                          <p:attrName>ppt_x</p:attrName>
                                        </p:attrNameLst>
                                      </p:cBhvr>
                                      <p:tavLst>
                                        <p:tav tm="0">
                                          <p:val>
                                            <p:strVal val="#ppt_x"/>
                                          </p:val>
                                        </p:tav>
                                        <p:tav tm="100000">
                                          <p:val>
                                            <p:strVal val="#ppt_x"/>
                                          </p:val>
                                        </p:tav>
                                      </p:tavLst>
                                    </p:anim>
                                    <p:anim calcmode="lin" valueType="num">
                                      <p:cBhvr>
                                        <p:cTn id="19" dur="1000" fill="hold"/>
                                        <p:tgtEl>
                                          <p:spTgt spid="14339">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14339">
                                            <p:txEl>
                                              <p:pRg st="1" end="1"/>
                                            </p:txEl>
                                          </p:spTgt>
                                        </p:tgtEl>
                                        <p:attrNameLst>
                                          <p:attrName>style.visibility</p:attrName>
                                        </p:attrNameLst>
                                      </p:cBhvr>
                                      <p:to>
                                        <p:strVal val="visible"/>
                                      </p:to>
                                    </p:set>
                                    <p:anim calcmode="lin" valueType="num">
                                      <p:cBhvr additive="base">
                                        <p:cTn id="24" dur="500" fill="hold"/>
                                        <p:tgtEl>
                                          <p:spTgt spid="14339">
                                            <p:txEl>
                                              <p:pRg st="1" end="1"/>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1433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nodeType="clickEffect">
                                  <p:stCondLst>
                                    <p:cond delay="0"/>
                                  </p:stCondLst>
                                  <p:childTnLst>
                                    <p:set>
                                      <p:cBhvr>
                                        <p:cTn id="29" dur="1" fill="hold">
                                          <p:stCondLst>
                                            <p:cond delay="0"/>
                                          </p:stCondLst>
                                        </p:cTn>
                                        <p:tgtEl>
                                          <p:spTgt spid="14339">
                                            <p:txEl>
                                              <p:pRg st="2" end="2"/>
                                            </p:txEl>
                                          </p:spTgt>
                                        </p:tgtEl>
                                        <p:attrNameLst>
                                          <p:attrName>style.visibility</p:attrName>
                                        </p:attrNameLst>
                                      </p:cBhvr>
                                      <p:to>
                                        <p:strVal val="visible"/>
                                      </p:to>
                                    </p:set>
                                    <p:animEffect transition="in" filter="fade">
                                      <p:cBhvr>
                                        <p:cTn id="30" dur="1000"/>
                                        <p:tgtEl>
                                          <p:spTgt spid="14339">
                                            <p:txEl>
                                              <p:pRg st="2" end="2"/>
                                            </p:txEl>
                                          </p:spTgt>
                                        </p:tgtEl>
                                      </p:cBhvr>
                                    </p:animEffect>
                                    <p:anim calcmode="lin" valueType="num">
                                      <p:cBhvr>
                                        <p:cTn id="31" dur="1000" fill="hold"/>
                                        <p:tgtEl>
                                          <p:spTgt spid="14339">
                                            <p:txEl>
                                              <p:pRg st="2" end="2"/>
                                            </p:txEl>
                                          </p:spTgt>
                                        </p:tgtEl>
                                        <p:attrNameLst>
                                          <p:attrName>ppt_x</p:attrName>
                                        </p:attrNameLst>
                                      </p:cBhvr>
                                      <p:tavLst>
                                        <p:tav tm="0">
                                          <p:val>
                                            <p:strVal val="#ppt_x"/>
                                          </p:val>
                                        </p:tav>
                                        <p:tav tm="100000">
                                          <p:val>
                                            <p:strVal val="#ppt_x"/>
                                          </p:val>
                                        </p:tav>
                                      </p:tavLst>
                                    </p:anim>
                                    <p:anim calcmode="lin" valueType="num">
                                      <p:cBhvr>
                                        <p:cTn id="32" dur="1000" fill="hold"/>
                                        <p:tgtEl>
                                          <p:spTgt spid="14339">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nodeType="clickEffect">
                                  <p:stCondLst>
                                    <p:cond delay="0"/>
                                  </p:stCondLst>
                                  <p:childTnLst>
                                    <p:set>
                                      <p:cBhvr>
                                        <p:cTn id="36" dur="1" fill="hold">
                                          <p:stCondLst>
                                            <p:cond delay="0"/>
                                          </p:stCondLst>
                                        </p:cTn>
                                        <p:tgtEl>
                                          <p:spTgt spid="14339">
                                            <p:txEl>
                                              <p:pRg st="3" end="3"/>
                                            </p:txEl>
                                          </p:spTgt>
                                        </p:tgtEl>
                                        <p:attrNameLst>
                                          <p:attrName>style.visibility</p:attrName>
                                        </p:attrNameLst>
                                      </p:cBhvr>
                                      <p:to>
                                        <p:strVal val="visible"/>
                                      </p:to>
                                    </p:set>
                                    <p:anim calcmode="lin" valueType="num">
                                      <p:cBhvr additive="base">
                                        <p:cTn id="37" dur="500" fill="hold"/>
                                        <p:tgtEl>
                                          <p:spTgt spid="14339">
                                            <p:txEl>
                                              <p:pRg st="3" end="3"/>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433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42" presetClass="entr" presetSubtype="0" fill="hold" nodeType="clickEffect">
                                  <p:stCondLst>
                                    <p:cond delay="0"/>
                                  </p:stCondLst>
                                  <p:childTnLst>
                                    <p:set>
                                      <p:cBhvr>
                                        <p:cTn id="42" dur="1" fill="hold">
                                          <p:stCondLst>
                                            <p:cond delay="0"/>
                                          </p:stCondLst>
                                        </p:cTn>
                                        <p:tgtEl>
                                          <p:spTgt spid="14339">
                                            <p:txEl>
                                              <p:pRg st="4" end="4"/>
                                            </p:txEl>
                                          </p:spTgt>
                                        </p:tgtEl>
                                        <p:attrNameLst>
                                          <p:attrName>style.visibility</p:attrName>
                                        </p:attrNameLst>
                                      </p:cBhvr>
                                      <p:to>
                                        <p:strVal val="visible"/>
                                      </p:to>
                                    </p:set>
                                    <p:animEffect transition="in" filter="fade">
                                      <p:cBhvr>
                                        <p:cTn id="43" dur="1000"/>
                                        <p:tgtEl>
                                          <p:spTgt spid="14339">
                                            <p:txEl>
                                              <p:pRg st="4" end="4"/>
                                            </p:txEl>
                                          </p:spTgt>
                                        </p:tgtEl>
                                      </p:cBhvr>
                                    </p:animEffect>
                                    <p:anim calcmode="lin" valueType="num">
                                      <p:cBhvr>
                                        <p:cTn id="44" dur="1000" fill="hold"/>
                                        <p:tgtEl>
                                          <p:spTgt spid="14339">
                                            <p:txEl>
                                              <p:pRg st="4" end="4"/>
                                            </p:txEl>
                                          </p:spTgt>
                                        </p:tgtEl>
                                        <p:attrNameLst>
                                          <p:attrName>ppt_x</p:attrName>
                                        </p:attrNameLst>
                                      </p:cBhvr>
                                      <p:tavLst>
                                        <p:tav tm="0">
                                          <p:val>
                                            <p:strVal val="#ppt_x"/>
                                          </p:val>
                                        </p:tav>
                                        <p:tav tm="100000">
                                          <p:val>
                                            <p:strVal val="#ppt_x"/>
                                          </p:val>
                                        </p:tav>
                                      </p:tavLst>
                                    </p:anim>
                                    <p:anim calcmode="lin" valueType="num">
                                      <p:cBhvr>
                                        <p:cTn id="45" dur="1000" fill="hold"/>
                                        <p:tgtEl>
                                          <p:spTgt spid="14339">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33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عنوان 1"/>
          <p:cNvSpPr>
            <a:spLocks noGrp="1"/>
          </p:cNvSpPr>
          <p:nvPr>
            <p:ph type="title"/>
          </p:nvPr>
        </p:nvSpPr>
        <p:spPr>
          <a:xfrm>
            <a:off x="34351" y="904905"/>
            <a:ext cx="8426081" cy="1143000"/>
          </a:xfrm>
        </p:spPr>
        <p:txBody>
          <a:bodyPr>
            <a:normAutofit fontScale="90000"/>
          </a:bodyPr>
          <a:lstStyle/>
          <a:p>
            <a:pPr eaLnBrk="1" hangingPunct="1"/>
            <a:r>
              <a:rPr lang="en-US" altLang="ar-SA" b="1" dirty="0">
                <a:solidFill>
                  <a:schemeClr val="accent6"/>
                </a:solidFill>
                <a:effectLst>
                  <a:glow rad="101600">
                    <a:schemeClr val="accent1">
                      <a:satMod val="175000"/>
                      <a:alpha val="40000"/>
                    </a:schemeClr>
                  </a:glow>
                  <a:outerShdw blurRad="38100" dist="38100" dir="2700000" algn="tl">
                    <a:srgbClr val="000000">
                      <a:alpha val="43137"/>
                    </a:srgbClr>
                  </a:outerShdw>
                </a:effectLst>
                <a:latin typeface="Berlin Sans FB Demi" panose="020E0802020502020306" pitchFamily="34" charset="0"/>
              </a:rPr>
              <a:t>Steps for installing Microsoft Windows.</a:t>
            </a:r>
            <a:endParaRPr lang="ar-SA" altLang="ar-SA" b="1" dirty="0">
              <a:solidFill>
                <a:schemeClr val="accent6"/>
              </a:solidFill>
              <a:effectLst>
                <a:glow rad="101600">
                  <a:schemeClr val="accent1">
                    <a:satMod val="175000"/>
                    <a:alpha val="40000"/>
                  </a:schemeClr>
                </a:glow>
                <a:outerShdw blurRad="38100" dist="38100" dir="2700000" algn="tl">
                  <a:srgbClr val="000000">
                    <a:alpha val="43137"/>
                  </a:srgbClr>
                </a:outerShdw>
              </a:effectLst>
              <a:latin typeface="Berlin Sans FB Demi" panose="020E0802020502020306" pitchFamily="34" charset="0"/>
            </a:endParaRPr>
          </a:p>
        </p:txBody>
      </p:sp>
      <p:pic>
        <p:nvPicPr>
          <p:cNvPr id="1026" name="Picture 2" descr="Image result for install windows">
            <a:extLst>
              <a:ext uri="{FF2B5EF4-FFF2-40B4-BE49-F238E27FC236}">
                <a16:creationId xmlns:a16="http://schemas.microsoft.com/office/drawing/2014/main" id="{384CE1E4-3057-4DC3-9812-2384F4C64B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351" y="2098739"/>
            <a:ext cx="6692126" cy="38856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436657"/>
      </p:ext>
    </p:extLst>
  </p:cSld>
  <p:clrMapOvr>
    <a:masterClrMapping/>
  </p:clrMapOvr>
  <mc:AlternateContent xmlns:mc="http://schemas.openxmlformats.org/markup-compatibility/2006" xmlns:p14="http://schemas.microsoft.com/office/powerpoint/2010/main">
    <mc:Choice Requires="p14">
      <p:transition spd="slow" p14:dur="3000">
        <p14:shre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5" presetClass="entr" presetSubtype="0" fill="hold" grpId="0" nodeType="clickEffect">
                                  <p:stCondLst>
                                    <p:cond delay="0"/>
                                  </p:stCondLst>
                                  <p:childTnLst>
                                    <p:set>
                                      <p:cBhvr>
                                        <p:cTn id="6" dur="1" fill="hold">
                                          <p:stCondLst>
                                            <p:cond delay="0"/>
                                          </p:stCondLst>
                                        </p:cTn>
                                        <p:tgtEl>
                                          <p:spTgt spid="15362"/>
                                        </p:tgtEl>
                                        <p:attrNameLst>
                                          <p:attrName>style.visibility</p:attrName>
                                        </p:attrNameLst>
                                      </p:cBhvr>
                                      <p:to>
                                        <p:strVal val="visible"/>
                                      </p:to>
                                    </p:set>
                                    <p:animEffect transition="in" filter="fade">
                                      <p:cBhvr>
                                        <p:cTn id="7" dur="2000"/>
                                        <p:tgtEl>
                                          <p:spTgt spid="15362"/>
                                        </p:tgtEl>
                                      </p:cBhvr>
                                    </p:animEffect>
                                    <p:anim calcmode="lin" valueType="num">
                                      <p:cBhvr>
                                        <p:cTn id="8" dur="2000" fill="hold"/>
                                        <p:tgtEl>
                                          <p:spTgt spid="15362"/>
                                        </p:tgtEl>
                                        <p:attrNameLst>
                                          <p:attrName>ppt_w</p:attrName>
                                        </p:attrNameLst>
                                      </p:cBhvr>
                                      <p:tavLst>
                                        <p:tav tm="0" fmla="#ppt_w*sin(2.5*pi*$)">
                                          <p:val>
                                            <p:fltVal val="0"/>
                                          </p:val>
                                        </p:tav>
                                        <p:tav tm="100000">
                                          <p:val>
                                            <p:fltVal val="1"/>
                                          </p:val>
                                        </p:tav>
                                      </p:tavLst>
                                    </p:anim>
                                    <p:anim calcmode="lin" valueType="num">
                                      <p:cBhvr>
                                        <p:cTn id="9" dur="2000" fill="hold"/>
                                        <p:tgtEl>
                                          <p:spTgt spid="15362"/>
                                        </p:tgtEl>
                                        <p:attrNameLst>
                                          <p:attrName>ppt_h</p:attrName>
                                        </p:attrNameLst>
                                      </p:cBhvr>
                                      <p:tavLst>
                                        <p:tav tm="0">
                                          <p:val>
                                            <p:strVal val="#ppt_h"/>
                                          </p:val>
                                        </p:tav>
                                        <p:tav tm="100000">
                                          <p:val>
                                            <p:strVal val="#ppt_h"/>
                                          </p:val>
                                        </p:tav>
                                      </p:tavLst>
                                    </p:anim>
                                  </p:childTnLst>
                                </p:cTn>
                              </p:par>
                            </p:childTnLst>
                          </p:cTn>
                        </p:par>
                      </p:childTnLst>
                    </p:cTn>
                  </p:par>
                  <p:par>
                    <p:cTn id="10" fill="hold">
                      <p:stCondLst>
                        <p:cond delay="indefinite"/>
                      </p:stCondLst>
                      <p:childTnLst>
                        <p:par>
                          <p:cTn id="11" fill="hold">
                            <p:stCondLst>
                              <p:cond delay="0"/>
                            </p:stCondLst>
                            <p:childTnLst>
                              <p:par>
                                <p:cTn id="12" presetID="32" presetClass="emph" presetSubtype="0" fill="hold" nodeType="clickEffect">
                                  <p:stCondLst>
                                    <p:cond delay="0"/>
                                  </p:stCondLst>
                                  <p:childTnLst>
                                    <p:animRot by="120000">
                                      <p:cBhvr>
                                        <p:cTn id="13" dur="100" fill="hold">
                                          <p:stCondLst>
                                            <p:cond delay="0"/>
                                          </p:stCondLst>
                                        </p:cTn>
                                        <p:tgtEl>
                                          <p:spTgt spid="1026"/>
                                        </p:tgtEl>
                                        <p:attrNameLst>
                                          <p:attrName>r</p:attrName>
                                        </p:attrNameLst>
                                      </p:cBhvr>
                                    </p:animRot>
                                    <p:animRot by="-240000">
                                      <p:cBhvr>
                                        <p:cTn id="14" dur="200" fill="hold">
                                          <p:stCondLst>
                                            <p:cond delay="200"/>
                                          </p:stCondLst>
                                        </p:cTn>
                                        <p:tgtEl>
                                          <p:spTgt spid="1026"/>
                                        </p:tgtEl>
                                        <p:attrNameLst>
                                          <p:attrName>r</p:attrName>
                                        </p:attrNameLst>
                                      </p:cBhvr>
                                    </p:animRot>
                                    <p:animRot by="240000">
                                      <p:cBhvr>
                                        <p:cTn id="15" dur="200" fill="hold">
                                          <p:stCondLst>
                                            <p:cond delay="400"/>
                                          </p:stCondLst>
                                        </p:cTn>
                                        <p:tgtEl>
                                          <p:spTgt spid="1026"/>
                                        </p:tgtEl>
                                        <p:attrNameLst>
                                          <p:attrName>r</p:attrName>
                                        </p:attrNameLst>
                                      </p:cBhvr>
                                    </p:animRot>
                                    <p:animRot by="-240000">
                                      <p:cBhvr>
                                        <p:cTn id="16" dur="200" fill="hold">
                                          <p:stCondLst>
                                            <p:cond delay="600"/>
                                          </p:stCondLst>
                                        </p:cTn>
                                        <p:tgtEl>
                                          <p:spTgt spid="1026"/>
                                        </p:tgtEl>
                                        <p:attrNameLst>
                                          <p:attrName>r</p:attrName>
                                        </p:attrNameLst>
                                      </p:cBhvr>
                                    </p:animRot>
                                    <p:animRot by="120000">
                                      <p:cBhvr>
                                        <p:cTn id="17" dur="200" fill="hold">
                                          <p:stCondLst>
                                            <p:cond delay="800"/>
                                          </p:stCondLst>
                                        </p:cTn>
                                        <p:tgtEl>
                                          <p:spTgt spid="1026"/>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36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219200"/>
            <a:ext cx="7315200" cy="3962400"/>
          </a:xfrm>
        </p:spPr>
        <p:txBody>
          <a:bodyPr>
            <a:normAutofit lnSpcReduction="10000"/>
          </a:bodyPr>
          <a:lstStyle/>
          <a:p>
            <a:r>
              <a:rPr lang="en-PH" sz="3200" dirty="0"/>
              <a:t>You can use Microsoft’s upgrade tool to install Windows 10 on your PC if you already have Windows 7 or 8.1 installed. This will also make it possible to </a:t>
            </a:r>
            <a:r>
              <a:rPr lang="en-PH" sz="3200" u="sng" dirty="0">
                <a:hlinkClick r:id="rId2"/>
              </a:rPr>
              <a:t>downgrade and go back to Windows 7 or 8.1</a:t>
            </a:r>
            <a:r>
              <a:rPr lang="en-PH" sz="3200" dirty="0"/>
              <a:t> after you perform the upgrade, if you don’t like it.</a:t>
            </a:r>
          </a:p>
        </p:txBody>
      </p:sp>
    </p:spTree>
    <p:extLst>
      <p:ext uri="{BB962C8B-B14F-4D97-AF65-F5344CB8AC3E}">
        <p14:creationId xmlns:p14="http://schemas.microsoft.com/office/powerpoint/2010/main" val="50014344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PH"/>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8600" y="304800"/>
            <a:ext cx="8734085" cy="6019800"/>
          </a:xfrm>
          <a:prstGeom prst="rect">
            <a:avLst/>
          </a:prstGeom>
          <a:ln w="127000" cap="sq">
            <a:solidFill>
              <a:srgbClr val="000000"/>
            </a:solidFill>
            <a:miter lim="800000"/>
          </a:ln>
          <a:effectLst>
            <a:outerShdw blurRad="57150" dist="50800" dir="2700000" algn="tl" rotWithShape="0">
              <a:srgbClr val="000000">
                <a:alpha val="40000"/>
              </a:srgbClr>
            </a:outerShdw>
          </a:effectLst>
        </p:spPr>
      </p:pic>
    </p:spTree>
    <p:extLst>
      <p:ext uri="{BB962C8B-B14F-4D97-AF65-F5344CB8AC3E}">
        <p14:creationId xmlns:p14="http://schemas.microsoft.com/office/powerpoint/2010/main" val="671419028"/>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371600"/>
            <a:ext cx="7315200" cy="3733800"/>
          </a:xfrm>
        </p:spPr>
        <p:txBody>
          <a:bodyPr>
            <a:noAutofit/>
          </a:bodyPr>
          <a:lstStyle/>
          <a:p>
            <a:r>
              <a:rPr lang="en-PH" sz="3200" dirty="0"/>
              <a:t>If you don’t want to upgrade from an existing Windows installation, you can download the official Windows 10 installation media for free from Microsoft and </a:t>
            </a:r>
            <a:r>
              <a:rPr lang="en-PH" sz="3200" u="sng" dirty="0">
                <a:hlinkClick r:id="rId2"/>
              </a:rPr>
              <a:t>perform a clean install</a:t>
            </a:r>
            <a:r>
              <a:rPr lang="en-PH" sz="3200" dirty="0"/>
              <a:t>. </a:t>
            </a:r>
          </a:p>
        </p:txBody>
      </p:sp>
    </p:spTree>
    <p:extLst>
      <p:ext uri="{BB962C8B-B14F-4D97-AF65-F5344CB8AC3E}">
        <p14:creationId xmlns:p14="http://schemas.microsoft.com/office/powerpoint/2010/main" val="496023461"/>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14400" y="1524000"/>
            <a:ext cx="7315200" cy="3539527"/>
          </a:xfrm>
        </p:spPr>
        <p:txBody>
          <a:bodyPr>
            <a:normAutofit/>
          </a:bodyPr>
          <a:lstStyle/>
          <a:p>
            <a:r>
              <a:rPr lang="en-PH" sz="3200" dirty="0"/>
              <a:t>To do this, visit </a:t>
            </a:r>
            <a:r>
              <a:rPr lang="en-PH" sz="3200" u="sng" dirty="0">
                <a:hlinkClick r:id="rId2"/>
              </a:rPr>
              <a:t>Microsoft’s Download Windows 10 page</a:t>
            </a:r>
            <a:r>
              <a:rPr lang="en-PH" sz="3200" dirty="0"/>
              <a:t>, click “Download Tool Now”, and run the downloaded file. Select “Create installation media for another PC”.</a:t>
            </a:r>
            <a:endParaRPr lang="en-US" sz="3200" dirty="0"/>
          </a:p>
        </p:txBody>
      </p:sp>
    </p:spTree>
    <p:extLst>
      <p:ext uri="{BB962C8B-B14F-4D97-AF65-F5344CB8AC3E}">
        <p14:creationId xmlns:p14="http://schemas.microsoft.com/office/powerpoint/2010/main" val="358143192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8600" y="533400"/>
            <a:ext cx="8705527" cy="5181600"/>
          </a:xfrm>
        </p:spPr>
      </p:pic>
    </p:spTree>
    <p:extLst>
      <p:ext uri="{BB962C8B-B14F-4D97-AF65-F5344CB8AC3E}">
        <p14:creationId xmlns:p14="http://schemas.microsoft.com/office/powerpoint/2010/main" val="3168274319"/>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09600" y="838200"/>
            <a:ext cx="7315200" cy="3539527"/>
          </a:xfrm>
        </p:spPr>
        <p:txBody>
          <a:bodyPr>
            <a:noAutofit/>
          </a:bodyPr>
          <a:lstStyle/>
          <a:p>
            <a:r>
              <a:rPr lang="en-PH" sz="3200" dirty="0"/>
              <a:t>Be sure to select the language, edition, and architecture you want to install of Windows 10. If you’re installing it on a PC with a 64-bit CPU, you probably want the 64-bit version. If you’re installing it on a PC with a 32-bit CPU, you’ll need the 32-bit version. </a:t>
            </a:r>
          </a:p>
        </p:txBody>
      </p:sp>
    </p:spTree>
    <p:extLst>
      <p:ext uri="{BB962C8B-B14F-4D97-AF65-F5344CB8AC3E}">
        <p14:creationId xmlns:p14="http://schemas.microsoft.com/office/powerpoint/2010/main" val="40390985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14400" y="1828801"/>
            <a:ext cx="7315200" cy="2133600"/>
          </a:xfrm>
        </p:spPr>
        <p:txBody>
          <a:bodyPr/>
          <a:lstStyle/>
          <a:p>
            <a:r>
              <a:rPr lang="en-PH" sz="3200" dirty="0"/>
              <a:t>You can </a:t>
            </a:r>
            <a:r>
              <a:rPr lang="en-PH" sz="3200" u="sng" dirty="0">
                <a:hlinkClick r:id="rId2"/>
              </a:rPr>
              <a:t>check what type of CPU your PC has</a:t>
            </a:r>
            <a:r>
              <a:rPr lang="en-PH" sz="3200" dirty="0"/>
              <a:t> if you don’t know off the top of your head.</a:t>
            </a:r>
          </a:p>
          <a:p>
            <a:endParaRPr lang="en-US" dirty="0"/>
          </a:p>
        </p:txBody>
      </p:sp>
    </p:spTree>
    <p:extLst>
      <p:ext uri="{BB962C8B-B14F-4D97-AF65-F5344CB8AC3E}">
        <p14:creationId xmlns:p14="http://schemas.microsoft.com/office/powerpoint/2010/main" val="31499889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295400"/>
            <a:ext cx="7543800" cy="4191000"/>
          </a:xfrm>
        </p:spPr>
        <p:txBody>
          <a:bodyPr>
            <a:normAutofit/>
          </a:bodyPr>
          <a:lstStyle/>
          <a:p>
            <a:r>
              <a:rPr lang="en-PH" sz="3200" dirty="0"/>
              <a:t>If you’re installing Windows 10 on the current PC, just keep the “Use the recommended options for this PC” box checked and the tool will automatically download the correct version for your current PC.</a:t>
            </a:r>
          </a:p>
        </p:txBody>
      </p:sp>
    </p:spTree>
    <p:extLst>
      <p:ext uri="{BB962C8B-B14F-4D97-AF65-F5344CB8AC3E}">
        <p14:creationId xmlns:p14="http://schemas.microsoft.com/office/powerpoint/2010/main" val="5680388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000" y="471054"/>
            <a:ext cx="8344728" cy="5243945"/>
          </a:xfrm>
          <a:prstGeom prst="rect">
            <a:avLst/>
          </a:prstGeom>
        </p:spPr>
      </p:pic>
    </p:spTree>
    <p:extLst>
      <p:ext uri="{BB962C8B-B14F-4D97-AF65-F5344CB8AC3E}">
        <p14:creationId xmlns:p14="http://schemas.microsoft.com/office/powerpoint/2010/main" val="136980256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a:spLocks noGrp="1"/>
          </p:cNvSpPr>
          <p:nvPr>
            <p:ph type="subTitle" idx="1"/>
          </p:nvPr>
        </p:nvSpPr>
        <p:spPr>
          <a:xfrm>
            <a:off x="457200" y="1066800"/>
            <a:ext cx="8229600" cy="5029200"/>
          </a:xfrm>
        </p:spPr>
        <p:txBody>
          <a:bodyPr>
            <a:normAutofit/>
          </a:bodyPr>
          <a:lstStyle/>
          <a:p>
            <a:r>
              <a:rPr lang="en-PH" sz="3200" dirty="0"/>
              <a:t>The tool will allow you to copy the Windows 10 installation files to a USB drive or burn them to a DVD. If you’re using a USB drive, it must be 4 GB or larger in size. All files on the USB drive will be erased as part of this process.</a:t>
            </a:r>
          </a:p>
        </p:txBody>
      </p:sp>
    </p:spTree>
    <p:extLst>
      <p:ext uri="{BB962C8B-B14F-4D97-AF65-F5344CB8AC3E}">
        <p14:creationId xmlns:p14="http://schemas.microsoft.com/office/powerpoint/2010/main" val="118123352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371600"/>
            <a:ext cx="7315200" cy="3539527"/>
          </a:xfrm>
        </p:spPr>
        <p:txBody>
          <a:bodyPr>
            <a:normAutofit/>
          </a:bodyPr>
          <a:lstStyle/>
          <a:p>
            <a:r>
              <a:rPr lang="en-PH" sz="3200" dirty="0"/>
              <a:t>If you want to install Windows 10 in a </a:t>
            </a:r>
            <a:r>
              <a:rPr lang="en-PH" sz="3200" u="sng" dirty="0">
                <a:hlinkClick r:id="rId2"/>
              </a:rPr>
              <a:t>virtual machine</a:t>
            </a:r>
            <a:r>
              <a:rPr lang="en-PH" sz="3200" dirty="0"/>
              <a:t>, select the “ISO file” option here. The tool will download an ISO file, and you can then boot the downloaded ISO in a virtual machine to install Windows 10 inside it</a:t>
            </a:r>
          </a:p>
        </p:txBody>
      </p:sp>
    </p:spTree>
    <p:extLst>
      <p:ext uri="{BB962C8B-B14F-4D97-AF65-F5344CB8AC3E}">
        <p14:creationId xmlns:p14="http://schemas.microsoft.com/office/powerpoint/2010/main" val="209043486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PH"/>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09600" y="838200"/>
            <a:ext cx="7911042" cy="4876800"/>
          </a:xfrm>
        </p:spPr>
      </p:pic>
    </p:spTree>
    <p:extLst>
      <p:ext uri="{BB962C8B-B14F-4D97-AF65-F5344CB8AC3E}">
        <p14:creationId xmlns:p14="http://schemas.microsoft.com/office/powerpoint/2010/main" val="128070260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676400"/>
            <a:ext cx="7315200" cy="3539527"/>
          </a:xfrm>
        </p:spPr>
        <p:txBody>
          <a:bodyPr>
            <a:normAutofit fontScale="92500"/>
          </a:bodyPr>
          <a:lstStyle/>
          <a:p>
            <a:r>
              <a:rPr lang="en-PH" sz="3200" dirty="0"/>
              <a:t>Once you’ve created installation media, you’ll need to insert it into the PC you want to install Windows 10 on. You then boot from the installation media. This may require </a:t>
            </a:r>
            <a:r>
              <a:rPr lang="en-PH" sz="3200" u="sng" dirty="0">
                <a:hlinkClick r:id="rId2"/>
              </a:rPr>
              <a:t>modifying the boot order in your PC’s BIOS or UEFI firmware</a:t>
            </a:r>
            <a:r>
              <a:rPr lang="en-PH" sz="3200" dirty="0"/>
              <a:t>.</a:t>
            </a:r>
          </a:p>
        </p:txBody>
      </p:sp>
      <p:sp>
        <p:nvSpPr>
          <p:cNvPr id="4" name="Content Placeholder 2"/>
          <p:cNvSpPr txBox="1">
            <a:spLocks/>
          </p:cNvSpPr>
          <p:nvPr/>
        </p:nvSpPr>
        <p:spPr>
          <a:xfrm>
            <a:off x="990600" y="2819400"/>
            <a:ext cx="7315200" cy="3539527"/>
          </a:xfrm>
          <a:prstGeom prst="rect">
            <a:avLst/>
          </a:prstGeom>
        </p:spPr>
        <p:txBody>
          <a:bodyPr vert="horz" lIns="91440" tIns="45720" rIns="91440" bIns="45720" rtlCol="0">
            <a:normAutofit/>
          </a:bodyPr>
          <a:lstStyle>
            <a:lvl1pPr marL="228600" indent="-182880" algn="l" defTabSz="914400" rtl="0" eaLnBrk="1" latinLnBrk="0" hangingPunct="1">
              <a:spcBef>
                <a:spcPct val="20000"/>
              </a:spcBef>
              <a:buClr>
                <a:schemeClr val="tx2"/>
              </a:buClr>
              <a:buFont typeface="Wingdings" charset="2"/>
              <a:buChar char="§"/>
              <a:defRPr sz="2000" kern="1200">
                <a:solidFill>
                  <a:schemeClr val="tx1"/>
                </a:solidFill>
                <a:latin typeface="+mn-lt"/>
                <a:ea typeface="+mn-ea"/>
                <a:cs typeface="+mn-cs"/>
              </a:defRPr>
            </a:lvl1pPr>
            <a:lvl2pPr marL="502920" indent="-182880" algn="l" defTabSz="914400" rtl="0" eaLnBrk="1" latinLnBrk="0" hangingPunct="1">
              <a:spcBef>
                <a:spcPct val="20000"/>
              </a:spcBef>
              <a:buClr>
                <a:schemeClr val="tx2"/>
              </a:buClr>
              <a:buFont typeface="Wingdings" charset="2"/>
              <a:buChar char="§"/>
              <a:defRPr sz="1800" kern="1200">
                <a:solidFill>
                  <a:schemeClr val="tx1"/>
                </a:solidFill>
                <a:latin typeface="+mn-lt"/>
                <a:ea typeface="+mn-ea"/>
                <a:cs typeface="+mn-cs"/>
              </a:defRPr>
            </a:lvl2pPr>
            <a:lvl3pPr marL="685800" indent="-182880" algn="l" defTabSz="914400" rtl="0" eaLnBrk="1" latinLnBrk="0" hangingPunct="1">
              <a:spcBef>
                <a:spcPct val="20000"/>
              </a:spcBef>
              <a:buClr>
                <a:schemeClr val="tx2"/>
              </a:buClr>
              <a:buFont typeface="Wingdings" charset="2"/>
              <a:buChar char="§"/>
              <a:defRPr sz="1600" kern="1200">
                <a:solidFill>
                  <a:schemeClr val="tx1"/>
                </a:solidFill>
                <a:latin typeface="+mn-lt"/>
                <a:ea typeface="+mn-ea"/>
                <a:cs typeface="+mn-cs"/>
              </a:defRPr>
            </a:lvl3pPr>
            <a:lvl4pPr marL="914400" indent="-182880" algn="l" defTabSz="914400" rtl="0" eaLnBrk="1" latinLnBrk="0" hangingPunct="1">
              <a:spcBef>
                <a:spcPct val="20000"/>
              </a:spcBef>
              <a:buClr>
                <a:schemeClr val="tx2"/>
              </a:buClr>
              <a:buFont typeface="Wingdings" charset="2"/>
              <a:buChar char="§"/>
              <a:defRPr sz="1400" kern="1200">
                <a:solidFill>
                  <a:schemeClr val="tx1"/>
                </a:solidFill>
                <a:latin typeface="+mn-lt"/>
                <a:ea typeface="+mn-ea"/>
                <a:cs typeface="+mn-cs"/>
              </a:defRPr>
            </a:lvl4pPr>
            <a:lvl5pPr marL="1143000" indent="-182880" algn="l" defTabSz="914400" rtl="0" eaLnBrk="1" latinLnBrk="0" hangingPunct="1">
              <a:spcBef>
                <a:spcPct val="20000"/>
              </a:spcBef>
              <a:buClr>
                <a:schemeClr val="tx2"/>
              </a:buClr>
              <a:buFont typeface="Wingdings" charset="2"/>
              <a:buChar char="§"/>
              <a:defRPr sz="1400" kern="1200">
                <a:solidFill>
                  <a:schemeClr val="tx1"/>
                </a:solidFill>
                <a:latin typeface="+mn-lt"/>
                <a:ea typeface="+mn-ea"/>
                <a:cs typeface="+mn-cs"/>
              </a:defRPr>
            </a:lvl5pPr>
            <a:lvl6pPr marL="1371600" indent="-182880" algn="l" defTabSz="914400" rtl="0" eaLnBrk="1" latinLnBrk="0" hangingPunct="1">
              <a:spcBef>
                <a:spcPct val="20000"/>
              </a:spcBef>
              <a:buClr>
                <a:schemeClr val="tx2"/>
              </a:buClr>
              <a:buFont typeface="Wingdings" pitchFamily="2" charset="2"/>
              <a:buChar char="§"/>
              <a:defRPr sz="1400" kern="1200">
                <a:solidFill>
                  <a:schemeClr val="tx1"/>
                </a:solidFill>
                <a:latin typeface="+mn-lt"/>
                <a:ea typeface="+mn-ea"/>
                <a:cs typeface="+mn-cs"/>
              </a:defRPr>
            </a:lvl6pPr>
            <a:lvl7pPr marL="1600200" indent="-182880" algn="l" defTabSz="914400" rtl="0" eaLnBrk="1" latinLnBrk="0" hangingPunct="1">
              <a:spcBef>
                <a:spcPct val="20000"/>
              </a:spcBef>
              <a:buClr>
                <a:schemeClr val="tx2"/>
              </a:buClr>
              <a:buFont typeface="Wingdings" pitchFamily="2" charset="2"/>
              <a:buChar char="§"/>
              <a:defRPr sz="1400" kern="1200">
                <a:solidFill>
                  <a:schemeClr val="tx1"/>
                </a:solidFill>
                <a:latin typeface="+mn-lt"/>
                <a:ea typeface="+mn-ea"/>
                <a:cs typeface="+mn-cs"/>
              </a:defRPr>
            </a:lvl7pPr>
            <a:lvl8pPr marL="1828800" indent="-182880" algn="l" defTabSz="914400" rtl="0" eaLnBrk="1" latinLnBrk="0" hangingPunct="1">
              <a:spcBef>
                <a:spcPct val="20000"/>
              </a:spcBef>
              <a:buClr>
                <a:schemeClr val="tx2"/>
              </a:buClr>
              <a:buFont typeface="Wingdings" pitchFamily="2" charset="2"/>
              <a:buChar char="§"/>
              <a:defRPr sz="1400" kern="1200">
                <a:solidFill>
                  <a:schemeClr val="tx1"/>
                </a:solidFill>
                <a:latin typeface="+mn-lt"/>
                <a:ea typeface="+mn-ea"/>
                <a:cs typeface="+mn-cs"/>
              </a:defRPr>
            </a:lvl8pPr>
            <a:lvl9pPr marL="2057400" indent="-182880" algn="l" defTabSz="914400" rtl="0" eaLnBrk="1" latinLnBrk="0" hangingPunct="1">
              <a:spcBef>
                <a:spcPct val="20000"/>
              </a:spcBef>
              <a:buClr>
                <a:schemeClr val="tx2"/>
              </a:buClr>
              <a:buFont typeface="Wingdings" pitchFamily="2" charset="2"/>
              <a:buChar char="§"/>
              <a:defRPr sz="1400" kern="1200">
                <a:solidFill>
                  <a:schemeClr val="tx1"/>
                </a:solidFill>
                <a:latin typeface="+mn-lt"/>
                <a:ea typeface="+mn-ea"/>
                <a:cs typeface="+mn-cs"/>
              </a:defRPr>
            </a:lvl9pPr>
          </a:lstStyle>
          <a:p>
            <a:endParaRPr lang="en-PH"/>
          </a:p>
        </p:txBody>
      </p:sp>
    </p:spTree>
    <p:extLst>
      <p:ext uri="{BB962C8B-B14F-4D97-AF65-F5344CB8AC3E}">
        <p14:creationId xmlns:p14="http://schemas.microsoft.com/office/powerpoint/2010/main" val="888966052"/>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85800" y="2667000"/>
            <a:ext cx="7903723" cy="1143000"/>
          </a:xfrm>
        </p:spPr>
      </p:pic>
    </p:spTree>
    <p:extLst>
      <p:ext uri="{BB962C8B-B14F-4D97-AF65-F5344CB8AC3E}">
        <p14:creationId xmlns:p14="http://schemas.microsoft.com/office/powerpoint/2010/main" val="3325527743"/>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14400" y="2057400"/>
            <a:ext cx="7315200" cy="3539527"/>
          </a:xfrm>
        </p:spPr>
        <p:txBody>
          <a:bodyPr>
            <a:normAutofit/>
          </a:bodyPr>
          <a:lstStyle/>
          <a:p>
            <a:r>
              <a:rPr lang="en-PH" sz="3200" dirty="0"/>
              <a:t>On the Windows Setup screen, select your language, time and currency format, and keyboard layout. Click “Next” to continue.</a:t>
            </a:r>
          </a:p>
        </p:txBody>
      </p:sp>
    </p:spTree>
    <p:extLst>
      <p:ext uri="{BB962C8B-B14F-4D97-AF65-F5344CB8AC3E}">
        <p14:creationId xmlns:p14="http://schemas.microsoft.com/office/powerpoint/2010/main" val="1343859153"/>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04800" y="457200"/>
            <a:ext cx="8416862" cy="5943600"/>
          </a:xfrm>
        </p:spPr>
      </p:pic>
    </p:spTree>
    <p:extLst>
      <p:ext uri="{BB962C8B-B14F-4D97-AF65-F5344CB8AC3E}">
        <p14:creationId xmlns:p14="http://schemas.microsoft.com/office/powerpoint/2010/main" val="2419571609"/>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14400" y="1752600"/>
            <a:ext cx="7315200" cy="3539527"/>
          </a:xfrm>
        </p:spPr>
        <p:txBody>
          <a:bodyPr>
            <a:normAutofit/>
          </a:bodyPr>
          <a:lstStyle/>
          <a:p>
            <a:r>
              <a:rPr lang="en-PH" sz="3200" dirty="0"/>
              <a:t>When you reach the installer screen, select “Install Now” and follow the instructions to install Windows 10 on your PC</a:t>
            </a:r>
            <a:r>
              <a:rPr lang="en-PH" sz="3200" dirty="0" smtClean="0"/>
              <a:t>.</a:t>
            </a:r>
            <a:r>
              <a:rPr lang="en-PH" sz="3200" dirty="0"/>
              <a:t/>
            </a:r>
            <a:br>
              <a:rPr lang="en-PH" sz="3200" dirty="0"/>
            </a:br>
            <a:endParaRPr lang="en-PH" sz="3200" dirty="0"/>
          </a:p>
        </p:txBody>
      </p:sp>
    </p:spTree>
    <p:extLst>
      <p:ext uri="{BB962C8B-B14F-4D97-AF65-F5344CB8AC3E}">
        <p14:creationId xmlns:p14="http://schemas.microsoft.com/office/powerpoint/2010/main" val="934787769"/>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57200" y="838200"/>
            <a:ext cx="8089900" cy="4572000"/>
          </a:xfrm>
        </p:spPr>
      </p:pic>
    </p:spTree>
    <p:extLst>
      <p:ext uri="{BB962C8B-B14F-4D97-AF65-F5344CB8AC3E}">
        <p14:creationId xmlns:p14="http://schemas.microsoft.com/office/powerpoint/2010/main" val="210645039"/>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0" y="1752600"/>
            <a:ext cx="7315200" cy="3539527"/>
          </a:xfrm>
        </p:spPr>
        <p:txBody>
          <a:bodyPr>
            <a:normAutofit/>
          </a:bodyPr>
          <a:lstStyle/>
          <a:p>
            <a:r>
              <a:rPr lang="en-PH" sz="3200" dirty="0"/>
              <a:t>When you see the Activate Windows screen, you’ll need to either enter a key or skip it. You may not see this screen if Windows 10 automatically detects a key associated with your PC’s hardware.</a:t>
            </a:r>
          </a:p>
        </p:txBody>
      </p:sp>
    </p:spTree>
    <p:extLst>
      <p:ext uri="{BB962C8B-B14F-4D97-AF65-F5344CB8AC3E}">
        <p14:creationId xmlns:p14="http://schemas.microsoft.com/office/powerpoint/2010/main" val="2083713509"/>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85800" y="1066800"/>
            <a:ext cx="7696200" cy="4495800"/>
          </a:xfrm>
        </p:spPr>
        <p:txBody>
          <a:bodyPr>
            <a:normAutofit/>
          </a:bodyPr>
          <a:lstStyle/>
          <a:p>
            <a:r>
              <a:rPr lang="en-PH" sz="3500" dirty="0"/>
              <a:t>If you’ve never installed and activated Windows 10 on this computer before, enter your Windows 10 key here. If you don’t have one, but you have a valid Windows 7, 8, or 8.1 key, enter it here instead.</a:t>
            </a:r>
          </a:p>
          <a:p>
            <a:endParaRPr lang="en-PH" dirty="0"/>
          </a:p>
        </p:txBody>
      </p:sp>
    </p:spTree>
    <p:extLst>
      <p:ext uri="{BB962C8B-B14F-4D97-AF65-F5344CB8AC3E}">
        <p14:creationId xmlns:p14="http://schemas.microsoft.com/office/powerpoint/2010/main" val="320003560"/>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14400" y="1219200"/>
            <a:ext cx="7315200" cy="3539527"/>
          </a:xfrm>
        </p:spPr>
        <p:txBody>
          <a:bodyPr>
            <a:normAutofit fontScale="92500" lnSpcReduction="10000"/>
          </a:bodyPr>
          <a:lstStyle/>
          <a:p>
            <a:r>
              <a:rPr lang="en-PH" sz="3200" dirty="0"/>
              <a:t>If you’ve previously taken advantage of the free Windows 10 upgrade offer on this PC, click “I don’t have a product key”. Windows will automatically activate with a “digital license” associated with your PC’s hardware on Microsoft’s servers once it’s installed.</a:t>
            </a:r>
          </a:p>
          <a:p>
            <a:endParaRPr lang="en-US" dirty="0"/>
          </a:p>
        </p:txBody>
      </p:sp>
    </p:spTree>
    <p:extLst>
      <p:ext uri="{BB962C8B-B14F-4D97-AF65-F5344CB8AC3E}">
        <p14:creationId xmlns:p14="http://schemas.microsoft.com/office/powerpoint/2010/main" val="258881112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PH"/>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57200" y="381000"/>
            <a:ext cx="8289540" cy="6096000"/>
          </a:xfrm>
        </p:spPr>
      </p:pic>
    </p:spTree>
    <p:extLst>
      <p:ext uri="{BB962C8B-B14F-4D97-AF65-F5344CB8AC3E}">
        <p14:creationId xmlns:p14="http://schemas.microsoft.com/office/powerpoint/2010/main" val="4092078152"/>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85800" y="1066800"/>
            <a:ext cx="7772400" cy="4648200"/>
          </a:xfrm>
        </p:spPr>
        <p:txBody>
          <a:bodyPr>
            <a:normAutofit/>
          </a:bodyPr>
          <a:lstStyle/>
          <a:p>
            <a:r>
              <a:rPr lang="en-PH" sz="3200" dirty="0"/>
              <a:t>When you reach the “Which type of installation do you want?” screen, click “Custom” to perform a clean installation and remove everything on your PC. (If you’ve changed your mind and want to upgrade your existing installation, you can click “Upgrade”.)</a:t>
            </a:r>
          </a:p>
        </p:txBody>
      </p:sp>
    </p:spTree>
    <p:extLst>
      <p:ext uri="{BB962C8B-B14F-4D97-AF65-F5344CB8AC3E}">
        <p14:creationId xmlns:p14="http://schemas.microsoft.com/office/powerpoint/2010/main" val="4056699330"/>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PH"/>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04800" y="838200"/>
            <a:ext cx="8449235" cy="4876800"/>
          </a:xfrm>
        </p:spPr>
      </p:pic>
    </p:spTree>
    <p:extLst>
      <p:ext uri="{BB962C8B-B14F-4D97-AF65-F5344CB8AC3E}">
        <p14:creationId xmlns:p14="http://schemas.microsoft.com/office/powerpoint/2010/main" val="827055538"/>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85800" y="1295400"/>
            <a:ext cx="7848600" cy="5775961"/>
          </a:xfrm>
        </p:spPr>
        <p:txBody>
          <a:bodyPr/>
          <a:lstStyle/>
          <a:p>
            <a:r>
              <a:rPr lang="en-PH" sz="3200" dirty="0"/>
              <a:t>On the next screen, select the hard drive you want to install Windows on and erase it. If you have multiple partitions on that drive, you may want to erase those as well.</a:t>
            </a:r>
          </a:p>
          <a:p>
            <a:endParaRPr lang="en-PH" dirty="0"/>
          </a:p>
        </p:txBody>
      </p:sp>
    </p:spTree>
    <p:extLst>
      <p:ext uri="{BB962C8B-B14F-4D97-AF65-F5344CB8AC3E}">
        <p14:creationId xmlns:p14="http://schemas.microsoft.com/office/powerpoint/2010/main" val="100669258"/>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90600" y="1676400"/>
            <a:ext cx="7315200" cy="3539527"/>
          </a:xfrm>
        </p:spPr>
        <p:txBody>
          <a:bodyPr/>
          <a:lstStyle/>
          <a:p>
            <a:r>
              <a:rPr lang="en-PH" sz="3200" b="1" dirty="0"/>
              <a:t>Warning</a:t>
            </a:r>
            <a:r>
              <a:rPr lang="en-PH" sz="3200" dirty="0"/>
              <a:t>: When you delete a partition, you’re also deleting all the files on that partition. Be sure you have </a:t>
            </a:r>
            <a:r>
              <a:rPr lang="en-PH" sz="3200" u="sng" dirty="0">
                <a:hlinkClick r:id="rId2"/>
              </a:rPr>
              <a:t>backups</a:t>
            </a:r>
            <a:r>
              <a:rPr lang="en-PH" sz="3200" dirty="0"/>
              <a:t> of any important files before doing this!</a:t>
            </a:r>
          </a:p>
          <a:p>
            <a:endParaRPr lang="en-US" dirty="0"/>
          </a:p>
        </p:txBody>
      </p:sp>
    </p:spTree>
    <p:extLst>
      <p:ext uri="{BB962C8B-B14F-4D97-AF65-F5344CB8AC3E}">
        <p14:creationId xmlns:p14="http://schemas.microsoft.com/office/powerpoint/2010/main" val="21982013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14400" y="1219200"/>
            <a:ext cx="7315200" cy="3539527"/>
          </a:xfrm>
        </p:spPr>
        <p:txBody>
          <a:bodyPr/>
          <a:lstStyle/>
          <a:p>
            <a:r>
              <a:rPr lang="en-PH" sz="3200" dirty="0"/>
              <a:t>When you’re done erasing partitions, you should have a big block of “Unallocated Space”. Select that, click “New”, and once it’s formatted your drive, click Next.</a:t>
            </a:r>
          </a:p>
          <a:p>
            <a:endParaRPr lang="en-US" dirty="0"/>
          </a:p>
        </p:txBody>
      </p:sp>
    </p:spTree>
    <p:extLst>
      <p:ext uri="{BB962C8B-B14F-4D97-AF65-F5344CB8AC3E}">
        <p14:creationId xmlns:p14="http://schemas.microsoft.com/office/powerpoint/2010/main" val="39938646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PH"/>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533400" y="457200"/>
            <a:ext cx="7962024" cy="5867400"/>
          </a:xfrm>
        </p:spPr>
      </p:pic>
    </p:spTree>
    <p:extLst>
      <p:ext uri="{BB962C8B-B14F-4D97-AF65-F5344CB8AC3E}">
        <p14:creationId xmlns:p14="http://schemas.microsoft.com/office/powerpoint/2010/main" val="3704988053"/>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33400" y="914400"/>
            <a:ext cx="7848600" cy="4800600"/>
          </a:xfrm>
        </p:spPr>
        <p:txBody>
          <a:bodyPr>
            <a:normAutofit/>
          </a:bodyPr>
          <a:lstStyle/>
          <a:p>
            <a:r>
              <a:rPr lang="en-PH" sz="3200" dirty="0"/>
              <a:t>Windows 10 will install itself, and may restart a few times during this process. When it’s done, you’ll see the normal setup interface you see when setting up Windows 10 on any new PC, where you can add user accounts and adjust various settings.</a:t>
            </a:r>
          </a:p>
        </p:txBody>
      </p:sp>
    </p:spTree>
    <p:extLst>
      <p:ext uri="{BB962C8B-B14F-4D97-AF65-F5344CB8AC3E}">
        <p14:creationId xmlns:p14="http://schemas.microsoft.com/office/powerpoint/2010/main" val="2079160410"/>
      </p:ext>
    </p:extLst>
  </p:cSld>
  <p:clrMapOvr>
    <a:masterClrMapping/>
  </p:clrMapOvr>
  <p:timing>
    <p:tnLst>
      <p:par>
        <p:cTn id="1" dur="indefinite" restart="never" nodeType="tmRoot"/>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PH"/>
          </a:p>
        </p:txBody>
      </p:sp>
      <p:pic>
        <p:nvPicPr>
          <p:cNvPr id="6" name="Content Placeholder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81000" y="685800"/>
            <a:ext cx="8397820" cy="4724400"/>
          </a:xfrm>
        </p:spPr>
      </p:pic>
    </p:spTree>
    <p:extLst>
      <p:ext uri="{BB962C8B-B14F-4D97-AF65-F5344CB8AC3E}">
        <p14:creationId xmlns:p14="http://schemas.microsoft.com/office/powerpoint/2010/main" val="1678455173"/>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F9C9D"/>
      </a:accent5>
      <a:accent6>
        <a:srgbClr val="9E5E9B"/>
      </a:accent6>
      <a:hlink>
        <a:srgbClr val="58C1BA"/>
      </a:hlink>
      <a:folHlink>
        <a:srgbClr val="9DD0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92</TotalTime>
  <Words>1247</Words>
  <Application>Microsoft Office PowerPoint</Application>
  <PresentationFormat>On-screen Show (4:3)</PresentationFormat>
  <Paragraphs>97</Paragraphs>
  <Slides>43</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43</vt:i4>
      </vt:variant>
    </vt:vector>
  </HeadingPairs>
  <TitlesOfParts>
    <vt:vector size="51" baseType="lpstr">
      <vt:lpstr>Arial</vt:lpstr>
      <vt:lpstr>Berlin Sans FB Demi</vt:lpstr>
      <vt:lpstr>Century Gothic</vt:lpstr>
      <vt:lpstr>Courier New</vt:lpstr>
      <vt:lpstr>Times New Roman</vt:lpstr>
      <vt:lpstr>Wingdings</vt:lpstr>
      <vt:lpstr>Wingdings 3</vt:lpstr>
      <vt:lpstr>Ion</vt:lpstr>
      <vt:lpstr>Installing Operating System</vt:lpstr>
      <vt:lpstr>What is an Operating System?</vt:lpstr>
      <vt:lpstr>Basic tasks of OS.</vt:lpstr>
      <vt:lpstr>Main functions of OS.</vt:lpstr>
      <vt:lpstr>Types of OS.</vt:lpstr>
      <vt:lpstr>PowerPoint Presentation</vt:lpstr>
      <vt:lpstr>Compare between Operating Systems.</vt:lpstr>
      <vt:lpstr>PowerPoint Presentation</vt:lpstr>
      <vt:lpstr>What is Microsoft Windows?</vt:lpstr>
      <vt:lpstr>Types of Microsoft Windows.</vt:lpstr>
      <vt:lpstr>Advantages of Microsoft Windows.</vt:lpstr>
      <vt:lpstr>Disadvantages of Microsoft Windows.</vt:lpstr>
      <vt:lpstr>Steps for installing Microsoft Windows.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Installing Windows 10</dc:title>
  <dc:creator>ADMIN</dc:creator>
  <cp:lastModifiedBy>JAMIE</cp:lastModifiedBy>
  <cp:revision>10</cp:revision>
  <dcterms:created xsi:type="dcterms:W3CDTF">2018-10-07T02:52:43Z</dcterms:created>
  <dcterms:modified xsi:type="dcterms:W3CDTF">2024-08-16T08:15:18Z</dcterms:modified>
</cp:coreProperties>
</file>