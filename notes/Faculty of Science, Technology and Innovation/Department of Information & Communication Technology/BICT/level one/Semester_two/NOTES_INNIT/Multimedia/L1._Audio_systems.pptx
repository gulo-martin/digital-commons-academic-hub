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4" r:id="rId1"/>
  </p:sldMasterIdLst>
  <p:notesMasterIdLst>
    <p:notesMasterId r:id="rId33"/>
  </p:notesMasterIdLst>
  <p:sldIdLst>
    <p:sldId id="308" r:id="rId2"/>
    <p:sldId id="309" r:id="rId3"/>
    <p:sldId id="311" r:id="rId4"/>
    <p:sldId id="312" r:id="rId5"/>
    <p:sldId id="348" r:id="rId6"/>
    <p:sldId id="316" r:id="rId7"/>
    <p:sldId id="317" r:id="rId8"/>
    <p:sldId id="319" r:id="rId9"/>
    <p:sldId id="350" r:id="rId10"/>
    <p:sldId id="335" r:id="rId11"/>
    <p:sldId id="347" r:id="rId12"/>
    <p:sldId id="341" r:id="rId13"/>
    <p:sldId id="346" r:id="rId14"/>
    <p:sldId id="351" r:id="rId15"/>
    <p:sldId id="357" r:id="rId16"/>
    <p:sldId id="328" r:id="rId17"/>
    <p:sldId id="359" r:id="rId18"/>
    <p:sldId id="360" r:id="rId19"/>
    <p:sldId id="361" r:id="rId20"/>
    <p:sldId id="364" r:id="rId21"/>
    <p:sldId id="352" r:id="rId22"/>
    <p:sldId id="358" r:id="rId23"/>
    <p:sldId id="354" r:id="rId24"/>
    <p:sldId id="365" r:id="rId25"/>
    <p:sldId id="355" r:id="rId26"/>
    <p:sldId id="356" r:id="rId27"/>
    <p:sldId id="368" r:id="rId28"/>
    <p:sldId id="369" r:id="rId29"/>
    <p:sldId id="366" r:id="rId30"/>
    <p:sldId id="367" r:id="rId31"/>
    <p:sldId id="296" r:id="rId3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94" autoAdjust="0"/>
    <p:restoredTop sz="94624" autoAdjust="0"/>
  </p:normalViewPr>
  <p:slideViewPr>
    <p:cSldViewPr>
      <p:cViewPr varScale="1">
        <p:scale>
          <a:sx n="84" d="100"/>
          <a:sy n="84" d="100"/>
        </p:scale>
        <p:origin x="1440" y="7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28FCD4F-809E-4C2A-A24A-600AE61D7017}" type="datetimeFigureOut">
              <a:rPr lang="en-US" smtClean="0"/>
              <a:pPr/>
              <a:t>8/21/2024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852A629-696A-44D8-8FD0-8684A037120D}"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IN" dirty="0"/>
          </a:p>
        </p:txBody>
      </p:sp>
      <p:sp>
        <p:nvSpPr>
          <p:cNvPr id="4" name="Slide Number Placeholder 3"/>
          <p:cNvSpPr>
            <a:spLocks noGrp="1"/>
          </p:cNvSpPr>
          <p:nvPr>
            <p:ph type="sldNum" sz="quarter" idx="10"/>
          </p:nvPr>
        </p:nvSpPr>
        <p:spPr/>
        <p:txBody>
          <a:bodyPr/>
          <a:lstStyle/>
          <a:p>
            <a:fld id="{153DCFCE-4EAD-4DD0-8246-01EED8E83F16}" type="slidenum">
              <a:rPr lang="en-IN" smtClean="0"/>
              <a:pPr/>
              <a:t>20</a:t>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3">
        <a:schemeClr val="bg1"/>
      </p:bgRef>
    </p:bg>
    <p:spTree>
      <p:nvGrpSpPr>
        <p:cNvPr id="1" name=""/>
        <p:cNvGrpSpPr/>
        <p:nvPr/>
      </p:nvGrpSpPr>
      <p:grpSpPr>
        <a:xfrm>
          <a:off x="0" y="0"/>
          <a:ext cx="0" cy="0"/>
          <a:chOff x="0" y="0"/>
          <a:chExt cx="0" cy="0"/>
        </a:xfrm>
      </p:grpSpPr>
      <p:sp>
        <p:nvSpPr>
          <p:cNvPr id="12" name="Rectangle 11"/>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3" name="Rounded Rectangle 12"/>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9" name="Subtitle 8"/>
          <p:cNvSpPr>
            <a:spLocks noGrp="1"/>
          </p:cNvSpPr>
          <p:nvPr>
            <p:ph type="subTitle" idx="1"/>
          </p:nvPr>
        </p:nvSpPr>
        <p:spPr>
          <a:xfrm>
            <a:off x="1295400" y="3200400"/>
            <a:ext cx="6400800" cy="160020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smtClean="0"/>
              <a:t>Click to edit Master subtitle style</a:t>
            </a:r>
            <a:endParaRPr kumimoji="0" lang="en-US"/>
          </a:p>
        </p:txBody>
      </p:sp>
      <p:sp>
        <p:nvSpPr>
          <p:cNvPr id="28" name="Date Placeholder 27"/>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17" name="Footer Placeholder 16"/>
          <p:cNvSpPr>
            <a:spLocks noGrp="1"/>
          </p:cNvSpPr>
          <p:nvPr>
            <p:ph type="ftr" sz="quarter" idx="11"/>
          </p:nvPr>
        </p:nvSpPr>
        <p:spPr/>
        <p:txBody>
          <a:bodyPr/>
          <a:lstStyle/>
          <a:p>
            <a:endParaRPr lang="en-US" dirty="0"/>
          </a:p>
        </p:txBody>
      </p:sp>
      <p:sp>
        <p:nvSpPr>
          <p:cNvPr id="29" name="Slide Number Placeholder 28"/>
          <p:cNvSpPr>
            <a:spLocks noGrp="1"/>
          </p:cNvSpPr>
          <p:nvPr>
            <p:ph type="sldNum" sz="quarter" idx="12"/>
          </p:nvPr>
        </p:nvSpPr>
        <p:spPr/>
        <p:txBody>
          <a:bodyPr lIns="0" tIns="0" rIns="0" bIns="0">
            <a:noAutofit/>
          </a:bodyPr>
          <a:lstStyle>
            <a:lvl1pPr>
              <a:defRPr sz="1400">
                <a:solidFill>
                  <a:srgbClr val="FFFFFF"/>
                </a:solidFill>
              </a:defRPr>
            </a:lvl1pPr>
          </a:lstStyle>
          <a:p>
            <a:fld id="{B6F15528-21DE-4FAA-801E-634DDDAF4B2B}" type="slidenum">
              <a:rPr lang="en-US" smtClean="0"/>
              <a:pPr/>
              <a:t>‹#›</a:t>
            </a:fld>
            <a:endParaRPr lang="en-US" dirty="0"/>
          </a:p>
        </p:txBody>
      </p:sp>
      <p:sp>
        <p:nvSpPr>
          <p:cNvPr id="7" name="Rectangle 6"/>
          <p:cNvSpPr/>
          <p:nvPr/>
        </p:nvSpPr>
        <p:spPr>
          <a:xfrm>
            <a:off x="62931" y="1449303"/>
            <a:ext cx="9021537" cy="1527349"/>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62931" y="1396720"/>
            <a:ext cx="9021537" cy="120580"/>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62931" y="2976649"/>
            <a:ext cx="9021537" cy="110532"/>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le 7"/>
          <p:cNvSpPr>
            <a:spLocks noGrp="1"/>
          </p:cNvSpPr>
          <p:nvPr>
            <p:ph type="ctrTitle"/>
          </p:nvPr>
        </p:nvSpPr>
        <p:spPr>
          <a:xfrm>
            <a:off x="457200" y="1505930"/>
            <a:ext cx="8229600" cy="1470025"/>
          </a:xfrm>
        </p:spPr>
        <p:txBody>
          <a:bodyPr anchor="ctr"/>
          <a:lstStyle>
            <a:lvl1pPr algn="ctr">
              <a:defRPr lang="en-US" dirty="0">
                <a:solidFill>
                  <a:srgbClr val="FFFFFF"/>
                </a:solidFill>
              </a:defRPr>
            </a:lvl1pPr>
          </a:lstStyle>
          <a:p>
            <a:r>
              <a:rPr kumimoji="0" lang="en-US" smtClean="0"/>
              <a:t>Click to edit Master title style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
        <p:nvSpPr>
          <p:cNvPr id="8" name="Content Placeholder 7"/>
          <p:cNvSpPr>
            <a:spLocks noGrp="1"/>
          </p:cNvSpPr>
          <p:nvPr>
            <p:ph sz="quarter" idx="1"/>
          </p:nvPr>
        </p:nvSpPr>
        <p:spPr>
          <a:xfrm>
            <a:off x="914400" y="1447800"/>
            <a:ext cx="777240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3">
        <a:schemeClr val="bg1"/>
      </p:bgRef>
    </p:bg>
    <p:spTree>
      <p:nvGrpSpPr>
        <p:cNvPr id="1" name=""/>
        <p:cNvGrpSpPr/>
        <p:nvPr/>
      </p:nvGrpSpPr>
      <p:grpSpPr>
        <a:xfrm>
          <a:off x="0" y="0"/>
          <a:ext cx="0" cy="0"/>
          <a:chOff x="0" y="0"/>
          <a:chExt cx="0" cy="0"/>
        </a:xfrm>
      </p:grpSpPr>
      <p:sp>
        <p:nvSpPr>
          <p:cNvPr id="11" name="Rectangle 10"/>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0" name="Rounded Rectangle 9"/>
          <p:cNvSpPr/>
          <p:nvPr/>
        </p:nvSpPr>
        <p:spPr>
          <a:xfrm>
            <a:off x="65313" y="69755"/>
            <a:ext cx="9013372" cy="669220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722313" y="952500"/>
            <a:ext cx="7772400" cy="1362075"/>
          </a:xfrm>
        </p:spPr>
        <p:txBody>
          <a:bodyPr anchor="b" anchorCtr="0"/>
          <a:lstStyle>
            <a:lvl1pPr algn="l">
              <a:buNone/>
              <a:defRPr sz="4000" b="0" cap="none"/>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722313" y="2547938"/>
            <a:ext cx="7772400" cy="1338262"/>
          </a:xfrm>
        </p:spPr>
        <p:txBody>
          <a:bodyPr anchor="t" anchorCtr="0"/>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5" name="Footer Placeholder 4"/>
          <p:cNvSpPr>
            <a:spLocks noGrp="1"/>
          </p:cNvSpPr>
          <p:nvPr>
            <p:ph type="ftr" sz="quarter" idx="11"/>
          </p:nvPr>
        </p:nvSpPr>
        <p:spPr>
          <a:xfrm>
            <a:off x="800100" y="6172200"/>
            <a:ext cx="4000500" cy="457200"/>
          </a:xfrm>
        </p:spPr>
        <p:txBody>
          <a:bodyPr/>
          <a:lstStyle/>
          <a:p>
            <a:endParaRPr lang="en-US" dirty="0"/>
          </a:p>
        </p:txBody>
      </p:sp>
      <p:sp>
        <p:nvSpPr>
          <p:cNvPr id="7" name="Rectangle 6"/>
          <p:cNvSpPr/>
          <p:nvPr/>
        </p:nvSpPr>
        <p:spPr>
          <a:xfrm flipV="1">
            <a:off x="69412" y="2376830"/>
            <a:ext cx="9013515"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69146" y="2341475"/>
            <a:ext cx="9013781"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68306" y="2468880"/>
            <a:ext cx="9014621" cy="45720"/>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Slide Number Placeholder 5"/>
          <p:cNvSpPr>
            <a:spLocks noGrp="1"/>
          </p:cNvSpPr>
          <p:nvPr>
            <p:ph type="sldNum" sz="quarter" idx="12"/>
          </p:nvPr>
        </p:nvSpPr>
        <p:spPr>
          <a:xfrm>
            <a:off x="146304" y="6208776"/>
            <a:ext cx="457200" cy="457200"/>
          </a:xfrm>
        </p:spPr>
        <p:txBody>
          <a:bodyPr/>
          <a:lstStyle/>
          <a:p>
            <a:fld id="{B6F15528-21DE-4FAA-801E-634DDDAF4B2B}" type="slidenum">
              <a:rPr lang="en-US" smtClean="0"/>
              <a:pPr/>
              <a:t>‹#›</a:t>
            </a:fld>
            <a:endParaRPr lang="en-US" dirty="0"/>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5" name="Date Placeholder 4"/>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9" name="Content Placeholder 8"/>
          <p:cNvSpPr>
            <a:spLocks noGrp="1"/>
          </p:cNvSpPr>
          <p:nvPr>
            <p:ph sz="quarter" idx="1"/>
          </p:nvPr>
        </p:nvSpPr>
        <p:spPr>
          <a:xfrm>
            <a:off x="914400" y="1447800"/>
            <a:ext cx="374904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1" name="Content Placeholder 10"/>
          <p:cNvSpPr>
            <a:spLocks noGrp="1"/>
          </p:cNvSpPr>
          <p:nvPr>
            <p:ph sz="quarter" idx="2"/>
          </p:nvPr>
        </p:nvSpPr>
        <p:spPr>
          <a:xfrm>
            <a:off x="4933950" y="1447800"/>
            <a:ext cx="3749040" cy="45720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914400" y="273050"/>
            <a:ext cx="7772400" cy="1143000"/>
          </a:xfrm>
        </p:spPr>
        <p:txBody>
          <a:bodyPr anchor="b" anchorCtr="0"/>
          <a:lstStyle>
            <a:lvl1pPr>
              <a:defRPr/>
            </a:lvl1pPr>
          </a:lstStyle>
          <a:p>
            <a:r>
              <a:rPr kumimoji="0" lang="en-US" smtClean="0"/>
              <a:t>Click to edit Master title style</a:t>
            </a:r>
            <a:endParaRPr kumimoji="0" lang="en-US"/>
          </a:p>
        </p:txBody>
      </p:sp>
      <p:sp>
        <p:nvSpPr>
          <p:cNvPr id="3" name="Text Placeholder 2"/>
          <p:cNvSpPr>
            <a:spLocks noGrp="1"/>
          </p:cNvSpPr>
          <p:nvPr>
            <p:ph type="body" idx="1"/>
          </p:nvPr>
        </p:nvSpPr>
        <p:spPr>
          <a:xfrm>
            <a:off x="914400" y="1447800"/>
            <a:ext cx="37338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4" name="Text Placeholder 3"/>
          <p:cNvSpPr>
            <a:spLocks noGrp="1"/>
          </p:cNvSpPr>
          <p:nvPr>
            <p:ph type="body" sz="half" idx="3"/>
          </p:nvPr>
        </p:nvSpPr>
        <p:spPr>
          <a:xfrm>
            <a:off x="4953000" y="1447800"/>
            <a:ext cx="3733800" cy="7620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en-US" smtClean="0"/>
              <a:t>Click to edit Master text styles</a:t>
            </a:r>
          </a:p>
        </p:txBody>
      </p:sp>
      <p:sp>
        <p:nvSpPr>
          <p:cNvPr id="7" name="Date Placeholder 6"/>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dirty="0"/>
          </a:p>
        </p:txBody>
      </p:sp>
      <p:sp>
        <p:nvSpPr>
          <p:cNvPr id="11" name="Content Placeholder 10"/>
          <p:cNvSpPr>
            <a:spLocks noGrp="1"/>
          </p:cNvSpPr>
          <p:nvPr>
            <p:ph sz="half" idx="2"/>
          </p:nvPr>
        </p:nvSpPr>
        <p:spPr>
          <a:xfrm>
            <a:off x="914400" y="2247900"/>
            <a:ext cx="3733800" cy="38862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13" name="Content Placeholder 12"/>
          <p:cNvSpPr>
            <a:spLocks noGrp="1"/>
          </p:cNvSpPr>
          <p:nvPr>
            <p:ph sz="half" idx="4"/>
          </p:nvPr>
        </p:nvSpPr>
        <p:spPr>
          <a:xfrm>
            <a:off x="4953000" y="2247900"/>
            <a:ext cx="3733800" cy="38862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Date Placeholder 2"/>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0" y="0"/>
            <a:ext cx="9144000" cy="68580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9" name="Rounded Rectangle 8"/>
          <p:cNvSpPr/>
          <p:nvPr/>
        </p:nvSpPr>
        <p:spPr>
          <a:xfrm>
            <a:off x="64008" y="69755"/>
            <a:ext cx="9013372"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le 1"/>
          <p:cNvSpPr>
            <a:spLocks noGrp="1"/>
          </p:cNvSpPr>
          <p:nvPr>
            <p:ph type="title"/>
          </p:nvPr>
        </p:nvSpPr>
        <p:spPr>
          <a:xfrm>
            <a:off x="914400" y="273050"/>
            <a:ext cx="7772400" cy="1143000"/>
          </a:xfrm>
        </p:spPr>
        <p:txBody>
          <a:bodyPr anchor="b" anchorCtr="0"/>
          <a:lstStyle>
            <a:lvl1pPr algn="l">
              <a:buNone/>
              <a:defRPr sz="4000" b="0"/>
            </a:lvl1pPr>
          </a:lstStyle>
          <a:p>
            <a:r>
              <a:rPr kumimoji="0" lang="en-US" smtClean="0"/>
              <a:t>Click to edit Master title style</a:t>
            </a:r>
            <a:endParaRPr kumimoji="0" lang="en-US"/>
          </a:p>
        </p:txBody>
      </p:sp>
      <p:sp>
        <p:nvSpPr>
          <p:cNvPr id="3" name="Text Placeholder 2"/>
          <p:cNvSpPr>
            <a:spLocks noGrp="1"/>
          </p:cNvSpPr>
          <p:nvPr>
            <p:ph type="body" idx="2"/>
          </p:nvPr>
        </p:nvSpPr>
        <p:spPr>
          <a:xfrm>
            <a:off x="914400" y="1600200"/>
            <a:ext cx="1905000" cy="449580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dirty="0"/>
          </a:p>
        </p:txBody>
      </p:sp>
      <p:sp>
        <p:nvSpPr>
          <p:cNvPr id="11" name="Content Placeholder 10"/>
          <p:cNvSpPr>
            <a:spLocks noGrp="1"/>
          </p:cNvSpPr>
          <p:nvPr>
            <p:ph sz="quarter" idx="1"/>
          </p:nvPr>
        </p:nvSpPr>
        <p:spPr>
          <a:xfrm>
            <a:off x="2971800" y="1600200"/>
            <a:ext cx="5715000" cy="4495800"/>
          </a:xfrm>
        </p:spPr>
        <p:txBody>
          <a:bodyPr vert="horz"/>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4900550"/>
            <a:ext cx="7315200" cy="522288"/>
          </a:xfrm>
        </p:spPr>
        <p:txBody>
          <a:bodyPr anchor="ctr">
            <a:noAutofit/>
          </a:bodyPr>
          <a:lstStyle>
            <a:lvl1pPr algn="l">
              <a:buNone/>
              <a:defRPr sz="2800" b="0"/>
            </a:lvl1pPr>
          </a:lstStyle>
          <a:p>
            <a:r>
              <a:rPr kumimoji="0" lang="en-US" smtClean="0"/>
              <a:t>Click to edit Master title style</a:t>
            </a:r>
            <a:endParaRPr kumimoji="0" lang="en-US"/>
          </a:p>
        </p:txBody>
      </p:sp>
      <p:sp>
        <p:nvSpPr>
          <p:cNvPr id="4" name="Text Placeholder 3"/>
          <p:cNvSpPr>
            <a:spLocks noGrp="1"/>
          </p:cNvSpPr>
          <p:nvPr>
            <p:ph type="body" sz="half" idx="2"/>
          </p:nvPr>
        </p:nvSpPr>
        <p:spPr>
          <a:xfrm>
            <a:off x="914400" y="5445825"/>
            <a:ext cx="7315200" cy="685800"/>
          </a:xfrm>
        </p:spPr>
        <p:txBody>
          <a:bodyPr/>
          <a:lstStyle>
            <a:lvl1pPr marL="0" indent="0">
              <a:buFontTx/>
              <a:buNone/>
              <a:defRPr sz="1600"/>
            </a:lvl1pPr>
            <a:lvl2pPr>
              <a:defRPr sz="1200"/>
            </a:lvl2pPr>
            <a:lvl3pPr>
              <a:defRPr sz="1000"/>
            </a:lvl3pPr>
            <a:lvl4pPr>
              <a:defRPr sz="900"/>
            </a:lvl4pPr>
            <a:lvl5pPr>
              <a:defRPr sz="900"/>
            </a:lvl5pPr>
          </a:lstStyle>
          <a:p>
            <a:pPr lvl="0" eaLnBrk="1" latinLnBrk="0" hangingPunct="1"/>
            <a:r>
              <a:rPr kumimoji="0"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6" name="Footer Placeholder 5"/>
          <p:cNvSpPr>
            <a:spLocks noGrp="1"/>
          </p:cNvSpPr>
          <p:nvPr>
            <p:ph type="ftr" sz="quarter" idx="11"/>
          </p:nvPr>
        </p:nvSpPr>
        <p:spPr>
          <a:xfrm>
            <a:off x="914400" y="6172200"/>
            <a:ext cx="3886200" cy="457200"/>
          </a:xfrm>
        </p:spPr>
        <p:txBody>
          <a:bodyPr/>
          <a:lstStyle/>
          <a:p>
            <a:endParaRPr lang="en-US" dirty="0"/>
          </a:p>
        </p:txBody>
      </p:sp>
      <p:sp>
        <p:nvSpPr>
          <p:cNvPr id="7" name="Slide Number Placeholder 6"/>
          <p:cNvSpPr>
            <a:spLocks noGrp="1"/>
          </p:cNvSpPr>
          <p:nvPr>
            <p:ph type="sldNum" sz="quarter" idx="12"/>
          </p:nvPr>
        </p:nvSpPr>
        <p:spPr>
          <a:xfrm>
            <a:off x="146304" y="6208776"/>
            <a:ext cx="457200" cy="457200"/>
          </a:xfrm>
        </p:spPr>
        <p:txBody>
          <a:bodyPr/>
          <a:lstStyle/>
          <a:p>
            <a:fld id="{B6F15528-21DE-4FAA-801E-634DDDAF4B2B}" type="slidenum">
              <a:rPr lang="en-US" smtClean="0"/>
              <a:pPr/>
              <a:t>‹#›</a:t>
            </a:fld>
            <a:endParaRPr lang="en-US" dirty="0"/>
          </a:p>
        </p:txBody>
      </p:sp>
      <p:sp>
        <p:nvSpPr>
          <p:cNvPr id="11" name="Rectangle 10"/>
          <p:cNvSpPr/>
          <p:nvPr/>
        </p:nvSpPr>
        <p:spPr>
          <a:xfrm flipV="1">
            <a:off x="68307" y="4683555"/>
            <a:ext cx="9006840" cy="9144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68508" y="4650474"/>
            <a:ext cx="9006639" cy="4571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Rectangle 12"/>
          <p:cNvSpPr/>
          <p:nvPr/>
        </p:nvSpPr>
        <p:spPr>
          <a:xfrm>
            <a:off x="68510" y="4773224"/>
            <a:ext cx="9006637" cy="48807"/>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 name="Picture Placeholder 2"/>
          <p:cNvSpPr>
            <a:spLocks noGrp="1"/>
          </p:cNvSpPr>
          <p:nvPr>
            <p:ph type="pic" idx="1"/>
          </p:nvPr>
        </p:nvSpPr>
        <p:spPr>
          <a:xfrm>
            <a:off x="68308" y="66675"/>
            <a:ext cx="9001873" cy="4581525"/>
          </a:xfrm>
          <a:prstGeom prst="round2SameRect">
            <a:avLst>
              <a:gd name="adj1" fmla="val 7101"/>
              <a:gd name="adj2" fmla="val 0"/>
            </a:avLst>
          </a:prstGeom>
          <a:solidFill>
            <a:schemeClr val="bg2"/>
          </a:solidFill>
          <a:ln w="6350">
            <a:solidFill>
              <a:schemeClr val="tx1"/>
            </a:solidFill>
          </a:ln>
        </p:spPr>
        <p:txBody>
          <a:bodyPr/>
          <a:lstStyle>
            <a:lvl1pPr marL="0" indent="0">
              <a:buNone/>
              <a:defRPr sz="3200"/>
            </a:lvl1pPr>
          </a:lstStyle>
          <a:p>
            <a:r>
              <a:rPr kumimoji="0" lang="en-US" smtClean="0"/>
              <a:t>Click icon to add picture</a:t>
            </a:r>
            <a:endParaRPr kumimoji="0"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41"/>
            <a:ext cx="2011680" cy="5851525"/>
          </a:xfrm>
        </p:spPr>
        <p:txBody>
          <a:bodyPr vert="eaVert"/>
          <a:lstStyle/>
          <a:p>
            <a:r>
              <a:rPr kumimoji="0" lang="en-US" smtClean="0"/>
              <a:t>Click to edit Master title style</a:t>
            </a:r>
            <a:endParaRPr kumimoji="0" lang="en-US"/>
          </a:p>
        </p:txBody>
      </p:sp>
      <p:sp>
        <p:nvSpPr>
          <p:cNvPr id="3" name="Vertical Text Placeholder 2"/>
          <p:cNvSpPr>
            <a:spLocks noGrp="1"/>
          </p:cNvSpPr>
          <p:nvPr>
            <p:ph type="body" orient="vert" idx="1"/>
          </p:nvPr>
        </p:nvSpPr>
        <p:spPr>
          <a:xfrm>
            <a:off x="914400" y="274640"/>
            <a:ext cx="5562600" cy="5851525"/>
          </a:xfrm>
        </p:spPr>
        <p:txBody>
          <a:bodyPr vert="eaVert"/>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a:p>
        </p:txBody>
      </p:sp>
      <p:sp>
        <p:nvSpPr>
          <p:cNvPr id="4" name="Date Placeholder 3"/>
          <p:cNvSpPr>
            <a:spLocks noGrp="1"/>
          </p:cNvSpPr>
          <p:nvPr>
            <p:ph type="dt" sz="half" idx="10"/>
          </p:nvPr>
        </p:nvSpPr>
        <p:spPr/>
        <p:txBody>
          <a:bodyPr/>
          <a:lstStyle/>
          <a:p>
            <a:fld id="{1D8BD707-D9CF-40AE-B4C6-C98DA3205C09}" type="datetimeFigureOut">
              <a:rPr lang="en-US" smtClean="0"/>
              <a:pPr/>
              <a:t>8/21/2024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a:off x="0" y="0"/>
            <a:ext cx="9144000" cy="68580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8" name="Rounded Rectangle 7"/>
          <p:cNvSpPr/>
          <p:nvPr/>
        </p:nvSpPr>
        <p:spPr>
          <a:xfrm>
            <a:off x="64008" y="69755"/>
            <a:ext cx="9013372" cy="6693408"/>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2" name="Title Placeholder 21"/>
          <p:cNvSpPr>
            <a:spLocks noGrp="1"/>
          </p:cNvSpPr>
          <p:nvPr>
            <p:ph type="title"/>
          </p:nvPr>
        </p:nvSpPr>
        <p:spPr>
          <a:xfrm>
            <a:off x="914400" y="274638"/>
            <a:ext cx="7772400" cy="1143000"/>
          </a:xfrm>
          <a:prstGeom prst="rect">
            <a:avLst/>
          </a:prstGeom>
        </p:spPr>
        <p:txBody>
          <a:bodyPr bIns="91440" anchor="b" anchorCtr="0">
            <a:normAutofit/>
          </a:bodyPr>
          <a:lstStyle/>
          <a:p>
            <a:r>
              <a:rPr kumimoji="0" lang="en-US" smtClean="0"/>
              <a:t>Click to edit Master title style</a:t>
            </a:r>
            <a:endParaRPr kumimoji="0" lang="en-US"/>
          </a:p>
        </p:txBody>
      </p:sp>
      <p:sp>
        <p:nvSpPr>
          <p:cNvPr id="13" name="Text Placeholder 12"/>
          <p:cNvSpPr>
            <a:spLocks noGrp="1"/>
          </p:cNvSpPr>
          <p:nvPr>
            <p:ph type="body" idx="1"/>
          </p:nvPr>
        </p:nvSpPr>
        <p:spPr>
          <a:xfrm>
            <a:off x="914400" y="1447800"/>
            <a:ext cx="7772400" cy="4572000"/>
          </a:xfrm>
          <a:prstGeom prst="rect">
            <a:avLst/>
          </a:prstGeom>
        </p:spPr>
        <p:txBody>
          <a:bodyPr>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a:p>
        </p:txBody>
      </p:sp>
      <p:sp>
        <p:nvSpPr>
          <p:cNvPr id="14" name="Date Placeholder 13"/>
          <p:cNvSpPr>
            <a:spLocks noGrp="1"/>
          </p:cNvSpPr>
          <p:nvPr>
            <p:ph type="dt" sz="half" idx="2"/>
          </p:nvPr>
        </p:nvSpPr>
        <p:spPr>
          <a:xfrm>
            <a:off x="6172200" y="6191250"/>
            <a:ext cx="2476500" cy="476250"/>
          </a:xfrm>
          <a:prstGeom prst="rect">
            <a:avLst/>
          </a:prstGeom>
        </p:spPr>
        <p:txBody>
          <a:bodyPr anchor="ctr" anchorCtr="0"/>
          <a:lstStyle>
            <a:lvl1pPr algn="r" eaLnBrk="1" latinLnBrk="0" hangingPunct="1">
              <a:defRPr kumimoji="0" sz="1400">
                <a:solidFill>
                  <a:schemeClr val="tx2"/>
                </a:solidFill>
              </a:defRPr>
            </a:lvl1pPr>
          </a:lstStyle>
          <a:p>
            <a:fld id="{1D8BD707-D9CF-40AE-B4C6-C98DA3205C09}" type="datetimeFigureOut">
              <a:rPr lang="en-US" smtClean="0"/>
              <a:pPr/>
              <a:t>8/21/2024</a:t>
            </a:fld>
            <a:endParaRPr lang="en-US" dirty="0"/>
          </a:p>
        </p:txBody>
      </p:sp>
      <p:sp>
        <p:nvSpPr>
          <p:cNvPr id="3" name="Footer Placeholder 2"/>
          <p:cNvSpPr>
            <a:spLocks noGrp="1"/>
          </p:cNvSpPr>
          <p:nvPr>
            <p:ph type="ftr" sz="quarter" idx="3"/>
          </p:nvPr>
        </p:nvSpPr>
        <p:spPr>
          <a:xfrm>
            <a:off x="914400" y="6172200"/>
            <a:ext cx="3962400" cy="457200"/>
          </a:xfrm>
          <a:prstGeom prst="rect">
            <a:avLst/>
          </a:prstGeom>
        </p:spPr>
        <p:txBody>
          <a:bodyPr anchor="ctr" anchorCtr="0"/>
          <a:lstStyle>
            <a:lvl1pPr eaLnBrk="1" latinLnBrk="0" hangingPunct="1">
              <a:defRPr kumimoji="0" sz="1400">
                <a:solidFill>
                  <a:schemeClr val="tx2"/>
                </a:solidFill>
              </a:defRPr>
            </a:lvl1pPr>
          </a:lstStyle>
          <a:p>
            <a:endParaRPr lang="en-US" dirty="0"/>
          </a:p>
        </p:txBody>
      </p:sp>
      <p:sp>
        <p:nvSpPr>
          <p:cNvPr id="23" name="Slide Number Placeholder 22"/>
          <p:cNvSpPr>
            <a:spLocks noGrp="1"/>
          </p:cNvSpPr>
          <p:nvPr>
            <p:ph type="sldNum" sz="quarter" idx="4"/>
          </p:nvPr>
        </p:nvSpPr>
        <p:spPr>
          <a:xfrm>
            <a:off x="146304" y="6210300"/>
            <a:ext cx="457200" cy="4572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745" r:id="rId1"/>
    <p:sldLayoutId id="2147483746" r:id="rId2"/>
    <p:sldLayoutId id="2147483747" r:id="rId3"/>
    <p:sldLayoutId id="2147483748" r:id="rId4"/>
    <p:sldLayoutId id="2147483749" r:id="rId5"/>
    <p:sldLayoutId id="2147483750" r:id="rId6"/>
    <p:sldLayoutId id="2147483751" r:id="rId7"/>
    <p:sldLayoutId id="2147483752" r:id="rId8"/>
    <p:sldLayoutId id="2147483753" r:id="rId9"/>
    <p:sldLayoutId id="2147483754" r:id="rId10"/>
    <p:sldLayoutId id="2147483755" r:id="rId11"/>
  </p:sldLayoutIdLst>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274320" indent="-274320" algn="l" rtl="0" eaLnBrk="1" latinLnBrk="0" hangingPunct="1">
        <a:spcBef>
          <a:spcPts val="580"/>
        </a:spcBef>
        <a:buClr>
          <a:schemeClr val="accent1"/>
        </a:buClr>
        <a:buSzPct val="85000"/>
        <a:buFont typeface="Wingdings 2"/>
        <a:buChar char=""/>
        <a:defRPr kumimoji="0" sz="2600" kern="1200">
          <a:solidFill>
            <a:schemeClr val="tx1"/>
          </a:solidFill>
          <a:latin typeface="+mn-lt"/>
          <a:ea typeface="+mn-ea"/>
          <a:cs typeface="+mn-cs"/>
        </a:defRPr>
      </a:lvl1pPr>
      <a:lvl2pPr marL="548640" indent="-228600" algn="l" rtl="0" eaLnBrk="1" latinLnBrk="0" hangingPunct="1">
        <a:spcBef>
          <a:spcPts val="370"/>
        </a:spcBef>
        <a:buClr>
          <a:schemeClr val="accent2"/>
        </a:buClr>
        <a:buSzPct val="85000"/>
        <a:buFont typeface="Wingdings 2"/>
        <a:buChar char=""/>
        <a:defRPr kumimoji="0" sz="2400" kern="1200">
          <a:solidFill>
            <a:schemeClr val="tx1"/>
          </a:solidFill>
          <a:latin typeface="+mn-lt"/>
          <a:ea typeface="+mn-ea"/>
          <a:cs typeface="+mn-cs"/>
        </a:defRPr>
      </a:lvl2pPr>
      <a:lvl3pPr marL="822960" indent="-228600" algn="l" rtl="0" eaLnBrk="1" latinLnBrk="0" hangingPunct="1">
        <a:spcBef>
          <a:spcPts val="370"/>
        </a:spcBef>
        <a:buClr>
          <a:schemeClr val="accent1">
            <a:tint val="60000"/>
          </a:schemeClr>
        </a:buClr>
        <a:buSzPct val="8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ts val="370"/>
        </a:spcBef>
        <a:buClr>
          <a:schemeClr val="accent3"/>
        </a:buClr>
        <a:buSzPct val="80000"/>
        <a:buFont typeface="Wingdings 2"/>
        <a:buChar char=""/>
        <a:defRPr kumimoji="0" sz="2000" kern="1200">
          <a:solidFill>
            <a:schemeClr val="tx1"/>
          </a:solidFill>
          <a:latin typeface="+mn-lt"/>
          <a:ea typeface="+mn-ea"/>
          <a:cs typeface="+mn-cs"/>
        </a:defRPr>
      </a:lvl4pPr>
      <a:lvl5pPr marL="1371600" indent="-228600" algn="l" rtl="0" eaLnBrk="1" latinLnBrk="0" hangingPunct="1">
        <a:spcBef>
          <a:spcPts val="370"/>
        </a:spcBef>
        <a:buClr>
          <a:schemeClr val="accent3"/>
        </a:buClr>
        <a:buFontTx/>
        <a:buChar char="o"/>
        <a:defRPr kumimoji="0"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www.computerhope.com/help/joystick.htm" TargetMode="External"/><Relationship Id="rId2" Type="http://schemas.openxmlformats.org/officeDocument/2006/relationships/hyperlink" Target="http://www.computerhope.com/jargon/m/midi.htm"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hyperlink" Target="http://computer.howstuffworks.com/rom.htm"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2133600"/>
            <a:ext cx="7772400" cy="1143000"/>
          </a:xfrm>
        </p:spPr>
        <p:txBody>
          <a:bodyPr>
            <a:noAutofit/>
          </a:bodyPr>
          <a:lstStyle/>
          <a:p>
            <a:r>
              <a:rPr lang="en-US" sz="8000" dirty="0" smtClean="0">
                <a:solidFill>
                  <a:schemeClr val="accent2"/>
                </a:solidFill>
              </a:rPr>
              <a:t>AUDIO SYSTEMS</a:t>
            </a:r>
            <a:endParaRPr lang="en-US" sz="8000" dirty="0">
              <a:solidFill>
                <a:schemeClr val="accent2"/>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Contents</a:t>
            </a:r>
            <a:endParaRPr lang="en-US" b="1" dirty="0">
              <a:solidFill>
                <a:schemeClr val="tx1"/>
              </a:solidFill>
            </a:endParaRPr>
          </a:p>
        </p:txBody>
      </p:sp>
      <p:sp>
        <p:nvSpPr>
          <p:cNvPr id="3" name="Content Placeholder 2"/>
          <p:cNvSpPr>
            <a:spLocks noGrp="1"/>
          </p:cNvSpPr>
          <p:nvPr>
            <p:ph sz="quarter" idx="1"/>
          </p:nvPr>
        </p:nvSpPr>
        <p:spPr>
          <a:xfrm>
            <a:off x="304800" y="1524000"/>
            <a:ext cx="7848600" cy="4876800"/>
          </a:xfrm>
        </p:spPr>
        <p:txBody>
          <a:bodyPr>
            <a:normAutofit fontScale="85000" lnSpcReduction="20000"/>
          </a:bodyPr>
          <a:lstStyle/>
          <a:p>
            <a:pPr lvl="1">
              <a:lnSpc>
                <a:spcPct val="200000"/>
              </a:lnSpc>
            </a:pPr>
            <a:r>
              <a:rPr lang="en-US" sz="3200" dirty="0" smtClean="0"/>
              <a:t>Basic Sound System</a:t>
            </a:r>
          </a:p>
          <a:p>
            <a:pPr lvl="1">
              <a:lnSpc>
                <a:spcPct val="200000"/>
              </a:lnSpc>
            </a:pPr>
            <a:r>
              <a:rPr lang="en-US" sz="3200" dirty="0" smtClean="0"/>
              <a:t>Sound Card </a:t>
            </a:r>
          </a:p>
          <a:p>
            <a:pPr lvl="1">
              <a:lnSpc>
                <a:spcPct val="200000"/>
              </a:lnSpc>
            </a:pPr>
            <a:r>
              <a:rPr lang="en-US" sz="3200" dirty="0" smtClean="0"/>
              <a:t>Drivers</a:t>
            </a:r>
          </a:p>
          <a:p>
            <a:pPr lvl="1">
              <a:lnSpc>
                <a:spcPct val="200000"/>
              </a:lnSpc>
            </a:pPr>
            <a:r>
              <a:rPr lang="en-US" sz="3200" dirty="0" smtClean="0"/>
              <a:t>Sound Quality </a:t>
            </a:r>
          </a:p>
          <a:p>
            <a:pPr lvl="1">
              <a:lnSpc>
                <a:spcPct val="200000"/>
              </a:lnSpc>
            </a:pPr>
            <a:r>
              <a:rPr lang="en-US" sz="3200" dirty="0" smtClean="0"/>
              <a:t>Wireless Microphone</a:t>
            </a:r>
          </a:p>
          <a:p>
            <a:pPr lvl="1">
              <a:lnSpc>
                <a:spcPct val="200000"/>
              </a:lnSpc>
            </a:pPr>
            <a:r>
              <a:rPr lang="en-US" sz="3200" dirty="0" smtClean="0"/>
              <a:t>Wireless Speaker</a:t>
            </a:r>
          </a:p>
          <a:p>
            <a:pPr marL="0" indent="0" algn="just">
              <a:buNone/>
            </a:pPr>
            <a:endParaRPr lang="en-US"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sz="quarter" idx="1"/>
          </p:nvPr>
        </p:nvSpPr>
        <p:spPr>
          <a:xfrm>
            <a:off x="914400" y="1447800"/>
            <a:ext cx="7772400" cy="914400"/>
          </a:xfrm>
        </p:spPr>
        <p:txBody>
          <a:bodyPr/>
          <a:lstStyle/>
          <a:p>
            <a:endParaRPr lang="en-US" dirty="0"/>
          </a:p>
        </p:txBody>
      </p:sp>
      <p:pic>
        <p:nvPicPr>
          <p:cNvPr id="4" name="Picture 2" descr="F:\home related yadein\981px-A-D-A_Flow.svg.png"/>
          <p:cNvPicPr>
            <a:picLocks noChangeAspect="1" noChangeArrowheads="1"/>
          </p:cNvPicPr>
          <p:nvPr/>
        </p:nvPicPr>
        <p:blipFill>
          <a:blip r:embed="rId2" cstate="print"/>
          <a:srcRect/>
          <a:stretch>
            <a:fillRect/>
          </a:stretch>
        </p:blipFill>
        <p:spPr bwMode="auto">
          <a:xfrm>
            <a:off x="0" y="0"/>
            <a:ext cx="9144000" cy="6858000"/>
          </a:xfrm>
          <a:prstGeom prst="rect">
            <a:avLst/>
          </a:prstGeom>
        </p:spPr>
        <p:style>
          <a:lnRef idx="1">
            <a:schemeClr val="accent5"/>
          </a:lnRef>
          <a:fillRef idx="2">
            <a:schemeClr val="accent5"/>
          </a:fillRef>
          <a:effectRef idx="1">
            <a:schemeClr val="accent5"/>
          </a:effectRef>
          <a:fontRef idx="minor">
            <a:schemeClr val="dk1"/>
          </a:fontRef>
        </p:style>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0"/>
            <a:ext cx="7772400" cy="1143000"/>
          </a:xfrm>
        </p:spPr>
        <p:txBody>
          <a:bodyPr/>
          <a:lstStyle/>
          <a:p>
            <a:pPr algn="ctr"/>
            <a:r>
              <a:rPr lang="en-US" b="1" dirty="0" smtClean="0">
                <a:solidFill>
                  <a:schemeClr val="tx1"/>
                </a:solidFill>
              </a:rPr>
              <a:t>Basic Sound System</a:t>
            </a:r>
            <a:endParaRPr lang="en-US" b="1" dirty="0">
              <a:solidFill>
                <a:schemeClr val="tx1"/>
              </a:solidFill>
            </a:endParaRPr>
          </a:p>
        </p:txBody>
      </p:sp>
      <p:sp>
        <p:nvSpPr>
          <p:cNvPr id="3" name="Content Placeholder 2"/>
          <p:cNvSpPr>
            <a:spLocks noGrp="1"/>
          </p:cNvSpPr>
          <p:nvPr>
            <p:ph sz="quarter" idx="1"/>
          </p:nvPr>
        </p:nvSpPr>
        <p:spPr>
          <a:xfrm>
            <a:off x="381000" y="1143000"/>
            <a:ext cx="8534400" cy="5410200"/>
          </a:xfrm>
        </p:spPr>
        <p:txBody>
          <a:bodyPr>
            <a:normAutofit fontScale="92500"/>
          </a:bodyPr>
          <a:lstStyle/>
          <a:p>
            <a:pPr>
              <a:lnSpc>
                <a:spcPct val="150000"/>
              </a:lnSpc>
            </a:pPr>
            <a:r>
              <a:rPr lang="en-US" dirty="0" smtClean="0"/>
              <a:t>A basic sound system consists of an </a:t>
            </a:r>
            <a:r>
              <a:rPr lang="fr-FR" dirty="0" smtClean="0"/>
              <a:t>input </a:t>
            </a:r>
            <a:r>
              <a:rPr lang="fr-FR" dirty="0" err="1" smtClean="0"/>
              <a:t>device</a:t>
            </a:r>
            <a:r>
              <a:rPr lang="fr-FR" dirty="0" smtClean="0"/>
              <a:t> (microphone), a control </a:t>
            </a:r>
            <a:r>
              <a:rPr lang="fr-FR" dirty="0" err="1" smtClean="0"/>
              <a:t>device</a:t>
            </a:r>
            <a:r>
              <a:rPr lang="fr-FR" dirty="0" smtClean="0"/>
              <a:t> (mixer), an </a:t>
            </a:r>
            <a:r>
              <a:rPr lang="en-US" dirty="0" smtClean="0"/>
              <a:t>amplification device (power amplifier), and an output device (loudspeaker).</a:t>
            </a:r>
          </a:p>
          <a:p>
            <a:pPr>
              <a:lnSpc>
                <a:spcPct val="150000"/>
              </a:lnSpc>
            </a:pPr>
            <a:r>
              <a:rPr lang="en-US" dirty="0" smtClean="0"/>
              <a:t>The primary goal of the sound system in sound applications is to deliver clear, intelligible speech, and, usually, high-quality musical sound.</a:t>
            </a:r>
          </a:p>
          <a:p>
            <a:pPr>
              <a:lnSpc>
                <a:spcPct val="150000"/>
              </a:lnSpc>
            </a:pPr>
            <a:r>
              <a:rPr lang="en-US" dirty="0" smtClean="0"/>
              <a:t>There are three levels of electrical signals in a sound system:     </a:t>
            </a:r>
          </a:p>
          <a:p>
            <a:pPr>
              <a:lnSpc>
                <a:spcPct val="150000"/>
              </a:lnSpc>
              <a:buFont typeface="Wingdings" pitchFamily="2" charset="2"/>
              <a:buChar char="Ø"/>
            </a:pPr>
            <a:r>
              <a:rPr lang="en-US" dirty="0" smtClean="0"/>
              <a:t>microphone level ,</a:t>
            </a:r>
          </a:p>
          <a:p>
            <a:pPr>
              <a:lnSpc>
                <a:spcPct val="150000"/>
              </a:lnSpc>
              <a:buFont typeface="Wingdings" pitchFamily="2" charset="2"/>
              <a:buChar char="Ø"/>
            </a:pPr>
            <a:r>
              <a:rPr lang="en-US" dirty="0" smtClean="0"/>
              <a:t>line level and </a:t>
            </a:r>
          </a:p>
          <a:p>
            <a:pPr>
              <a:lnSpc>
                <a:spcPct val="150000"/>
              </a:lnSpc>
              <a:buFont typeface="Wingdings" pitchFamily="2" charset="2"/>
              <a:buChar char="Ø"/>
            </a:pPr>
            <a:r>
              <a:rPr lang="en-US" dirty="0" smtClean="0"/>
              <a:t>speaker level .</a:t>
            </a:r>
            <a:endParaRPr lang="en-US"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45719"/>
          </a:xfrm>
        </p:spPr>
        <p:txBody>
          <a:bodyPr>
            <a:normAutofit fontScale="25000" lnSpcReduction="20000"/>
          </a:bodyPr>
          <a:lstStyle/>
          <a:p>
            <a:endParaRPr lang="en-US" dirty="0"/>
          </a:p>
        </p:txBody>
      </p:sp>
      <p:pic>
        <p:nvPicPr>
          <p:cNvPr id="1026" name="Picture 2" descr="_Pic76"/>
          <p:cNvPicPr>
            <a:picLocks noChangeAspect="1" noChangeArrowheads="1"/>
          </p:cNvPicPr>
          <p:nvPr/>
        </p:nvPicPr>
        <p:blipFill>
          <a:blip r:embed="rId2"/>
          <a:srcRect/>
          <a:stretch>
            <a:fillRect/>
          </a:stretch>
        </p:blipFill>
        <p:spPr bwMode="auto">
          <a:xfrm>
            <a:off x="228600" y="609600"/>
            <a:ext cx="8610600" cy="59436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0"/>
            <a:ext cx="7772400" cy="1143000"/>
          </a:xfrm>
        </p:spPr>
        <p:txBody>
          <a:bodyPr/>
          <a:lstStyle/>
          <a:p>
            <a:pPr algn="ctr"/>
            <a:r>
              <a:rPr lang="en-US" b="1" dirty="0" smtClean="0">
                <a:solidFill>
                  <a:schemeClr val="tx1"/>
                </a:solidFill>
              </a:rPr>
              <a:t>Principle of Sound System</a:t>
            </a:r>
            <a:endParaRPr lang="en-US" b="1" dirty="0">
              <a:solidFill>
                <a:schemeClr val="tx1"/>
              </a:solidFill>
            </a:endParaRPr>
          </a:p>
        </p:txBody>
      </p:sp>
      <p:sp>
        <p:nvSpPr>
          <p:cNvPr id="3" name="Content Placeholder 2"/>
          <p:cNvSpPr>
            <a:spLocks noGrp="1"/>
          </p:cNvSpPr>
          <p:nvPr>
            <p:ph sz="quarter" idx="1"/>
          </p:nvPr>
        </p:nvSpPr>
        <p:spPr>
          <a:xfrm>
            <a:off x="381000" y="1600200"/>
            <a:ext cx="8305800" cy="4724400"/>
          </a:xfrm>
        </p:spPr>
        <p:txBody>
          <a:bodyPr>
            <a:normAutofit/>
          </a:bodyPr>
          <a:lstStyle/>
          <a:p>
            <a:pPr algn="just">
              <a:lnSpc>
                <a:spcPct val="150000"/>
              </a:lnSpc>
            </a:pPr>
            <a:r>
              <a:rPr lang="en-US" dirty="0" smtClean="0"/>
              <a:t>The basic principle of all electronic audio systems  is to take sound waves convert them into an electric current or voltage and manipulate them as desired , then convert back into sound waves.</a:t>
            </a:r>
          </a:p>
          <a:p>
            <a:pPr algn="just">
              <a:lnSpc>
                <a:spcPct val="150000"/>
              </a:lnSpc>
            </a:pPr>
            <a:r>
              <a:rPr lang="en-IN" dirty="0" smtClean="0"/>
              <a:t>A microphone is an example of a transducer, a device that changes information from one form to another.  Microphone changes information into patterns of electric current or voltage.</a:t>
            </a:r>
          </a:p>
          <a:p>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381000" y="1219200"/>
            <a:ext cx="8305800" cy="4953000"/>
          </a:xfrm>
        </p:spPr>
        <p:txBody>
          <a:bodyPr>
            <a:normAutofit fontScale="25000" lnSpcReduction="20000"/>
          </a:bodyPr>
          <a:lstStyle/>
          <a:p>
            <a:pPr algn="just">
              <a:lnSpc>
                <a:spcPct val="170000"/>
              </a:lnSpc>
            </a:pPr>
            <a:r>
              <a:rPr lang="en-US" sz="10400" dirty="0" smtClean="0"/>
              <a:t>Computers are digital systems so they can only produce &amp; manipulate audio in digital format.</a:t>
            </a:r>
          </a:p>
          <a:p>
            <a:pPr algn="just">
              <a:lnSpc>
                <a:spcPct val="170000"/>
              </a:lnSpc>
            </a:pPr>
            <a:r>
              <a:rPr lang="en-US" sz="10400" dirty="0" smtClean="0"/>
              <a:t>The problem however is that in the real world audio is an analog entity.</a:t>
            </a:r>
          </a:p>
          <a:p>
            <a:pPr algn="just">
              <a:lnSpc>
                <a:spcPct val="170000"/>
              </a:lnSpc>
            </a:pPr>
            <a:r>
              <a:rPr lang="en-US" sz="10400" dirty="0" smtClean="0"/>
              <a:t>Speakers are expecting an analog signal so they can reproduce sounds, we can’t feed speakers with a digital signal so D to A converter is used.</a:t>
            </a:r>
          </a:p>
          <a:p>
            <a:pPr algn="just"/>
            <a:endParaRPr lang="en-US" sz="2800" dirty="0" smtClean="0"/>
          </a:p>
          <a:p>
            <a:pPr algn="just">
              <a:lnSpc>
                <a:spcPct val="150000"/>
              </a:lnSpc>
            </a:pPr>
            <a:endParaRPr lang="en-US" sz="2800" dirty="0" smtClean="0"/>
          </a:p>
          <a:p>
            <a:pPr algn="just"/>
            <a:endParaRPr lang="en-US"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381000"/>
            <a:ext cx="7772400" cy="808038"/>
          </a:xfrm>
        </p:spPr>
        <p:txBody>
          <a:bodyPr/>
          <a:lstStyle/>
          <a:p>
            <a:pPr algn="ctr"/>
            <a:r>
              <a:rPr lang="en-US" b="1" dirty="0" smtClean="0">
                <a:solidFill>
                  <a:schemeClr val="tx1"/>
                </a:solidFill>
              </a:rPr>
              <a:t>Availability of Audio System</a:t>
            </a:r>
            <a:endParaRPr lang="en-US" b="1" dirty="0">
              <a:solidFill>
                <a:schemeClr val="tx1"/>
              </a:solidFill>
            </a:endParaRPr>
          </a:p>
        </p:txBody>
      </p:sp>
      <p:sp>
        <p:nvSpPr>
          <p:cNvPr id="3" name="Content Placeholder 2"/>
          <p:cNvSpPr>
            <a:spLocks noGrp="1"/>
          </p:cNvSpPr>
          <p:nvPr>
            <p:ph sz="quarter" idx="1"/>
          </p:nvPr>
        </p:nvSpPr>
        <p:spPr>
          <a:xfrm>
            <a:off x="533400" y="1143000"/>
            <a:ext cx="8153400" cy="5334000"/>
          </a:xfrm>
        </p:spPr>
        <p:txBody>
          <a:bodyPr>
            <a:normAutofit fontScale="25000" lnSpcReduction="20000"/>
          </a:bodyPr>
          <a:lstStyle/>
          <a:p>
            <a:pPr algn="just">
              <a:lnSpc>
                <a:spcPct val="170000"/>
              </a:lnSpc>
            </a:pPr>
            <a:r>
              <a:rPr lang="en-US" sz="10400" dirty="0" smtClean="0"/>
              <a:t>Today  all motherboards have an embedded sound card like on board audio.</a:t>
            </a:r>
          </a:p>
          <a:p>
            <a:pPr algn="just">
              <a:lnSpc>
                <a:spcPct val="170000"/>
              </a:lnSpc>
            </a:pPr>
            <a:r>
              <a:rPr lang="en-US" sz="10400" dirty="0" smtClean="0"/>
              <a:t>Some  motherboards don’t come with the audio sections on the motherboard, but add on cards that comes with the product being installed on a PCI slots.</a:t>
            </a:r>
          </a:p>
          <a:p>
            <a:pPr algn="just">
              <a:lnSpc>
                <a:spcPct val="170000"/>
              </a:lnSpc>
            </a:pPr>
            <a:r>
              <a:rPr lang="en-US" sz="10400" dirty="0" smtClean="0"/>
              <a:t>There is a chip called </a:t>
            </a:r>
            <a:r>
              <a:rPr lang="en-US" sz="10400" dirty="0" smtClean="0">
                <a:solidFill>
                  <a:srgbClr val="FF0000"/>
                </a:solidFill>
              </a:rPr>
              <a:t>codec </a:t>
            </a:r>
            <a:r>
              <a:rPr lang="en-US" sz="10400" dirty="0" smtClean="0"/>
              <a:t>(coder/ decoder) on the motherboard,  which is </a:t>
            </a:r>
            <a:r>
              <a:rPr lang="en-US" sz="10400" dirty="0" err="1" smtClean="0"/>
              <a:t>incharge</a:t>
            </a:r>
            <a:r>
              <a:rPr lang="en-US" sz="10400" dirty="0" smtClean="0"/>
              <a:t> of converting  digital audio signals into analog and vice versa. </a:t>
            </a:r>
          </a:p>
          <a:p>
            <a:pPr>
              <a:lnSpc>
                <a:spcPct val="200000"/>
              </a:lnSpc>
            </a:pPr>
            <a:endParaRPr lang="en-US" sz="2800" dirty="0" smtClean="0"/>
          </a:p>
          <a:p>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ct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Sound Card</a:t>
            </a:r>
            <a:endParaRPr lang="en-US" b="1" dirty="0">
              <a:solidFill>
                <a:schemeClr val="tx1"/>
              </a:solidFill>
            </a:endParaRPr>
          </a:p>
        </p:txBody>
      </p:sp>
      <p:sp>
        <p:nvSpPr>
          <p:cNvPr id="3" name="Content Placeholder 2"/>
          <p:cNvSpPr>
            <a:spLocks noGrp="1"/>
          </p:cNvSpPr>
          <p:nvPr>
            <p:ph sz="quarter" idx="1"/>
          </p:nvPr>
        </p:nvSpPr>
        <p:spPr>
          <a:xfrm>
            <a:off x="533400" y="1447800"/>
            <a:ext cx="8153400" cy="4800600"/>
          </a:xfrm>
        </p:spPr>
        <p:txBody>
          <a:bodyPr>
            <a:normAutofit lnSpcReduction="10000"/>
          </a:bodyPr>
          <a:lstStyle/>
          <a:p>
            <a:pPr algn="just">
              <a:lnSpc>
                <a:spcPct val="150000"/>
              </a:lnSpc>
              <a:spcBef>
                <a:spcPts val="300"/>
              </a:spcBef>
            </a:pPr>
            <a:r>
              <a:rPr lang="en-US" dirty="0" smtClean="0"/>
              <a:t>A </a:t>
            </a:r>
            <a:r>
              <a:rPr lang="en-US" b="1" dirty="0" smtClean="0"/>
              <a:t>sound card</a:t>
            </a:r>
            <a:r>
              <a:rPr lang="en-US" dirty="0" smtClean="0"/>
              <a:t> (also known as an </a:t>
            </a:r>
            <a:r>
              <a:rPr lang="en-US" b="1" dirty="0" smtClean="0"/>
              <a:t>audio card</a:t>
            </a:r>
            <a:r>
              <a:rPr lang="en-US" dirty="0" smtClean="0"/>
              <a:t>) is an internal computer expansion card that facilitates input and output of audio signals to and from a computer under control of computer programs.</a:t>
            </a:r>
          </a:p>
          <a:p>
            <a:pPr algn="just">
              <a:lnSpc>
                <a:spcPct val="150000"/>
              </a:lnSpc>
              <a:spcBef>
                <a:spcPts val="300"/>
              </a:spcBef>
            </a:pPr>
            <a:r>
              <a:rPr lang="en-US" dirty="0" smtClean="0"/>
              <a:t>Typical uses of sound cards include providing the audio component for multimedia applications such as music composition, editing video or audio, presentation, education and entertainment (games).</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Sound Card</a:t>
            </a:r>
            <a:endParaRPr lang="en-US" b="1" dirty="0">
              <a:solidFill>
                <a:schemeClr val="tx1"/>
              </a:solidFill>
            </a:endParaRPr>
          </a:p>
        </p:txBody>
      </p:sp>
      <p:pic>
        <p:nvPicPr>
          <p:cNvPr id="22531" name="Picture 3"/>
          <p:cNvPicPr>
            <a:picLocks noChangeAspect="1" noChangeArrowheads="1"/>
          </p:cNvPicPr>
          <p:nvPr/>
        </p:nvPicPr>
        <p:blipFill>
          <a:blip r:embed="rId2"/>
          <a:srcRect/>
          <a:stretch>
            <a:fillRect/>
          </a:stretch>
        </p:blipFill>
        <p:spPr bwMode="auto">
          <a:xfrm>
            <a:off x="457200" y="1752600"/>
            <a:ext cx="8341356" cy="457200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228600"/>
            <a:ext cx="7772400" cy="1447800"/>
          </a:xfrm>
        </p:spPr>
        <p:txBody>
          <a:bodyPr>
            <a:normAutofit fontScale="90000"/>
          </a:bodyPr>
          <a:lstStyle/>
          <a:p>
            <a:pPr algn="ct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
            </a:r>
            <a:br>
              <a:rPr lang="en-US" b="1" dirty="0" smtClean="0">
                <a:solidFill>
                  <a:schemeClr val="tx1"/>
                </a:solidFill>
              </a:rPr>
            </a:br>
            <a:r>
              <a:rPr lang="en-US" b="1" dirty="0" smtClean="0">
                <a:solidFill>
                  <a:schemeClr val="tx1"/>
                </a:solidFill>
              </a:rPr>
              <a:t>Sound card connections</a:t>
            </a:r>
            <a:r>
              <a:rPr lang="en-US" b="1" dirty="0" smtClean="0"/>
              <a:t/>
            </a:r>
            <a:br>
              <a:rPr lang="en-US" b="1" dirty="0" smtClean="0"/>
            </a:br>
            <a:endParaRPr lang="en-US" dirty="0"/>
          </a:p>
        </p:txBody>
      </p:sp>
      <p:sp>
        <p:nvSpPr>
          <p:cNvPr id="3" name="Content Placeholder 2"/>
          <p:cNvSpPr>
            <a:spLocks noGrp="1"/>
          </p:cNvSpPr>
          <p:nvPr>
            <p:ph sz="quarter" idx="1"/>
          </p:nvPr>
        </p:nvSpPr>
        <p:spPr>
          <a:xfrm>
            <a:off x="304800" y="1143000"/>
            <a:ext cx="8382000" cy="4876800"/>
          </a:xfrm>
        </p:spPr>
        <p:txBody>
          <a:bodyPr>
            <a:noAutofit/>
          </a:bodyPr>
          <a:lstStyle/>
          <a:p>
            <a:r>
              <a:rPr lang="en-US" dirty="0" smtClean="0">
                <a:solidFill>
                  <a:srgbClr val="FFC000"/>
                </a:solidFill>
              </a:rPr>
              <a:t>Digital Out</a:t>
            </a:r>
            <a:r>
              <a:rPr lang="en-US" dirty="0" smtClean="0">
                <a:solidFill>
                  <a:srgbClr val="FFFF00"/>
                </a:solidFill>
              </a:rPr>
              <a:t>: </a:t>
            </a:r>
            <a:r>
              <a:rPr lang="en-US" dirty="0" smtClean="0"/>
              <a:t>Used with surround sound or loud speakers.</a:t>
            </a:r>
          </a:p>
          <a:p>
            <a:r>
              <a:rPr lang="en-US" dirty="0" smtClean="0">
                <a:solidFill>
                  <a:srgbClr val="0070C0"/>
                </a:solidFill>
              </a:rPr>
              <a:t>Line in: </a:t>
            </a:r>
            <a:r>
              <a:rPr lang="en-US" dirty="0" smtClean="0"/>
              <a:t>Connection for external audio </a:t>
            </a:r>
          </a:p>
          <a:p>
            <a:pPr>
              <a:buNone/>
            </a:pPr>
            <a:r>
              <a:rPr lang="en-US" dirty="0" smtClean="0"/>
              <a:t>    sources, e.g. tape recorder, record player,</a:t>
            </a:r>
          </a:p>
          <a:p>
            <a:pPr>
              <a:buNone/>
            </a:pPr>
            <a:r>
              <a:rPr lang="en-US" dirty="0" smtClean="0"/>
              <a:t>    or CD player.</a:t>
            </a:r>
            <a:endParaRPr lang="en-US" dirty="0" smtClean="0">
              <a:solidFill>
                <a:srgbClr val="0070C0"/>
              </a:solidFill>
            </a:endParaRPr>
          </a:p>
          <a:p>
            <a:r>
              <a:rPr lang="en-US" dirty="0" smtClean="0">
                <a:solidFill>
                  <a:srgbClr val="FF0066"/>
                </a:solidFill>
              </a:rPr>
              <a:t>Microphone or </a:t>
            </a:r>
            <a:r>
              <a:rPr lang="en-US" dirty="0" err="1" smtClean="0">
                <a:solidFill>
                  <a:srgbClr val="FF0066"/>
                </a:solidFill>
              </a:rPr>
              <a:t>Mic</a:t>
            </a:r>
            <a:r>
              <a:rPr lang="en-US" dirty="0" smtClean="0">
                <a:solidFill>
                  <a:srgbClr val="FF0066"/>
                </a:solidFill>
              </a:rPr>
              <a:t>: </a:t>
            </a:r>
            <a:r>
              <a:rPr lang="en-US" dirty="0" smtClean="0"/>
              <a:t>The connection for a</a:t>
            </a:r>
          </a:p>
          <a:p>
            <a:pPr>
              <a:buNone/>
            </a:pPr>
            <a:r>
              <a:rPr lang="en-US" dirty="0" smtClean="0"/>
              <a:t>     microphone or headphones.</a:t>
            </a:r>
            <a:endParaRPr lang="en-US" dirty="0" smtClean="0">
              <a:solidFill>
                <a:srgbClr val="FF0066"/>
              </a:solidFill>
            </a:endParaRPr>
          </a:p>
          <a:p>
            <a:r>
              <a:rPr lang="en-US" dirty="0" smtClean="0">
                <a:solidFill>
                  <a:srgbClr val="00B050"/>
                </a:solidFill>
              </a:rPr>
              <a:t>Sound out or line:</a:t>
            </a:r>
            <a:r>
              <a:rPr lang="en-US" dirty="0" smtClean="0"/>
              <a:t> The primary sound connection</a:t>
            </a:r>
          </a:p>
          <a:p>
            <a:pPr>
              <a:buNone/>
            </a:pPr>
            <a:r>
              <a:rPr lang="en-US" dirty="0" smtClean="0"/>
              <a:t>     for your speakers or headphones.</a:t>
            </a:r>
            <a:endParaRPr lang="en-US" dirty="0" smtClean="0">
              <a:solidFill>
                <a:srgbClr val="00B050"/>
              </a:solidFill>
            </a:endParaRPr>
          </a:p>
          <a:p>
            <a:r>
              <a:rPr lang="en-US" dirty="0" smtClean="0">
                <a:hlinkClick r:id="rId2"/>
              </a:rPr>
              <a:t>MIDI</a:t>
            </a:r>
            <a:r>
              <a:rPr lang="en-US" dirty="0" smtClean="0"/>
              <a:t> or </a:t>
            </a:r>
            <a:r>
              <a:rPr lang="en-US" dirty="0" smtClean="0">
                <a:hlinkClick r:id="rId3"/>
              </a:rPr>
              <a:t>Joystick</a:t>
            </a:r>
            <a:r>
              <a:rPr lang="en-US" dirty="0" smtClean="0"/>
              <a:t>: (15 pin yellow connector) –</a:t>
            </a:r>
          </a:p>
          <a:p>
            <a:pPr>
              <a:buNone/>
            </a:pPr>
            <a:r>
              <a:rPr lang="en-US" dirty="0" smtClean="0"/>
              <a:t>    used with earlier sound cards to connect MIDI keyboard </a:t>
            </a:r>
          </a:p>
          <a:p>
            <a:pPr>
              <a:buNone/>
            </a:pPr>
            <a:r>
              <a:rPr lang="en-US" dirty="0" smtClean="0"/>
              <a:t>    or Joystick.</a:t>
            </a:r>
            <a:endParaRPr lang="en-US" dirty="0"/>
          </a:p>
        </p:txBody>
      </p:sp>
      <p:pic>
        <p:nvPicPr>
          <p:cNvPr id="1028" name="Picture 4"/>
          <p:cNvPicPr>
            <a:picLocks noChangeAspect="1" noChangeArrowheads="1"/>
          </p:cNvPicPr>
          <p:nvPr/>
        </p:nvPicPr>
        <p:blipFill>
          <a:blip r:embed="rId4"/>
          <a:srcRect/>
          <a:stretch>
            <a:fillRect/>
          </a:stretch>
        </p:blipFill>
        <p:spPr bwMode="auto">
          <a:xfrm>
            <a:off x="7467600" y="1371600"/>
            <a:ext cx="1076325" cy="4972050"/>
          </a:xfrm>
          <a:prstGeom prst="rect">
            <a:avLst/>
          </a:prstGeom>
          <a:noFill/>
          <a:ln w="9525">
            <a:noFill/>
            <a:miter lim="800000"/>
            <a:headEnd/>
            <a:tailEnd/>
          </a:ln>
          <a:effectLst/>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457200"/>
            <a:ext cx="7772400" cy="715962"/>
          </a:xfrm>
        </p:spPr>
        <p:txBody>
          <a:bodyPr>
            <a:normAutofit fontScale="90000"/>
          </a:bodyPr>
          <a:lstStyle/>
          <a:p>
            <a:pPr algn="ctr"/>
            <a:r>
              <a:rPr lang="en-US" b="1" dirty="0" smtClean="0">
                <a:solidFill>
                  <a:schemeClr val="tx1"/>
                </a:solidFill>
              </a:rPr>
              <a:t>Anatomy of a Sound Card</a:t>
            </a:r>
            <a:endParaRPr lang="en-US" b="1" dirty="0">
              <a:solidFill>
                <a:schemeClr val="tx1"/>
              </a:solidFill>
            </a:endParaRPr>
          </a:p>
        </p:txBody>
      </p:sp>
      <p:sp>
        <p:nvSpPr>
          <p:cNvPr id="3" name="Content Placeholder 2"/>
          <p:cNvSpPr>
            <a:spLocks noGrp="1"/>
          </p:cNvSpPr>
          <p:nvPr>
            <p:ph sz="quarter" idx="1"/>
          </p:nvPr>
        </p:nvSpPr>
        <p:spPr>
          <a:xfrm>
            <a:off x="381000" y="1371600"/>
            <a:ext cx="8458200" cy="5029200"/>
          </a:xfrm>
        </p:spPr>
        <p:txBody>
          <a:bodyPr>
            <a:normAutofit fontScale="92500" lnSpcReduction="20000"/>
          </a:bodyPr>
          <a:lstStyle/>
          <a:p>
            <a:pPr algn="just">
              <a:lnSpc>
                <a:spcPct val="150000"/>
              </a:lnSpc>
              <a:buNone/>
            </a:pPr>
            <a:r>
              <a:rPr lang="en-US" dirty="0" smtClean="0"/>
              <a:t>A typical sound card has: </a:t>
            </a:r>
          </a:p>
          <a:p>
            <a:pPr algn="just">
              <a:lnSpc>
                <a:spcPct val="150000"/>
              </a:lnSpc>
            </a:pPr>
            <a:r>
              <a:rPr lang="en-US" dirty="0" smtClean="0"/>
              <a:t>a Digital Signal Processor </a:t>
            </a:r>
          </a:p>
          <a:p>
            <a:pPr algn="just">
              <a:lnSpc>
                <a:spcPct val="150000"/>
              </a:lnSpc>
            </a:pPr>
            <a:r>
              <a:rPr lang="en-US" dirty="0" smtClean="0"/>
              <a:t>a Digital to Analog Converter </a:t>
            </a:r>
          </a:p>
          <a:p>
            <a:pPr algn="just">
              <a:lnSpc>
                <a:spcPct val="150000"/>
              </a:lnSpc>
            </a:pPr>
            <a:r>
              <a:rPr lang="en-US" dirty="0" smtClean="0"/>
              <a:t>an Analog-to-Digital converter  </a:t>
            </a:r>
          </a:p>
          <a:p>
            <a:pPr algn="just">
              <a:lnSpc>
                <a:spcPct val="150000"/>
              </a:lnSpc>
            </a:pPr>
            <a:r>
              <a:rPr lang="en-US" dirty="0" smtClean="0"/>
              <a:t>Read-only Memory (</a:t>
            </a:r>
            <a:r>
              <a:rPr lang="en-US" dirty="0" smtClean="0">
                <a:hlinkClick r:id="rId2"/>
              </a:rPr>
              <a:t>ROM</a:t>
            </a:r>
            <a:r>
              <a:rPr lang="en-US" dirty="0" smtClean="0"/>
              <a:t>) or Flash memory for storing data, </a:t>
            </a:r>
          </a:p>
          <a:p>
            <a:pPr algn="just">
              <a:lnSpc>
                <a:spcPct val="150000"/>
              </a:lnSpc>
            </a:pPr>
            <a:r>
              <a:rPr lang="en-US" dirty="0" smtClean="0"/>
              <a:t>Musical Instrument Digital Interface (MIDI) for connecting to external music equipment,</a:t>
            </a:r>
          </a:p>
          <a:p>
            <a:pPr algn="just">
              <a:lnSpc>
                <a:spcPct val="150000"/>
              </a:lnSpc>
            </a:pPr>
            <a:r>
              <a:rPr lang="en-US" dirty="0" smtClean="0"/>
              <a:t>jacks for connecting speakers and microphones, as well as line in and line out. </a:t>
            </a:r>
          </a:p>
          <a:p>
            <a:pPr algn="just">
              <a:lnSpc>
                <a:spcPct val="150000"/>
              </a:lnSpc>
            </a:pPr>
            <a:endParaRPr lang="en-US"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Sound Card Upgrades</a:t>
            </a:r>
            <a:endParaRPr lang="en-US" b="1" dirty="0">
              <a:solidFill>
                <a:schemeClr val="tx1"/>
              </a:solidFill>
            </a:endParaRPr>
          </a:p>
        </p:txBody>
      </p:sp>
      <p:sp>
        <p:nvSpPr>
          <p:cNvPr id="3" name="Content Placeholder 2"/>
          <p:cNvSpPr>
            <a:spLocks noGrp="1"/>
          </p:cNvSpPr>
          <p:nvPr>
            <p:ph sz="quarter" idx="1"/>
          </p:nvPr>
        </p:nvSpPr>
        <p:spPr>
          <a:xfrm>
            <a:off x="533400" y="1447800"/>
            <a:ext cx="8153400" cy="4876800"/>
          </a:xfrm>
        </p:spPr>
        <p:txBody>
          <a:bodyPr>
            <a:normAutofit fontScale="92500"/>
          </a:bodyPr>
          <a:lstStyle/>
          <a:p>
            <a:pPr algn="just">
              <a:lnSpc>
                <a:spcPct val="150000"/>
              </a:lnSpc>
            </a:pPr>
            <a:r>
              <a:rPr lang="en-US" dirty="0" smtClean="0"/>
              <a:t>Sound-card upgrades are an option if the motherboard does not have a sound chipset built in or if the user wants higher performance. </a:t>
            </a:r>
          </a:p>
          <a:p>
            <a:pPr algn="just">
              <a:lnSpc>
                <a:spcPct val="150000"/>
              </a:lnSpc>
            </a:pPr>
            <a:r>
              <a:rPr lang="en-US" dirty="0" smtClean="0"/>
              <a:t>A common upgrade path is to move from an ISA sound card to a PCI sound card. </a:t>
            </a:r>
          </a:p>
          <a:p>
            <a:pPr algn="just">
              <a:lnSpc>
                <a:spcPct val="150000"/>
              </a:lnSpc>
            </a:pPr>
            <a:r>
              <a:rPr lang="en-US" dirty="0" smtClean="0"/>
              <a:t>For some audio applications, such as telephony or certain games, full-duplex sound is a must.</a:t>
            </a:r>
          </a:p>
          <a:p>
            <a:pPr algn="just">
              <a:lnSpc>
                <a:spcPct val="150000"/>
              </a:lnSpc>
            </a:pPr>
            <a:r>
              <a:rPr lang="en-US" dirty="0" smtClean="0"/>
              <a:t> Full-duplex sound has the ability to accept a sound input while simultaneously providing sound output. </a:t>
            </a:r>
          </a:p>
          <a:p>
            <a:pPr algn="just">
              <a:lnSpc>
                <a:spcPct val="150000"/>
              </a:lnSpc>
            </a:pP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solidFill>
                  <a:schemeClr val="tx1"/>
                </a:solidFill>
              </a:rPr>
              <a:t>USB sound cards</a:t>
            </a:r>
            <a:endParaRPr lang="en-US" dirty="0"/>
          </a:p>
        </p:txBody>
      </p:sp>
      <p:sp>
        <p:nvSpPr>
          <p:cNvPr id="3" name="Content Placeholder 2"/>
          <p:cNvSpPr>
            <a:spLocks noGrp="1"/>
          </p:cNvSpPr>
          <p:nvPr>
            <p:ph sz="quarter" idx="1"/>
          </p:nvPr>
        </p:nvSpPr>
        <p:spPr>
          <a:xfrm>
            <a:off x="609600" y="1447800"/>
            <a:ext cx="8077200" cy="3200400"/>
          </a:xfrm>
        </p:spPr>
        <p:txBody>
          <a:bodyPr>
            <a:normAutofit lnSpcReduction="10000"/>
          </a:bodyPr>
          <a:lstStyle/>
          <a:p>
            <a:pPr algn="just">
              <a:lnSpc>
                <a:spcPct val="160000"/>
              </a:lnSpc>
              <a:spcBef>
                <a:spcPts val="200"/>
              </a:spcBef>
            </a:pPr>
            <a:r>
              <a:rPr lang="en-US" dirty="0" smtClean="0"/>
              <a:t>USB sound "cards", sometimes called "audio interfaces", are usually external boxes that plug into the computer via USB.</a:t>
            </a:r>
          </a:p>
          <a:p>
            <a:pPr algn="just">
              <a:lnSpc>
                <a:spcPct val="160000"/>
              </a:lnSpc>
              <a:spcBef>
                <a:spcPts val="200"/>
              </a:spcBef>
            </a:pPr>
            <a:r>
              <a:rPr lang="en-US" dirty="0" smtClean="0"/>
              <a:t>The USB specification defines a standard interface, the USB audio device class, allowing a single driver to work with the various USB sound devices and interfaces on the market.</a:t>
            </a:r>
          </a:p>
          <a:p>
            <a:pPr algn="just">
              <a:lnSpc>
                <a:spcPct val="160000"/>
              </a:lnSpc>
              <a:spcBef>
                <a:spcPts val="200"/>
              </a:spcBef>
            </a:pPr>
            <a:endParaRPr lang="en-US" dirty="0"/>
          </a:p>
        </p:txBody>
      </p:sp>
      <p:sp>
        <p:nvSpPr>
          <p:cNvPr id="2050" name="AutoShape 2"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sp>
        <p:nvSpPr>
          <p:cNvPr id="2052" name="AutoShape 4"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sp>
        <p:nvSpPr>
          <p:cNvPr id="2054" name="AutoShape 6" descr="Image result for usb sound card"/>
          <p:cNvSpPr>
            <a:spLocks noChangeAspect="1" noChangeArrowheads="1"/>
          </p:cNvSpPr>
          <p:nvPr/>
        </p:nvSpPr>
        <p:spPr bwMode="auto">
          <a:xfrm>
            <a:off x="155575" y="-419100"/>
            <a:ext cx="876300" cy="876300"/>
          </a:xfrm>
          <a:prstGeom prst="rect">
            <a:avLst/>
          </a:prstGeom>
          <a:noFill/>
        </p:spPr>
        <p:txBody>
          <a:bodyPr vert="horz" wrap="square" lIns="91440" tIns="45720" rIns="91440" bIns="45720" numCol="1" anchor="t" anchorCtr="0" compatLnSpc="1">
            <a:prstTxWarp prst="textNoShape">
              <a:avLst/>
            </a:prstTxWarp>
          </a:bodyPr>
          <a:lstStyle/>
          <a:p>
            <a:pPr algn="just"/>
            <a:endParaRPr lang="en-US"/>
          </a:p>
        </p:txBody>
      </p:sp>
      <p:pic>
        <p:nvPicPr>
          <p:cNvPr id="19458" name="Picture 2" descr="http://upload.wikimedia.org/wikipedia/commons/thumb/6/69/Soundblaster_Live_USB.png/220px-Soundblaster_Live_USB.png"/>
          <p:cNvPicPr>
            <a:picLocks noChangeAspect="1" noChangeArrowheads="1"/>
          </p:cNvPicPr>
          <p:nvPr/>
        </p:nvPicPr>
        <p:blipFill>
          <a:blip r:embed="rId2"/>
          <a:srcRect/>
          <a:stretch>
            <a:fillRect/>
          </a:stretch>
        </p:blipFill>
        <p:spPr bwMode="auto">
          <a:xfrm>
            <a:off x="1219200" y="4419600"/>
            <a:ext cx="3352800" cy="2042160"/>
          </a:xfrm>
          <a:prstGeom prst="rect">
            <a:avLst/>
          </a:prstGeom>
          <a:noFill/>
        </p:spPr>
      </p:pic>
      <p:pic>
        <p:nvPicPr>
          <p:cNvPr id="19460" name="Picture 4" descr="New-Mini-USB-2-0-3D-Virtual-12Mbps-External-7-1-Channel-Audio-Sound-Card-Adapter"/>
          <p:cNvPicPr>
            <a:picLocks noChangeAspect="1" noChangeArrowheads="1"/>
          </p:cNvPicPr>
          <p:nvPr/>
        </p:nvPicPr>
        <p:blipFill>
          <a:blip r:embed="rId3"/>
          <a:srcRect/>
          <a:stretch>
            <a:fillRect/>
          </a:stretch>
        </p:blipFill>
        <p:spPr bwMode="auto">
          <a:xfrm>
            <a:off x="5638800" y="4648200"/>
            <a:ext cx="1752600" cy="1752600"/>
          </a:xfrm>
          <a:prstGeom prst="rect">
            <a:avLst/>
          </a:prstGeom>
          <a:noFill/>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0"/>
            <a:ext cx="7772400" cy="1143000"/>
          </a:xfrm>
        </p:spPr>
        <p:txBody>
          <a:bodyPr/>
          <a:lstStyle/>
          <a:p>
            <a:r>
              <a:rPr lang="en-US" b="1" smtClean="0">
                <a:solidFill>
                  <a:schemeClr val="tx1"/>
                </a:solidFill>
              </a:rPr>
              <a:t>                       Drivers</a:t>
            </a:r>
            <a:endParaRPr lang="en-US" dirty="0"/>
          </a:p>
        </p:txBody>
      </p:sp>
      <p:sp>
        <p:nvSpPr>
          <p:cNvPr id="3" name="Content Placeholder 2"/>
          <p:cNvSpPr>
            <a:spLocks noGrp="1"/>
          </p:cNvSpPr>
          <p:nvPr>
            <p:ph sz="quarter" idx="1"/>
          </p:nvPr>
        </p:nvSpPr>
        <p:spPr>
          <a:xfrm>
            <a:off x="381000" y="1143000"/>
            <a:ext cx="8534400" cy="5715000"/>
          </a:xfrm>
        </p:spPr>
        <p:txBody>
          <a:bodyPr>
            <a:normAutofit/>
          </a:bodyPr>
          <a:lstStyle/>
          <a:p>
            <a:pPr algn="just">
              <a:lnSpc>
                <a:spcPct val="150000"/>
              </a:lnSpc>
            </a:pPr>
            <a:r>
              <a:rPr lang="en-US" dirty="0" smtClean="0"/>
              <a:t>A driver provides a software interface to hardware devices, enabling operating systems and other computer programs to access hardware functions without needing to know precise details of the hardware being used.</a:t>
            </a:r>
          </a:p>
          <a:p>
            <a:pPr>
              <a:lnSpc>
                <a:spcPct val="150000"/>
              </a:lnSpc>
            </a:pPr>
            <a:r>
              <a:rPr lang="en-US" dirty="0" smtClean="0"/>
              <a:t>A driver acts like a translator between the device and programs that use the device. </a:t>
            </a:r>
          </a:p>
          <a:p>
            <a:pPr>
              <a:lnSpc>
                <a:spcPct val="150000"/>
              </a:lnSpc>
            </a:pPr>
            <a:r>
              <a:rPr lang="en-US" dirty="0" smtClean="0"/>
              <a:t>Each device has its own set of specialized commands that only its driver knows.</a:t>
            </a:r>
          </a:p>
          <a:p>
            <a:pPr algn="just"/>
            <a:endParaRPr lang="en-US" dirty="0" smtClean="0"/>
          </a:p>
          <a:p>
            <a:pPr algn="just"/>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Quality- What is a good Sound?</a:t>
            </a:r>
            <a:endParaRPr lang="en-US" b="1" dirty="0">
              <a:solidFill>
                <a:schemeClr val="tx1"/>
              </a:solidFill>
            </a:endParaRPr>
          </a:p>
        </p:txBody>
      </p:sp>
      <p:sp>
        <p:nvSpPr>
          <p:cNvPr id="3" name="Content Placeholder 2"/>
          <p:cNvSpPr>
            <a:spLocks noGrp="1"/>
          </p:cNvSpPr>
          <p:nvPr>
            <p:ph sz="quarter" idx="1"/>
          </p:nvPr>
        </p:nvSpPr>
        <p:spPr>
          <a:xfrm>
            <a:off x="381000" y="1447800"/>
            <a:ext cx="8534400" cy="4953000"/>
          </a:xfrm>
        </p:spPr>
        <p:txBody>
          <a:bodyPr>
            <a:noAutofit/>
          </a:bodyPr>
          <a:lstStyle/>
          <a:p>
            <a:pPr algn="just">
              <a:lnSpc>
                <a:spcPct val="150000"/>
              </a:lnSpc>
              <a:buNone/>
            </a:pPr>
            <a:r>
              <a:rPr lang="en-US" dirty="0" smtClean="0"/>
              <a:t>    The three primary measures of sound quality are fidelity, intelligibility, and loudness. </a:t>
            </a:r>
          </a:p>
          <a:p>
            <a:pPr algn="just">
              <a:lnSpc>
                <a:spcPct val="150000"/>
              </a:lnSpc>
            </a:pPr>
            <a:r>
              <a:rPr lang="en-US" dirty="0" smtClean="0"/>
              <a:t>The </a:t>
            </a:r>
            <a:r>
              <a:rPr lang="en-US" b="1" dirty="0" smtClean="0"/>
              <a:t>fidelity </a:t>
            </a:r>
            <a:r>
              <a:rPr lang="en-US" dirty="0" smtClean="0"/>
              <a:t>of sound is primarily determined by the overall </a:t>
            </a:r>
            <a:r>
              <a:rPr lang="en-US" i="1" dirty="0" smtClean="0"/>
              <a:t>frequency response </a:t>
            </a:r>
            <a:r>
              <a:rPr lang="en-US" dirty="0" smtClean="0"/>
              <a:t>of the sound arriving at the listener’s ear.</a:t>
            </a:r>
          </a:p>
          <a:p>
            <a:pPr algn="just">
              <a:lnSpc>
                <a:spcPct val="150000"/>
              </a:lnSpc>
            </a:pPr>
            <a:r>
              <a:rPr lang="en-US" dirty="0" smtClean="0"/>
              <a:t>The </a:t>
            </a:r>
            <a:r>
              <a:rPr lang="en-US" b="1" dirty="0" smtClean="0"/>
              <a:t>intelligibility </a:t>
            </a:r>
            <a:r>
              <a:rPr lang="en-US" dirty="0" smtClean="0"/>
              <a:t>of sound is determined by the overall </a:t>
            </a:r>
            <a:r>
              <a:rPr lang="en-US" i="1" dirty="0" smtClean="0"/>
              <a:t>signal-to-noise ratio </a:t>
            </a:r>
            <a:r>
              <a:rPr lang="en-US" dirty="0" smtClean="0"/>
              <a:t>and the </a:t>
            </a:r>
            <a:r>
              <a:rPr lang="en-US" i="1" dirty="0" smtClean="0"/>
              <a:t>direct-to-reverberant </a:t>
            </a:r>
            <a:r>
              <a:rPr lang="en-US" dirty="0" smtClean="0"/>
              <a:t>sound ratio at the listener’s ear.</a:t>
            </a:r>
          </a:p>
          <a:p>
            <a:pPr algn="just">
              <a:lnSpc>
                <a:spcPct val="150000"/>
              </a:lnSpc>
            </a:pPr>
            <a:r>
              <a:rPr lang="en-US" dirty="0" smtClean="0"/>
              <a:t>The loudness is determined by the dynamic range of the sound system.</a:t>
            </a:r>
            <a:endParaRPr lang="en-US" dirty="0"/>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IN" b="1" dirty="0" smtClean="0">
                <a:solidFill>
                  <a:schemeClr val="tx1"/>
                </a:solidFill>
              </a:rPr>
              <a:t>Types of Speaker</a:t>
            </a:r>
          </a:p>
        </p:txBody>
      </p:sp>
      <p:sp>
        <p:nvSpPr>
          <p:cNvPr id="3" name="Content Placeholder 2"/>
          <p:cNvSpPr>
            <a:spLocks noGrp="1"/>
          </p:cNvSpPr>
          <p:nvPr>
            <p:ph sz="quarter" idx="1"/>
          </p:nvPr>
        </p:nvSpPr>
        <p:spPr>
          <a:xfrm>
            <a:off x="457200" y="1447800"/>
            <a:ext cx="8229600" cy="4953000"/>
          </a:xfrm>
        </p:spPr>
        <p:txBody>
          <a:bodyPr>
            <a:normAutofit/>
          </a:bodyPr>
          <a:lstStyle/>
          <a:p>
            <a:pPr>
              <a:buNone/>
            </a:pPr>
            <a:r>
              <a:rPr lang="en-IN" sz="4000" b="1" i="1" dirty="0" smtClean="0"/>
              <a:t> Woofer</a:t>
            </a:r>
          </a:p>
          <a:p>
            <a:pPr algn="just">
              <a:lnSpc>
                <a:spcPct val="150000"/>
              </a:lnSpc>
            </a:pPr>
            <a:r>
              <a:rPr lang="en-IN" sz="2800" dirty="0" smtClean="0"/>
              <a:t>Produces sounds from 20 to 2,000 Hz.</a:t>
            </a:r>
          </a:p>
          <a:p>
            <a:pPr algn="just">
              <a:lnSpc>
                <a:spcPct val="150000"/>
              </a:lnSpc>
            </a:pPr>
            <a:r>
              <a:rPr lang="en-IN" sz="2800" dirty="0" smtClean="0"/>
              <a:t>Consists of one speaker driver in a speaker enclosure.</a:t>
            </a:r>
          </a:p>
          <a:p>
            <a:pPr algn="just">
              <a:lnSpc>
                <a:spcPct val="150000"/>
              </a:lnSpc>
            </a:pPr>
            <a:r>
              <a:rPr lang="en-IN" sz="2800" dirty="0" smtClean="0"/>
              <a:t>Inferior sound at either end of its attainable range.</a:t>
            </a:r>
          </a:p>
          <a:p>
            <a:pPr algn="just">
              <a:lnSpc>
                <a:spcPct val="150000"/>
              </a:lnSpc>
            </a:pPr>
            <a:r>
              <a:rPr lang="en-IN" sz="2800" dirty="0" smtClean="0"/>
              <a:t>Low-quality models produce distortion and ringing.</a:t>
            </a:r>
            <a:endParaRPr lang="en-IN"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1066800"/>
            <a:ext cx="8229600" cy="5181600"/>
          </a:xfrm>
        </p:spPr>
        <p:txBody>
          <a:bodyPr>
            <a:normAutofit/>
          </a:bodyPr>
          <a:lstStyle/>
          <a:p>
            <a:pPr>
              <a:buNone/>
            </a:pPr>
            <a:r>
              <a:rPr lang="en-IN" sz="4000" b="1" i="1" dirty="0" smtClean="0"/>
              <a:t> </a:t>
            </a:r>
            <a:r>
              <a:rPr lang="en-IN" sz="4000" b="1" i="1" dirty="0" err="1" smtClean="0"/>
              <a:t>Midwoofer</a:t>
            </a:r>
            <a:endParaRPr lang="en-IN" sz="4000" b="1" i="1" dirty="0" smtClean="0"/>
          </a:p>
          <a:p>
            <a:pPr algn="just">
              <a:lnSpc>
                <a:spcPct val="150000"/>
              </a:lnSpc>
            </a:pPr>
            <a:r>
              <a:rPr lang="en-IN" sz="2800" dirty="0" smtClean="0"/>
              <a:t>Has a slightly higher range than woofers.</a:t>
            </a:r>
          </a:p>
          <a:p>
            <a:pPr algn="just">
              <a:lnSpc>
                <a:spcPct val="150000"/>
              </a:lnSpc>
            </a:pPr>
            <a:r>
              <a:rPr lang="en-IN" sz="2800" dirty="0" smtClean="0"/>
              <a:t>Produces sounds from 200 to 5,000 Hz.</a:t>
            </a:r>
          </a:p>
          <a:p>
            <a:pPr algn="just">
              <a:lnSpc>
                <a:spcPct val="150000"/>
              </a:lnSpc>
            </a:pPr>
            <a:r>
              <a:rPr lang="en-IN" sz="2800" dirty="0" smtClean="0"/>
              <a:t>Best acoustic range between 500 and 2,000 Hz</a:t>
            </a:r>
          </a:p>
          <a:p>
            <a:pPr algn="just">
              <a:lnSpc>
                <a:spcPct val="150000"/>
              </a:lnSpc>
            </a:pPr>
            <a:r>
              <a:rPr lang="en-IN" sz="2800" dirty="0" smtClean="0"/>
              <a:t>Inferior sound quality at both ends of the range.</a:t>
            </a:r>
          </a:p>
          <a:p>
            <a:pPr algn="just">
              <a:lnSpc>
                <a:spcPct val="150000"/>
              </a:lnSpc>
            </a:pPr>
            <a:r>
              <a:rPr lang="en-IN" sz="2800" dirty="0" smtClean="0"/>
              <a:t>Consists of a single speaker driver in a speaker enclosure.</a:t>
            </a:r>
          </a:p>
          <a:p>
            <a:endParaRPr lang="en-IN"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1143000"/>
            <a:ext cx="8229600" cy="5181600"/>
          </a:xfrm>
        </p:spPr>
        <p:txBody>
          <a:bodyPr/>
          <a:lstStyle/>
          <a:p>
            <a:pPr>
              <a:buNone/>
            </a:pPr>
            <a:r>
              <a:rPr lang="en-IN" sz="4000" b="1" i="1" dirty="0" smtClean="0"/>
              <a:t> Subwoofer</a:t>
            </a:r>
          </a:p>
          <a:p>
            <a:pPr>
              <a:lnSpc>
                <a:spcPct val="150000"/>
              </a:lnSpc>
            </a:pPr>
            <a:r>
              <a:rPr lang="en-IN" dirty="0" smtClean="0"/>
              <a:t>Produces sounds from 20 to 200 Hz.</a:t>
            </a:r>
          </a:p>
          <a:p>
            <a:pPr>
              <a:lnSpc>
                <a:spcPct val="150000"/>
              </a:lnSpc>
            </a:pPr>
            <a:r>
              <a:rPr lang="en-IN" dirty="0" smtClean="0"/>
              <a:t>Consists of multiple speaker drivers in a speaker enclosure.</a:t>
            </a:r>
          </a:p>
          <a:p>
            <a:pPr>
              <a:lnSpc>
                <a:spcPct val="150000"/>
              </a:lnSpc>
            </a:pPr>
            <a:r>
              <a:rPr lang="en-IN" dirty="0" smtClean="0"/>
              <a:t>Focused on a very small audio range</a:t>
            </a:r>
          </a:p>
          <a:p>
            <a:pPr>
              <a:lnSpc>
                <a:spcPct val="150000"/>
              </a:lnSpc>
            </a:pPr>
            <a:r>
              <a:rPr lang="en-IN" dirty="0" smtClean="0"/>
              <a:t>Does not lose quality across its attainable frequency range.</a:t>
            </a:r>
          </a:p>
          <a:p>
            <a:endParaRPr lang="en-IN"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IN" b="1" dirty="0" smtClean="0">
                <a:solidFill>
                  <a:schemeClr val="tx1"/>
                </a:solidFill>
              </a:rPr>
              <a:t>SPEAKER ENCLOSURE</a:t>
            </a:r>
            <a:endParaRPr lang="en-IN" b="1" dirty="0">
              <a:solidFill>
                <a:schemeClr val="tx1"/>
              </a:solidFill>
            </a:endParaRPr>
          </a:p>
        </p:txBody>
      </p:sp>
      <p:sp>
        <p:nvSpPr>
          <p:cNvPr id="3" name="Content Placeholder 2"/>
          <p:cNvSpPr>
            <a:spLocks noGrp="1"/>
          </p:cNvSpPr>
          <p:nvPr>
            <p:ph sz="quarter" idx="1"/>
          </p:nvPr>
        </p:nvSpPr>
        <p:spPr>
          <a:xfrm>
            <a:off x="533400" y="1447800"/>
            <a:ext cx="8153400" cy="4876800"/>
          </a:xfrm>
        </p:spPr>
        <p:txBody>
          <a:bodyPr>
            <a:noAutofit/>
          </a:bodyPr>
          <a:lstStyle/>
          <a:p>
            <a:pPr>
              <a:lnSpc>
                <a:spcPct val="150000"/>
              </a:lnSpc>
            </a:pPr>
            <a:r>
              <a:rPr lang="en-IN" dirty="0" smtClean="0"/>
              <a:t>Woofers and subwoofers are commonly housed in sealed enclosures. </a:t>
            </a:r>
          </a:p>
          <a:p>
            <a:pPr>
              <a:lnSpc>
                <a:spcPct val="150000"/>
              </a:lnSpc>
            </a:pPr>
            <a:r>
              <a:rPr lang="en-IN" dirty="0" smtClean="0"/>
              <a:t>Speaker enclosure plays an important</a:t>
            </a:r>
          </a:p>
          <a:p>
            <a:pPr>
              <a:lnSpc>
                <a:spcPct val="150000"/>
              </a:lnSpc>
              <a:buNone/>
            </a:pPr>
            <a:r>
              <a:rPr lang="en-IN" dirty="0" smtClean="0"/>
              <a:t>    role in the proper functioning of low</a:t>
            </a:r>
          </a:p>
          <a:p>
            <a:pPr>
              <a:lnSpc>
                <a:spcPct val="150000"/>
              </a:lnSpc>
              <a:buNone/>
            </a:pPr>
            <a:r>
              <a:rPr lang="en-IN" dirty="0" smtClean="0"/>
              <a:t>    frequency speakers, as its purpose is to </a:t>
            </a:r>
          </a:p>
          <a:p>
            <a:pPr>
              <a:lnSpc>
                <a:spcPct val="150000"/>
              </a:lnSpc>
              <a:buNone/>
            </a:pPr>
            <a:r>
              <a:rPr lang="en-IN" dirty="0" smtClean="0"/>
              <a:t>    increase the clarity of the sound and reduce </a:t>
            </a:r>
          </a:p>
          <a:p>
            <a:pPr>
              <a:lnSpc>
                <a:spcPct val="150000"/>
              </a:lnSpc>
              <a:buNone/>
            </a:pPr>
            <a:r>
              <a:rPr lang="en-IN" dirty="0" smtClean="0"/>
              <a:t>    distortion.</a:t>
            </a:r>
            <a:endParaRPr lang="en-IN" dirty="0"/>
          </a:p>
        </p:txBody>
      </p:sp>
      <p:pic>
        <p:nvPicPr>
          <p:cNvPr id="4" name="Picture 3" descr="http://upload.wikimedia.org/wikipedia/commons/thumb/b/b6/Speakers.JPG/280px-Speakers.JPG"/>
          <p:cNvPicPr/>
          <p:nvPr/>
        </p:nvPicPr>
        <p:blipFill>
          <a:blip r:embed="rId3"/>
          <a:srcRect/>
          <a:stretch>
            <a:fillRect/>
          </a:stretch>
        </p:blipFill>
        <p:spPr bwMode="auto">
          <a:xfrm>
            <a:off x="6172200" y="2514600"/>
            <a:ext cx="2667000" cy="2819400"/>
          </a:xfrm>
          <a:prstGeom prst="rect">
            <a:avLst/>
          </a:prstGeom>
          <a:noFill/>
          <a:ln w="9525">
            <a:noFill/>
            <a:miter lim="800000"/>
            <a:headEnd/>
            <a:tailEnd/>
          </a:ln>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solidFill>
                  <a:schemeClr val="tx1"/>
                </a:solidFill>
              </a:rPr>
              <a:t>Wireless speakers</a:t>
            </a:r>
            <a:endParaRPr lang="en-US" b="1" dirty="0">
              <a:solidFill>
                <a:schemeClr val="tx1"/>
              </a:solidFill>
            </a:endParaRPr>
          </a:p>
        </p:txBody>
      </p:sp>
      <p:sp>
        <p:nvSpPr>
          <p:cNvPr id="3" name="Content Placeholder 2"/>
          <p:cNvSpPr>
            <a:spLocks noGrp="1"/>
          </p:cNvSpPr>
          <p:nvPr>
            <p:ph sz="quarter" idx="1"/>
          </p:nvPr>
        </p:nvSpPr>
        <p:spPr>
          <a:xfrm>
            <a:off x="304800" y="1447800"/>
            <a:ext cx="8382000" cy="5105400"/>
          </a:xfrm>
        </p:spPr>
        <p:txBody>
          <a:bodyPr>
            <a:normAutofit/>
          </a:bodyPr>
          <a:lstStyle/>
          <a:p>
            <a:pPr algn="just">
              <a:lnSpc>
                <a:spcPct val="150000"/>
              </a:lnSpc>
            </a:pPr>
            <a:r>
              <a:rPr lang="en-US" dirty="0" smtClean="0"/>
              <a:t>Wireless speakers also work on the same principle as the wired speakers do. These speakers also need to translate an electric signal to an acoustic one, but the only difference is that they transmit these signals to the satellite speakers.</a:t>
            </a:r>
          </a:p>
          <a:p>
            <a:pPr algn="just">
              <a:lnSpc>
                <a:spcPct val="150000"/>
              </a:lnSpc>
            </a:pPr>
            <a:r>
              <a:rPr lang="en-US" b="1" dirty="0" smtClean="0"/>
              <a:t>Technologies used in Wireless Speakers:</a:t>
            </a:r>
            <a:endParaRPr lang="en-US" dirty="0" smtClean="0"/>
          </a:p>
          <a:p>
            <a:pPr algn="just">
              <a:lnSpc>
                <a:spcPct val="150000"/>
              </a:lnSpc>
              <a:buNone/>
            </a:pPr>
            <a:r>
              <a:rPr lang="en-US" dirty="0" smtClean="0"/>
              <a:t>1. </a:t>
            </a:r>
            <a:r>
              <a:rPr lang="en-US" i="1" dirty="0" smtClean="0"/>
              <a:t>FM (Frequency Modulation) transmission</a:t>
            </a:r>
            <a:r>
              <a:rPr lang="en-US" dirty="0" smtClean="0"/>
              <a:t> in some speakers. This involves Radio transmission of signals by the Transmitting system to all the receiving satellite speakers.</a:t>
            </a: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762000"/>
            <a:ext cx="8229600" cy="5638800"/>
          </a:xfrm>
        </p:spPr>
        <p:txBody>
          <a:bodyPr>
            <a:normAutofit lnSpcReduction="10000"/>
          </a:bodyPr>
          <a:lstStyle/>
          <a:p>
            <a:pPr algn="just">
              <a:lnSpc>
                <a:spcPct val="150000"/>
              </a:lnSpc>
              <a:buNone/>
            </a:pPr>
            <a:r>
              <a:rPr lang="en-US" i="1" dirty="0" smtClean="0"/>
              <a:t>2.  Infrared Transmission</a:t>
            </a:r>
            <a:r>
              <a:rPr lang="en-US" dirty="0" smtClean="0"/>
              <a:t> is also used in some of the Home Theatre       systems. Mostly used for the speakers that create surround sound effect.</a:t>
            </a:r>
          </a:p>
          <a:p>
            <a:pPr algn="just">
              <a:lnSpc>
                <a:spcPct val="150000"/>
              </a:lnSpc>
              <a:buNone/>
            </a:pPr>
            <a:r>
              <a:rPr lang="en-US" dirty="0" smtClean="0"/>
              <a:t>3. </a:t>
            </a:r>
            <a:r>
              <a:rPr lang="en-US" i="1" dirty="0" smtClean="0"/>
              <a:t>Bluetooth Transmission</a:t>
            </a:r>
            <a:r>
              <a:rPr lang="en-US" dirty="0" smtClean="0"/>
              <a:t> is most common and advanced nowadays. It works on latest Bluetooth technology.</a:t>
            </a:r>
          </a:p>
          <a:p>
            <a:pPr algn="just">
              <a:lnSpc>
                <a:spcPct val="150000"/>
              </a:lnSpc>
            </a:pPr>
            <a:r>
              <a:rPr lang="en-US" dirty="0" smtClean="0"/>
              <a:t>Most of the Wireless Speakers work at 900 MHz frequency range.</a:t>
            </a:r>
          </a:p>
          <a:p>
            <a:pPr algn="just">
              <a:lnSpc>
                <a:spcPct val="150000"/>
              </a:lnSpc>
            </a:pPr>
            <a:r>
              <a:rPr lang="en-US" dirty="0" smtClean="0"/>
              <a:t>Range of Wireless speakers is 150 to 300 feet from the Base Transmitter.</a:t>
            </a:r>
          </a:p>
          <a:p>
            <a:endParaRPr lang="en-US" dirty="0"/>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457200" y="990600"/>
            <a:ext cx="8229600" cy="5638800"/>
          </a:xfrm>
        </p:spPr>
        <p:txBody>
          <a:bodyPr>
            <a:normAutofit/>
          </a:bodyPr>
          <a:lstStyle/>
          <a:p>
            <a:pPr algn="just">
              <a:lnSpc>
                <a:spcPct val="150000"/>
              </a:lnSpc>
            </a:pPr>
            <a:r>
              <a:rPr lang="en-US" dirty="0" smtClean="0"/>
              <a:t>All the Satellite speakers are generally Battery operated. They need to be charged separately.</a:t>
            </a:r>
          </a:p>
          <a:p>
            <a:pPr algn="just">
              <a:lnSpc>
                <a:spcPct val="150000"/>
              </a:lnSpc>
            </a:pPr>
            <a:r>
              <a:rPr lang="en-US" dirty="0" smtClean="0"/>
              <a:t>Wireless speakers need extra care for their proper functioning. Generally manufacturers claim that their speakers are weatherproof but extra care is needed for using in bad weather conditions.</a:t>
            </a:r>
          </a:p>
          <a:p>
            <a:pPr algn="just"/>
            <a:endParaRPr 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flipV="1">
            <a:off x="914400" y="1371600"/>
            <a:ext cx="7772400" cy="76200"/>
          </a:xfrm>
        </p:spPr>
        <p:txBody>
          <a:bodyPr>
            <a:normAutofit fontScale="25000" lnSpcReduction="20000"/>
          </a:bodyPr>
          <a:lstStyle/>
          <a:p>
            <a:endParaRPr lang="en-US"/>
          </a:p>
        </p:txBody>
      </p:sp>
      <p:pic>
        <p:nvPicPr>
          <p:cNvPr id="2050" name="Picture 2" descr="http://aluratek.com/media/application-graphics/AUWS01F_application.gif"/>
          <p:cNvPicPr>
            <a:picLocks noChangeAspect="1" noChangeArrowheads="1"/>
          </p:cNvPicPr>
          <p:nvPr/>
        </p:nvPicPr>
        <p:blipFill>
          <a:blip r:embed="rId2"/>
          <a:srcRect/>
          <a:stretch>
            <a:fillRect/>
          </a:stretch>
        </p:blipFill>
        <p:spPr bwMode="auto">
          <a:xfrm>
            <a:off x="304800" y="152400"/>
            <a:ext cx="8534400" cy="6477000"/>
          </a:xfrm>
          <a:prstGeom prst="rect">
            <a:avLst/>
          </a:prstGeom>
          <a:noFill/>
        </p:spPr>
      </p:pic>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solidFill>
                  <a:schemeClr val="tx1"/>
                </a:solidFill>
              </a:rPr>
              <a:t>Wireless microphone</a:t>
            </a:r>
            <a:endParaRPr lang="en-US" dirty="0">
              <a:solidFill>
                <a:schemeClr val="tx1"/>
              </a:solidFill>
            </a:endParaRPr>
          </a:p>
        </p:txBody>
      </p:sp>
      <p:sp>
        <p:nvSpPr>
          <p:cNvPr id="3" name="Content Placeholder 2"/>
          <p:cNvSpPr>
            <a:spLocks noGrp="1"/>
          </p:cNvSpPr>
          <p:nvPr>
            <p:ph sz="quarter" idx="1"/>
          </p:nvPr>
        </p:nvSpPr>
        <p:spPr>
          <a:xfrm>
            <a:off x="609600" y="1447800"/>
            <a:ext cx="8077200" cy="5029200"/>
          </a:xfrm>
        </p:spPr>
        <p:txBody>
          <a:bodyPr>
            <a:normAutofit/>
          </a:bodyPr>
          <a:lstStyle/>
          <a:p>
            <a:pPr algn="just">
              <a:lnSpc>
                <a:spcPct val="150000"/>
              </a:lnSpc>
            </a:pPr>
            <a:r>
              <a:rPr lang="en-US" dirty="0" smtClean="0"/>
              <a:t>Wireless microphones require a </a:t>
            </a:r>
            <a:r>
              <a:rPr lang="en-US" b="1" dirty="0" smtClean="0"/>
              <a:t>wireless transmitter</a:t>
            </a:r>
            <a:r>
              <a:rPr lang="en-US" dirty="0" smtClean="0"/>
              <a:t>, and a </a:t>
            </a:r>
            <a:r>
              <a:rPr lang="en-US" b="1" dirty="0" smtClean="0"/>
              <a:t>wireless receiver</a:t>
            </a:r>
            <a:r>
              <a:rPr lang="en-US" dirty="0" smtClean="0"/>
              <a:t>. </a:t>
            </a:r>
          </a:p>
          <a:p>
            <a:pPr algn="just">
              <a:lnSpc>
                <a:spcPct val="150000"/>
              </a:lnSpc>
            </a:pPr>
            <a:r>
              <a:rPr lang="en-US" dirty="0" smtClean="0"/>
              <a:t>The wireless transmitter is either built into the microphone itself (as in handheld wireless microphones), or is connected by a short cable to a body pack transmitter (as in </a:t>
            </a:r>
            <a:r>
              <a:rPr lang="en-US" dirty="0" err="1" smtClean="0"/>
              <a:t>handsfree</a:t>
            </a:r>
            <a:r>
              <a:rPr lang="en-US" dirty="0" smtClean="0"/>
              <a:t> wireless microphones).</a:t>
            </a:r>
          </a:p>
          <a:p>
            <a:pPr algn="just">
              <a:lnSpc>
                <a:spcPct val="150000"/>
              </a:lnSpc>
            </a:pPr>
            <a:r>
              <a:rPr lang="en-US" dirty="0" smtClean="0"/>
              <a:t>All wireless transmitters require a battery (typically 9-volt) and broadcast through an internal or external antenna.</a:t>
            </a:r>
            <a:endParaRPr lang="en-US" dirty="0"/>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533400" y="1371600"/>
            <a:ext cx="8153400" cy="4876800"/>
          </a:xfrm>
        </p:spPr>
        <p:txBody>
          <a:bodyPr/>
          <a:lstStyle/>
          <a:p>
            <a:pPr algn="just">
              <a:lnSpc>
                <a:spcPct val="150000"/>
              </a:lnSpc>
            </a:pPr>
            <a:r>
              <a:rPr lang="en-US" dirty="0" smtClean="0"/>
              <a:t>The main advantage of wireless microphones as compared to wired microphones is freedom of movement. </a:t>
            </a:r>
          </a:p>
          <a:p>
            <a:pPr algn="just">
              <a:lnSpc>
                <a:spcPct val="150000"/>
              </a:lnSpc>
            </a:pPr>
            <a:r>
              <a:rPr lang="en-US" dirty="0" smtClean="0"/>
              <a:t>With wireless microphones a vocalist or presenter has much greater flexibility to move around a stage or among an audience. </a:t>
            </a:r>
          </a:p>
          <a:p>
            <a:pPr algn="just">
              <a:lnSpc>
                <a:spcPct val="150000"/>
              </a:lnSpc>
            </a:pPr>
            <a:r>
              <a:rPr lang="en-US" dirty="0" smtClean="0"/>
              <a:t>The biggest disadvantage is price, as wireless microphones are, in general, more expensive.</a:t>
            </a:r>
            <a:endParaRPr lang="en-US" b="1" dirty="0"/>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b="1" dirty="0" smtClean="0">
                <a:solidFill>
                  <a:schemeClr val="tx1"/>
                </a:solidFill>
              </a:rPr>
              <a:t>Signal path from transmitter to receiver</a:t>
            </a:r>
            <a:endParaRPr lang="en-US" dirty="0"/>
          </a:p>
        </p:txBody>
      </p:sp>
      <p:sp>
        <p:nvSpPr>
          <p:cNvPr id="3" name="Content Placeholder 2"/>
          <p:cNvSpPr>
            <a:spLocks noGrp="1"/>
          </p:cNvSpPr>
          <p:nvPr>
            <p:ph sz="quarter" idx="1"/>
          </p:nvPr>
        </p:nvSpPr>
        <p:spPr>
          <a:xfrm>
            <a:off x="533400" y="1447800"/>
            <a:ext cx="8153400" cy="2667000"/>
          </a:xfrm>
        </p:spPr>
        <p:txBody>
          <a:bodyPr>
            <a:normAutofit/>
          </a:bodyPr>
          <a:lstStyle/>
          <a:p>
            <a:pPr algn="just">
              <a:lnSpc>
                <a:spcPct val="150000"/>
              </a:lnSpc>
            </a:pPr>
            <a:r>
              <a:rPr lang="en-US" dirty="0" smtClean="0"/>
              <a:t>With single antenna receivers, so called non-diversity systems, direct and reflected signal can often cancel each other out, causing a sound drop out. </a:t>
            </a:r>
          </a:p>
          <a:p>
            <a:endParaRPr lang="en-US" dirty="0"/>
          </a:p>
        </p:txBody>
      </p:sp>
      <p:pic>
        <p:nvPicPr>
          <p:cNvPr id="45059" name="Picture 3"/>
          <p:cNvPicPr>
            <a:picLocks noChangeAspect="1" noChangeArrowheads="1"/>
          </p:cNvPicPr>
          <p:nvPr/>
        </p:nvPicPr>
        <p:blipFill>
          <a:blip r:embed="rId2"/>
          <a:srcRect/>
          <a:stretch>
            <a:fillRect/>
          </a:stretch>
        </p:blipFill>
        <p:spPr bwMode="auto">
          <a:xfrm>
            <a:off x="1066800" y="3429000"/>
            <a:ext cx="7169995" cy="2743200"/>
          </a:xfrm>
          <a:prstGeom prst="rect">
            <a:avLst/>
          </a:prstGeom>
          <a:noFill/>
          <a:ln w="9525">
            <a:noFill/>
            <a:miter lim="800000"/>
            <a:headEnd/>
            <a:tailEnd/>
          </a:ln>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
          </p:nvPr>
        </p:nvSpPr>
        <p:spPr>
          <a:xfrm>
            <a:off x="304800" y="609600"/>
            <a:ext cx="8229600" cy="3733800"/>
          </a:xfrm>
        </p:spPr>
        <p:txBody>
          <a:bodyPr>
            <a:normAutofit fontScale="92500" lnSpcReduction="20000"/>
          </a:bodyPr>
          <a:lstStyle/>
          <a:p>
            <a:pPr algn="just">
              <a:lnSpc>
                <a:spcPct val="150000"/>
              </a:lnSpc>
            </a:pPr>
            <a:r>
              <a:rPr lang="en-US" sz="2800" dirty="0" smtClean="0"/>
              <a:t>Diversity receivers with two antennas are better able to handle longer distances and more cluttered signal paths. They are also more reliable in settings where there is no line of sight between the receiver and the transmitter. Transmitter signals radiate in all directions, not just in a direct path. This causes reflections on walls, floors and ceilings which overlap with the directly sent signal.</a:t>
            </a:r>
          </a:p>
          <a:p>
            <a:endParaRPr lang="en-US" dirty="0"/>
          </a:p>
        </p:txBody>
      </p:sp>
      <p:pic>
        <p:nvPicPr>
          <p:cNvPr id="46082" name="Picture 2"/>
          <p:cNvPicPr>
            <a:picLocks noChangeAspect="1" noChangeArrowheads="1"/>
          </p:cNvPicPr>
          <p:nvPr/>
        </p:nvPicPr>
        <p:blipFill>
          <a:blip r:embed="rId2"/>
          <a:srcRect/>
          <a:stretch>
            <a:fillRect/>
          </a:stretch>
        </p:blipFill>
        <p:spPr bwMode="auto">
          <a:xfrm>
            <a:off x="1143000" y="4343400"/>
            <a:ext cx="6869845" cy="2286000"/>
          </a:xfrm>
          <a:prstGeom prst="rect">
            <a:avLst/>
          </a:prstGeom>
          <a:noFill/>
          <a:ln w="9525">
            <a:noFill/>
            <a:miter lim="800000"/>
            <a:headEnd/>
            <a:tailEnd/>
          </a:ln>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45719"/>
          </a:xfrm>
        </p:spPr>
        <p:txBody>
          <a:bodyPr>
            <a:normAutofit fontScale="25000" lnSpcReduction="20000"/>
          </a:bodyPr>
          <a:lstStyle/>
          <a:p>
            <a:endParaRPr lang="en-US" dirty="0"/>
          </a:p>
        </p:txBody>
      </p:sp>
      <p:pic>
        <p:nvPicPr>
          <p:cNvPr id="43010" name="Picture 2" descr="http://www.shure.co.uk/imaging/text_image_para_whole/dms/shure/support_downloads/education/en_images/wireless_saxophone_player_setup/wireless_saxophone_player_setup.jpg?1259330136"/>
          <p:cNvPicPr>
            <a:picLocks noChangeAspect="1" noChangeArrowheads="1"/>
          </p:cNvPicPr>
          <p:nvPr/>
        </p:nvPicPr>
        <p:blipFill>
          <a:blip r:embed="rId2"/>
          <a:srcRect/>
          <a:stretch>
            <a:fillRect/>
          </a:stretch>
        </p:blipFill>
        <p:spPr bwMode="auto">
          <a:xfrm>
            <a:off x="304800" y="228600"/>
            <a:ext cx="8610600" cy="6324600"/>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sz="quarter" idx="1"/>
          </p:nvPr>
        </p:nvSpPr>
        <p:spPr>
          <a:xfrm>
            <a:off x="914400" y="1447800"/>
            <a:ext cx="7772400" cy="152400"/>
          </a:xfrm>
        </p:spPr>
        <p:txBody>
          <a:bodyPr>
            <a:normAutofit fontScale="25000" lnSpcReduction="20000"/>
          </a:bodyPr>
          <a:lstStyle/>
          <a:p>
            <a:endParaRPr lang="en-US" dirty="0"/>
          </a:p>
        </p:txBody>
      </p:sp>
      <p:pic>
        <p:nvPicPr>
          <p:cNvPr id="44034" name="Picture 2" descr="http://www.shure.co.uk/imaging/text_image_para_whole/dms/shure/support_downloads/education/en_images/wireless_presenter_setup/wireless_presenter_setup.jpg?1259330136"/>
          <p:cNvPicPr>
            <a:picLocks noChangeAspect="1" noChangeArrowheads="1"/>
          </p:cNvPicPr>
          <p:nvPr/>
        </p:nvPicPr>
        <p:blipFill>
          <a:blip r:embed="rId2"/>
          <a:srcRect/>
          <a:stretch>
            <a:fillRect/>
          </a:stretch>
        </p:blipFill>
        <p:spPr bwMode="auto">
          <a:xfrm>
            <a:off x="381000" y="457200"/>
            <a:ext cx="8458200" cy="6096000"/>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1752600" y="2819400"/>
            <a:ext cx="5578771" cy="1200329"/>
          </a:xfrm>
          <a:prstGeom prst="rect">
            <a:avLst/>
          </a:prstGeom>
          <a:noFill/>
        </p:spPr>
        <p:txBody>
          <a:bodyPr wrap="none" rtlCol="0">
            <a:spAutoFit/>
          </a:bodyPr>
          <a:lstStyle/>
          <a:p>
            <a:r>
              <a:rPr lang="en-US" sz="7200" dirty="0" smtClean="0">
                <a:solidFill>
                  <a:srgbClr val="FF0000"/>
                </a:solidFill>
                <a:latin typeface="FrankRuehl" pitchFamily="34" charset="-79"/>
                <a:cs typeface="FrankRuehl" pitchFamily="34" charset="-79"/>
              </a:rPr>
              <a:t>THANK YOU</a:t>
            </a:r>
            <a:endParaRPr lang="en-IN" sz="7200" dirty="0">
              <a:solidFill>
                <a:srgbClr val="FF0000"/>
              </a:solidFill>
              <a:latin typeface="FrankRuehl" pitchFamily="34" charset="-79"/>
              <a:cs typeface="FrankRuehl" pitchFamily="34" charset="-79"/>
            </a:endParaRPr>
          </a:p>
        </p:txBody>
      </p:sp>
    </p:spTree>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quity">
  <a:themeElements>
    <a:clrScheme name="Equity">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Equity">
      <a:majorFont>
        <a:latin typeface="Franklin Gothic Book"/>
        <a:ea typeface=""/>
        <a:cs typeface=""/>
        <a:font script="Grek" typeface="Calibri"/>
        <a:font script="Cyrl" typeface="Calibri"/>
        <a:font script="Jpan" typeface="HGｺﾞｼｯｸM"/>
        <a:font script="Hang" typeface="바탕"/>
        <a:font script="Hans" typeface="幼圆"/>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Perpetua"/>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Equity">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Equity</Template>
  <TotalTime>1692</TotalTime>
  <Words>1366</Words>
  <Application>Microsoft Office PowerPoint</Application>
  <PresentationFormat>On-screen Show (4:3)</PresentationFormat>
  <Paragraphs>113</Paragraphs>
  <Slides>31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Calibri</vt:lpstr>
      <vt:lpstr>Franklin Gothic Book</vt:lpstr>
      <vt:lpstr>FrankRuehl</vt:lpstr>
      <vt:lpstr>Perpetua</vt:lpstr>
      <vt:lpstr>Wingdings</vt:lpstr>
      <vt:lpstr>Wingdings 2</vt:lpstr>
      <vt:lpstr>Equity</vt:lpstr>
      <vt:lpstr>AUDIO SYSTEMS</vt:lpstr>
      <vt:lpstr>Contents</vt:lpstr>
      <vt:lpstr>PowerPoint Presentation</vt:lpstr>
      <vt:lpstr>Basic Sound System</vt:lpstr>
      <vt:lpstr>PowerPoint Presentation</vt:lpstr>
      <vt:lpstr>Principle of Sound System</vt:lpstr>
      <vt:lpstr>PowerPoint Presentation</vt:lpstr>
      <vt:lpstr>Availability of Audio System</vt:lpstr>
      <vt:lpstr>   Sound Card</vt:lpstr>
      <vt:lpstr>Sound Card</vt:lpstr>
      <vt:lpstr>         Sound card connections </vt:lpstr>
      <vt:lpstr>Anatomy of a Sound Card</vt:lpstr>
      <vt:lpstr>Sound Card Upgrades</vt:lpstr>
      <vt:lpstr>USB sound cards</vt:lpstr>
      <vt:lpstr>                       Drivers</vt:lpstr>
      <vt:lpstr>Quality- What is a good Sound?</vt:lpstr>
      <vt:lpstr>Types of Speaker</vt:lpstr>
      <vt:lpstr>PowerPoint Presentation</vt:lpstr>
      <vt:lpstr>PowerPoint Presentation</vt:lpstr>
      <vt:lpstr>SPEAKER ENCLOSURE</vt:lpstr>
      <vt:lpstr>Wireless speakers</vt:lpstr>
      <vt:lpstr>PowerPoint Presentation</vt:lpstr>
      <vt:lpstr>PowerPoint Presentation</vt:lpstr>
      <vt:lpstr>PowerPoint Presentation</vt:lpstr>
      <vt:lpstr>Wireless microphone</vt:lpstr>
      <vt:lpstr>PowerPoint Presentation</vt:lpstr>
      <vt:lpstr>Signal path from transmitter to receiver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on Various File Formats of Audio</dc:title>
  <dc:creator>RANJANA</dc:creator>
  <cp:lastModifiedBy>Emmanuel Mhango</cp:lastModifiedBy>
  <cp:revision>395</cp:revision>
  <dcterms:created xsi:type="dcterms:W3CDTF">2006-08-16T00:00:00Z</dcterms:created>
  <dcterms:modified xsi:type="dcterms:W3CDTF">2024-08-21T11:33:41Z</dcterms:modified>
</cp:coreProperties>
</file>