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42" autoAdjust="0"/>
    <p:restoredTop sz="94660"/>
  </p:normalViewPr>
  <p:slideViewPr>
    <p:cSldViewPr snapToGrid="0">
      <p:cViewPr varScale="1">
        <p:scale>
          <a:sx n="88" d="100"/>
          <a:sy n="88" d="100"/>
        </p:scale>
        <p:origin x="31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93E929E9-F902-4B1A-A8D3-4644BF7C38AF}" type="datetimeFigureOut">
              <a:rPr lang="en-GB" smtClean="0"/>
              <a:t>26/07/2024</a:t>
            </a:fld>
            <a:endParaRPr lang="en-GB"/>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GB"/>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9943475-31CA-469A-959B-479312CA5414}" type="slidenum">
              <a:rPr lang="en-GB" smtClean="0"/>
              <a:t>‹#›</a:t>
            </a:fld>
            <a:endParaRPr lang="en-GB"/>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4036661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E929E9-F902-4B1A-A8D3-4644BF7C38AF}" type="datetimeFigureOut">
              <a:rPr lang="en-GB" smtClean="0"/>
              <a:t>26/07/2024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235100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93E929E9-F902-4B1A-A8D3-4644BF7C38AF}" type="datetimeFigureOut">
              <a:rPr lang="en-GB" smtClean="0"/>
              <a:t>26/07/2024</a:t>
            </a:fld>
            <a:endParaRPr lang="en-GB"/>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GB"/>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9943475-31CA-469A-959B-479312CA5414}" type="slidenum">
              <a:rPr lang="en-GB" smtClean="0"/>
              <a:t>‹#›</a:t>
            </a:fld>
            <a:endParaRPr lang="en-GB"/>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25665030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E929E9-F902-4B1A-A8D3-4644BF7C38AF}" type="datetimeFigureOut">
              <a:rPr lang="en-GB" smtClean="0"/>
              <a:t>26/07/2024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315381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E929E9-F902-4B1A-A8D3-4644BF7C38AF}" type="datetimeFigureOut">
              <a:rPr lang="en-GB" smtClean="0"/>
              <a:t>26/07/2024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1194746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E929E9-F902-4B1A-A8D3-4644BF7C38AF}" type="datetimeFigureOut">
              <a:rPr lang="en-GB" smtClean="0"/>
              <a:t>26/07/2024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2711617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E929E9-F902-4B1A-A8D3-4644BF7C38AF}" type="datetimeFigureOut">
              <a:rPr lang="en-GB" smtClean="0"/>
              <a:t>26/07/2024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402487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93E929E9-F902-4B1A-A8D3-4644BF7C38AF}" type="datetimeFigureOut">
              <a:rPr lang="en-GB" smtClean="0"/>
              <a:t>26/07/2024</a:t>
            </a:fld>
            <a:endParaRPr lang="en-GB"/>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GB"/>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9943475-31CA-469A-959B-479312CA5414}" type="slidenum">
              <a:rPr lang="en-GB" smtClean="0"/>
              <a:t>‹#›</a:t>
            </a:fld>
            <a:endParaRPr lang="en-GB"/>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40122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93E929E9-F902-4B1A-A8D3-4644BF7C38AF}" type="datetimeFigureOut">
              <a:rPr lang="en-GB" smtClean="0"/>
              <a:t>26/07/2024</a:t>
            </a:fld>
            <a:endParaRPr lang="en-GB"/>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GB"/>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9943475-31CA-469A-959B-479312CA5414}" type="slidenum">
              <a:rPr lang="en-GB" smtClean="0"/>
              <a:t>‹#›</a:t>
            </a:fld>
            <a:endParaRPr lang="en-GB"/>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9457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E929E9-F902-4B1A-A8D3-4644BF7C38AF}" type="datetimeFigureOut">
              <a:rPr lang="en-GB" smtClean="0"/>
              <a:t>26/07/2024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2439950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E929E9-F902-4B1A-A8D3-4644BF7C38AF}" type="datetimeFigureOut">
              <a:rPr lang="en-GB" smtClean="0"/>
              <a:t>26/07/2024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9943475-31CA-469A-959B-479312CA5414}" type="slidenum">
              <a:rPr lang="en-GB" smtClean="0"/>
              <a:t>‹#›</a:t>
            </a:fld>
            <a:endParaRPr lang="en-GB"/>
          </a:p>
        </p:txBody>
      </p:sp>
    </p:spTree>
    <p:extLst>
      <p:ext uri="{BB962C8B-B14F-4D97-AF65-F5344CB8AC3E}">
        <p14:creationId xmlns:p14="http://schemas.microsoft.com/office/powerpoint/2010/main" val="3471409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93E929E9-F902-4B1A-A8D3-4644BF7C38AF}" type="datetimeFigureOut">
              <a:rPr lang="en-GB" smtClean="0"/>
              <a:t>26/07/2024</a:t>
            </a:fld>
            <a:endParaRPr lang="en-GB"/>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GB"/>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9943475-31CA-469A-959B-479312CA5414}" type="slidenum">
              <a:rPr lang="en-GB" smtClean="0"/>
              <a:t>‹#›</a:t>
            </a:fld>
            <a:endParaRPr lang="en-GB"/>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61270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INSTALLING DIFFERENT DEVICES</a:t>
            </a:r>
            <a:endParaRPr lang="en-GB" dirty="0"/>
          </a:p>
        </p:txBody>
      </p:sp>
    </p:spTree>
    <p:extLst>
      <p:ext uri="{BB962C8B-B14F-4D97-AF65-F5344CB8AC3E}">
        <p14:creationId xmlns:p14="http://schemas.microsoft.com/office/powerpoint/2010/main" val="225204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Health and </a:t>
            </a:r>
            <a:r>
              <a:rPr lang="en-GB" dirty="0" smtClean="0"/>
              <a:t>Safety </a:t>
            </a:r>
            <a:endParaRPr lang="en-GB" dirty="0"/>
          </a:p>
        </p:txBody>
      </p:sp>
      <p:sp>
        <p:nvSpPr>
          <p:cNvPr id="3" name="Content Placeholder 2"/>
          <p:cNvSpPr>
            <a:spLocks noGrp="1"/>
          </p:cNvSpPr>
          <p:nvPr>
            <p:ph idx="1"/>
          </p:nvPr>
        </p:nvSpPr>
        <p:spPr/>
        <p:txBody>
          <a:bodyPr>
            <a:normAutofit fontScale="85000" lnSpcReduction="20000"/>
          </a:bodyPr>
          <a:lstStyle/>
          <a:p>
            <a:r>
              <a:rPr lang="en-GB" dirty="0"/>
              <a:t>Wear proper apparel. Avoid acrylic or wool sweaters when working with electronic parts. Do not wear loose fitting clothing, rings, bracelets etc.</a:t>
            </a:r>
          </a:p>
          <a:p>
            <a:endParaRPr lang="en-GB" dirty="0"/>
          </a:p>
          <a:p>
            <a:r>
              <a:rPr lang="en-GB" dirty="0" smtClean="0"/>
              <a:t>Unplug </a:t>
            </a:r>
            <a:r>
              <a:rPr lang="en-GB" dirty="0"/>
              <a:t>all computer equipment and peripherals before opening any cases. (Only exception to this is if you were working without an anti-static mat – keeping cord in would provide a ground. )</a:t>
            </a:r>
          </a:p>
          <a:p>
            <a:r>
              <a:rPr lang="en-GB" dirty="0" smtClean="0"/>
              <a:t>Keep </a:t>
            </a:r>
            <a:r>
              <a:rPr lang="en-GB" dirty="0"/>
              <a:t>your work area clean, organized and well lit. It’s your workstation – keep it tidy.</a:t>
            </a:r>
          </a:p>
          <a:p>
            <a:endParaRPr lang="en-GB" dirty="0"/>
          </a:p>
          <a:p>
            <a:r>
              <a:rPr lang="en-GB" dirty="0" smtClean="0"/>
              <a:t>Check </a:t>
            </a:r>
            <a:r>
              <a:rPr lang="en-GB" dirty="0"/>
              <a:t>for damaged parts. Notify your teacher in case anything is wrong.</a:t>
            </a:r>
          </a:p>
          <a:p>
            <a:endParaRPr lang="en-GB" dirty="0"/>
          </a:p>
          <a:p>
            <a:r>
              <a:rPr lang="en-GB" dirty="0" smtClean="0"/>
              <a:t>Do </a:t>
            </a:r>
            <a:r>
              <a:rPr lang="en-GB" dirty="0"/>
              <a:t>not force components into computer ports. Working with computer technology requires more brain power than muscle power. If it isn’t going in with normal procedure, something is wrong –  wrong screw size, wrong slot, mismatched parts, etc. Ask for help as needed.</a:t>
            </a:r>
          </a:p>
        </p:txBody>
      </p:sp>
    </p:spTree>
    <p:extLst>
      <p:ext uri="{BB962C8B-B14F-4D97-AF65-F5344CB8AC3E}">
        <p14:creationId xmlns:p14="http://schemas.microsoft.com/office/powerpoint/2010/main" val="646445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Installing CD/DVD DRIVE</a:t>
            </a:r>
            <a:endParaRPr lang="en-GB" dirty="0"/>
          </a:p>
        </p:txBody>
      </p:sp>
      <p:sp>
        <p:nvSpPr>
          <p:cNvPr id="3" name="Content Placeholder 2"/>
          <p:cNvSpPr>
            <a:spLocks noGrp="1"/>
          </p:cNvSpPr>
          <p:nvPr>
            <p:ph idx="1"/>
          </p:nvPr>
        </p:nvSpPr>
        <p:spPr/>
        <p:txBody>
          <a:bodyPr/>
          <a:lstStyle/>
          <a:p>
            <a:r>
              <a:rPr lang="en-GB" b="1" dirty="0"/>
              <a:t>Remove your computer’s case and examine the data cables that run from your computer’s motherboard (the large, flat circuit board filled with chips and cables) to your CD/DVD drive or drives.</a:t>
            </a:r>
          </a:p>
          <a:p>
            <a:r>
              <a:rPr lang="en-GB" dirty="0"/>
              <a:t>If the drive’s cable is small (left), then your computer uses SATA drives. (The SATA connector is often </a:t>
            </a:r>
            <a:r>
              <a:rPr lang="en-GB" dirty="0" err="1"/>
              <a:t>labeled</a:t>
            </a:r>
            <a:r>
              <a:rPr lang="en-GB" dirty="0"/>
              <a:t>, too.) If you see a wide, flat ribbon cable (right), then your computer uses IDE drives.</a:t>
            </a:r>
          </a:p>
          <a:p>
            <a:pPr marL="0" indent="0">
              <a:buNone/>
            </a:pPr>
            <a:endParaRPr lang="en-GB" dirty="0"/>
          </a:p>
        </p:txBody>
      </p:sp>
      <p:pic>
        <p:nvPicPr>
          <p:cNvPr id="1036" name="Picture 12" descr="https://www.dummies.com/wp-content/uploads/226001.image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7141" y="4501878"/>
            <a:ext cx="5095875" cy="100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339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CD/DVD DRIVE</a:t>
            </a:r>
          </a:p>
        </p:txBody>
      </p:sp>
      <p:sp>
        <p:nvSpPr>
          <p:cNvPr id="3" name="Content Placeholder 2"/>
          <p:cNvSpPr>
            <a:spLocks noGrp="1"/>
          </p:cNvSpPr>
          <p:nvPr>
            <p:ph idx="1"/>
          </p:nvPr>
        </p:nvSpPr>
        <p:spPr/>
        <p:txBody>
          <a:bodyPr/>
          <a:lstStyle/>
          <a:p>
            <a:r>
              <a:rPr lang="en-GB" b="1" dirty="0"/>
              <a:t>Identify the power cables that move from your computer’s power supply — that massive box in the corner that sprouts all the wires — to your drive.</a:t>
            </a:r>
          </a:p>
          <a:p>
            <a:r>
              <a:rPr lang="en-GB" dirty="0"/>
              <a:t>Your drive either uses a SATA power cable (left) or a Molex power cable (right). SATA power connectors are almost always black; Molex connectors are almost always white. Both of them only fit one way — the right way.</a:t>
            </a:r>
          </a:p>
          <a:p>
            <a:endParaRPr lang="en-GB" dirty="0"/>
          </a:p>
        </p:txBody>
      </p:sp>
      <p:pic>
        <p:nvPicPr>
          <p:cNvPr id="2050" name="Picture 2" descr="https://www.dummies.com/wp-content/uploads/226003.imag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3266" y="4095750"/>
            <a:ext cx="509587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014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CD/DVD DRIVE</a:t>
            </a:r>
          </a:p>
        </p:txBody>
      </p:sp>
      <p:sp>
        <p:nvSpPr>
          <p:cNvPr id="3" name="Content Placeholder 2"/>
          <p:cNvSpPr>
            <a:spLocks noGrp="1"/>
          </p:cNvSpPr>
          <p:nvPr>
            <p:ph idx="1"/>
          </p:nvPr>
        </p:nvSpPr>
        <p:spPr/>
        <p:txBody>
          <a:bodyPr/>
          <a:lstStyle/>
          <a:p>
            <a:r>
              <a:rPr lang="en-GB" b="1" dirty="0"/>
              <a:t>Remove the old drive, if necessary, by unplugging its power and data cables, unscrew the drive from the case or pull on its rails, and slide it out of the front of your computer case.</a:t>
            </a:r>
          </a:p>
          <a:p>
            <a:r>
              <a:rPr lang="en-GB" dirty="0"/>
              <a:t>If your adding a new drive to a vacant drive bay, you can skip this step.</a:t>
            </a:r>
          </a:p>
          <a:p>
            <a:r>
              <a:rPr lang="en-GB" b="1" dirty="0" smtClean="0"/>
              <a:t>If </a:t>
            </a:r>
            <a:r>
              <a:rPr lang="en-GB" b="1" dirty="0"/>
              <a:t>you’re replacing an existing IDE drive, set its jumper to match your old drive’s setting, either Master or Slave. If you’re adding a second IDE drive, set its jumper to Slave.</a:t>
            </a:r>
          </a:p>
          <a:p>
            <a:r>
              <a:rPr lang="en-GB" dirty="0"/>
              <a:t>If you’re installing a SATA drive, jump to the following step.</a:t>
            </a:r>
          </a:p>
        </p:txBody>
      </p:sp>
      <p:pic>
        <p:nvPicPr>
          <p:cNvPr id="3074" name="Picture 2" descr="https://www.dummies.com/wp-content/uploads/226005.image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4947" y="5139783"/>
            <a:ext cx="4190002" cy="1683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78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2259" y="802342"/>
            <a:ext cx="9601200" cy="1485900"/>
          </a:xfrm>
        </p:spPr>
        <p:txBody>
          <a:bodyPr/>
          <a:lstStyle/>
          <a:p>
            <a:r>
              <a:rPr lang="en-GB" dirty="0"/>
              <a:t>Installing CD/DVD DRIVE</a:t>
            </a:r>
          </a:p>
        </p:txBody>
      </p:sp>
      <p:sp>
        <p:nvSpPr>
          <p:cNvPr id="3" name="Content Placeholder 2"/>
          <p:cNvSpPr>
            <a:spLocks noGrp="1"/>
          </p:cNvSpPr>
          <p:nvPr>
            <p:ph idx="1"/>
          </p:nvPr>
        </p:nvSpPr>
        <p:spPr>
          <a:xfrm>
            <a:off x="1712259" y="2752165"/>
            <a:ext cx="9601200" cy="3581400"/>
          </a:xfrm>
        </p:spPr>
        <p:txBody>
          <a:bodyPr/>
          <a:lstStyle/>
          <a:p>
            <a:r>
              <a:rPr lang="en-GB" b="1" dirty="0"/>
              <a:t>Attach rails to your DVD drive, if your case uses them, and then slide the new DVD drive into the front of your computer (screw the drive in place if it doesn’t use rails).</a:t>
            </a:r>
          </a:p>
          <a:p>
            <a:r>
              <a:rPr lang="en-GB" dirty="0"/>
              <a:t>You need a vacant drive bay, which is an opening where your disk drive normally lives. You may need to pry out a rectangular plastic cover from the front of your computer before the drive slides in. (Sometimes you must pry out a thin foil protector from behind the plastic cover, too.)</a:t>
            </a:r>
          </a:p>
        </p:txBody>
      </p:sp>
    </p:spTree>
    <p:extLst>
      <p:ext uri="{BB962C8B-B14F-4D97-AF65-F5344CB8AC3E}">
        <p14:creationId xmlns:p14="http://schemas.microsoft.com/office/powerpoint/2010/main" val="363350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CD/DVD DRIVE</a:t>
            </a:r>
          </a:p>
        </p:txBody>
      </p:sp>
      <p:sp>
        <p:nvSpPr>
          <p:cNvPr id="3" name="Content Placeholder 2"/>
          <p:cNvSpPr>
            <a:spLocks noGrp="1"/>
          </p:cNvSpPr>
          <p:nvPr>
            <p:ph idx="1"/>
          </p:nvPr>
        </p:nvSpPr>
        <p:spPr>
          <a:xfrm>
            <a:off x="1371600" y="2286000"/>
            <a:ext cx="4706471" cy="3581400"/>
          </a:xfrm>
        </p:spPr>
        <p:txBody>
          <a:bodyPr/>
          <a:lstStyle/>
          <a:p>
            <a:r>
              <a:rPr lang="en-GB" b="1" dirty="0"/>
              <a:t>Connect the drive’s data and power cables.</a:t>
            </a:r>
          </a:p>
          <a:p>
            <a:r>
              <a:rPr lang="en-GB" dirty="0"/>
              <a:t>The plugs fit only one way, so don’t force them.</a:t>
            </a:r>
          </a:p>
          <a:p>
            <a:r>
              <a:rPr lang="en-GB" b="1" dirty="0"/>
              <a:t>Replace your computer’s cover, plug in the computer, and turn it on.</a:t>
            </a:r>
          </a:p>
          <a:p>
            <a:r>
              <a:rPr lang="en-GB" dirty="0"/>
              <a:t>When Windows boots up, it should recognize the new or replacement DVD drive and automatically list it in your Start menu’s Computer program.</a:t>
            </a:r>
          </a:p>
          <a:p>
            <a:endParaRPr lang="en-GB" dirty="0"/>
          </a:p>
        </p:txBody>
      </p:sp>
      <p:pic>
        <p:nvPicPr>
          <p:cNvPr id="7" name="Picture 6"/>
          <p:cNvPicPr>
            <a:picLocks noChangeAspect="1"/>
          </p:cNvPicPr>
          <p:nvPr/>
        </p:nvPicPr>
        <p:blipFill rotWithShape="1">
          <a:blip r:embed="rId2"/>
          <a:srcRect l="1195" r="27444" b="19093"/>
          <a:stretch/>
        </p:blipFill>
        <p:spPr>
          <a:xfrm>
            <a:off x="6687670" y="2862204"/>
            <a:ext cx="4993341" cy="3184490"/>
          </a:xfrm>
          <a:prstGeom prst="rect">
            <a:avLst/>
          </a:prstGeom>
        </p:spPr>
      </p:pic>
    </p:spTree>
    <p:extLst>
      <p:ext uri="{BB962C8B-B14F-4D97-AF65-F5344CB8AC3E}">
        <p14:creationId xmlns:p14="http://schemas.microsoft.com/office/powerpoint/2010/main" val="275708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Installing sound card</a:t>
            </a:r>
            <a:endParaRPr lang="en-GB" dirty="0"/>
          </a:p>
        </p:txBody>
      </p:sp>
      <p:sp>
        <p:nvSpPr>
          <p:cNvPr id="3" name="Content Placeholder 2"/>
          <p:cNvSpPr>
            <a:spLocks noGrp="1"/>
          </p:cNvSpPr>
          <p:nvPr>
            <p:ph idx="1"/>
          </p:nvPr>
        </p:nvSpPr>
        <p:spPr/>
        <p:txBody>
          <a:bodyPr/>
          <a:lstStyle/>
          <a:p>
            <a:r>
              <a:rPr lang="en-GB" b="1" dirty="0"/>
              <a:t>Locate the PCI slots.</a:t>
            </a:r>
            <a:r>
              <a:rPr lang="en-GB" dirty="0"/>
              <a:t> These are the slots that you can install expansion cards into. PCI slots are typically white, and you may have 1-5 of them. The slots line up with the removable panels on the back of the case.</a:t>
            </a:r>
          </a:p>
        </p:txBody>
      </p:sp>
      <p:pic>
        <p:nvPicPr>
          <p:cNvPr id="5122" name="Picture 2" descr="Image result for pci slo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8160" y="3638961"/>
            <a:ext cx="3861071" cy="2454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499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sound card</a:t>
            </a:r>
          </a:p>
        </p:txBody>
      </p:sp>
      <p:sp>
        <p:nvSpPr>
          <p:cNvPr id="3" name="Content Placeholder 2"/>
          <p:cNvSpPr>
            <a:spLocks noGrp="1"/>
          </p:cNvSpPr>
          <p:nvPr>
            <p:ph idx="1"/>
          </p:nvPr>
        </p:nvSpPr>
        <p:spPr/>
        <p:txBody>
          <a:bodyPr/>
          <a:lstStyle/>
          <a:p>
            <a:r>
              <a:rPr lang="en-GB" dirty="0"/>
              <a:t>If you are replacing an old card, remove the old card first. Having two cards installed will lead to hardware conflicts. Remove the screw securing the card to your case and pull the card directly out of the slot.</a:t>
            </a:r>
          </a:p>
        </p:txBody>
      </p:sp>
      <p:pic>
        <p:nvPicPr>
          <p:cNvPr id="6146" name="Picture 2" descr="Image result for removing sound c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787" y="3471772"/>
            <a:ext cx="3401903" cy="3386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566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sound card</a:t>
            </a:r>
          </a:p>
        </p:txBody>
      </p:sp>
      <p:sp>
        <p:nvSpPr>
          <p:cNvPr id="3" name="Content Placeholder 2"/>
          <p:cNvSpPr>
            <a:spLocks noGrp="1"/>
          </p:cNvSpPr>
          <p:nvPr>
            <p:ph idx="1"/>
          </p:nvPr>
        </p:nvSpPr>
        <p:spPr/>
        <p:txBody>
          <a:bodyPr/>
          <a:lstStyle/>
          <a:p>
            <a:r>
              <a:rPr lang="en-GB" dirty="0"/>
              <a:t> Remove the corresponding dust guard panel from the back if you are installing the new card. Make sure that the notches in the slot line up with the card, and press the card straight down firmly</a:t>
            </a:r>
            <a:r>
              <a:rPr lang="en-GB" dirty="0" smtClean="0"/>
              <a:t>.</a:t>
            </a:r>
            <a:r>
              <a:rPr lang="en-GB" dirty="0"/>
              <a:t> Screw a single screw into the metal tab that secures the card to the computer chassis. Don't overtighten, but ensure the card is snugly fastened to the case.</a:t>
            </a:r>
          </a:p>
        </p:txBody>
      </p:sp>
      <p:pic>
        <p:nvPicPr>
          <p:cNvPr id="7170" name="Picture 2" descr="Image result for inside sound c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9416" y="3918014"/>
            <a:ext cx="3614057" cy="271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87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sound card</a:t>
            </a:r>
          </a:p>
        </p:txBody>
      </p:sp>
      <p:sp>
        <p:nvSpPr>
          <p:cNvPr id="3" name="Content Placeholder 2"/>
          <p:cNvSpPr>
            <a:spLocks noGrp="1"/>
          </p:cNvSpPr>
          <p:nvPr>
            <p:ph idx="1"/>
          </p:nvPr>
        </p:nvSpPr>
        <p:spPr/>
        <p:txBody>
          <a:bodyPr/>
          <a:lstStyle/>
          <a:p>
            <a:r>
              <a:rPr lang="en-GB" dirty="0"/>
              <a:t>R</a:t>
            </a:r>
            <a:r>
              <a:rPr lang="en-GB" dirty="0" smtClean="0"/>
              <a:t>eturn </a:t>
            </a:r>
            <a:r>
              <a:rPr lang="en-GB" dirty="0"/>
              <a:t>the side panel to the computer and secure it. Place the computer back at your desk and plug the cables back in.</a:t>
            </a:r>
          </a:p>
        </p:txBody>
      </p:sp>
      <p:pic>
        <p:nvPicPr>
          <p:cNvPr id="8194" name="Picture 2" descr="Image result for removing sound c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6251" y="3093630"/>
            <a:ext cx="2471064" cy="2773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210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Installing sound card</a:t>
            </a:r>
          </a:p>
        </p:txBody>
      </p:sp>
      <p:sp>
        <p:nvSpPr>
          <p:cNvPr id="3" name="Content Placeholder 2"/>
          <p:cNvSpPr>
            <a:spLocks noGrp="1"/>
          </p:cNvSpPr>
          <p:nvPr>
            <p:ph idx="1"/>
          </p:nvPr>
        </p:nvSpPr>
        <p:spPr/>
        <p:txBody>
          <a:bodyPr/>
          <a:lstStyle/>
          <a:p>
            <a:r>
              <a:rPr lang="en-GB" dirty="0"/>
              <a:t>Set up your speakers around your computer. Ensure that the left and right channels are on the correct sides.  If Windows cannot install the correct drivers of your sound card, you will need to install the drivers manually. Use the disc that came with the drive, or download the drivers from the manufacturers</a:t>
            </a:r>
          </a:p>
        </p:txBody>
      </p:sp>
      <p:pic>
        <p:nvPicPr>
          <p:cNvPr id="4" name="Picture 3"/>
          <p:cNvPicPr>
            <a:picLocks noChangeAspect="1"/>
          </p:cNvPicPr>
          <p:nvPr/>
        </p:nvPicPr>
        <p:blipFill rotWithShape="1">
          <a:blip r:embed="rId2"/>
          <a:srcRect l="36182" t="12669" r="38963" b="29906"/>
          <a:stretch/>
        </p:blipFill>
        <p:spPr>
          <a:xfrm>
            <a:off x="4606834" y="3779519"/>
            <a:ext cx="2238103" cy="2908663"/>
          </a:xfrm>
          <a:prstGeom prst="rect">
            <a:avLst/>
          </a:prstGeom>
        </p:spPr>
      </p:pic>
    </p:spTree>
    <p:extLst>
      <p:ext uri="{BB962C8B-B14F-4D97-AF65-F5344CB8AC3E}">
        <p14:creationId xmlns:p14="http://schemas.microsoft.com/office/powerpoint/2010/main" val="2650403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Installing Dual </a:t>
            </a:r>
            <a:r>
              <a:rPr lang="en-US" dirty="0" smtClean="0"/>
              <a:t>Monitors and Webcams</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lgn="ctr">
              <a:buNone/>
            </a:pPr>
            <a:r>
              <a:rPr lang="en-US" sz="3200" dirty="0" smtClean="0">
                <a:solidFill>
                  <a:srgbClr val="FF0000"/>
                </a:solidFill>
              </a:rPr>
              <a:t>Explain the steps.</a:t>
            </a:r>
            <a:endParaRPr lang="en-US" sz="3200" dirty="0">
              <a:solidFill>
                <a:srgbClr val="FF0000"/>
              </a:solidFill>
            </a:endParaRPr>
          </a:p>
        </p:txBody>
      </p:sp>
    </p:spTree>
    <p:extLst>
      <p:ext uri="{BB962C8B-B14F-4D97-AF65-F5344CB8AC3E}">
        <p14:creationId xmlns:p14="http://schemas.microsoft.com/office/powerpoint/2010/main" val="4859649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84</TotalTime>
  <Words>854</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Franklin Gothic Book</vt:lpstr>
      <vt:lpstr>Crop</vt:lpstr>
      <vt:lpstr>INSTALLING DIFFERENT DEVICES</vt:lpstr>
      <vt:lpstr>Health and Safety </vt:lpstr>
      <vt:lpstr>Installing CD/DVD DRIVE</vt:lpstr>
      <vt:lpstr>Installing CD/DVD DRIVE</vt:lpstr>
      <vt:lpstr>Installing CD/DVD DRIVE</vt:lpstr>
      <vt:lpstr>Installing CD/DVD DRIVE</vt:lpstr>
      <vt:lpstr>Installing CD/DVD DRIVE</vt:lpstr>
      <vt:lpstr>Installing sound card</vt:lpstr>
      <vt:lpstr>Installing sound card</vt:lpstr>
      <vt:lpstr>Installing sound card</vt:lpstr>
      <vt:lpstr>Installing sound card</vt:lpstr>
      <vt:lpstr>Installing sound card</vt:lpstr>
      <vt:lpstr>Installing Dual Monitors and Webcams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Lawrence Owusu-Antwi</dc:creator>
  <cp:lastModifiedBy>JAMIE</cp:lastModifiedBy>
  <cp:revision>13</cp:revision>
  <dcterms:created xsi:type="dcterms:W3CDTF">2018-08-16T13:06:59Z</dcterms:created>
  <dcterms:modified xsi:type="dcterms:W3CDTF">2024-07-26T16:34:53Z</dcterms:modified>
</cp:coreProperties>
</file>