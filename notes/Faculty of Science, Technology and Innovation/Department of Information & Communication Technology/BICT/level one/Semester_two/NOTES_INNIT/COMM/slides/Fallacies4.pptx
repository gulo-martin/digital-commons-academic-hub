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1.xml" ContentType="application/vnd.openxmlformats-officedocument.theme+xml"/>
  <Override PartName="/ppt/slideMasters/slideMaster2.xml" ContentType="application/vnd.openxmlformats-officedocument.presentationml.slideMaster+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Masters/slideMaster3.xml" ContentType="application/vnd.openxmlformats-officedocument.presentationml.slideMaster+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slideMasters/slideMaster4.xml" ContentType="application/vnd.openxmlformats-officedocument.presentationml.slideMaster+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4.xml" ContentType="application/vnd.openxmlformats-officedocument.theme+xml"/>
  <Override PartName="/ppt/slideMasters/slideMaster5.xml" ContentType="application/vnd.openxmlformats-officedocument.presentationml.slideMaster+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5.xml" ContentType="application/vnd.openxmlformats-officedocument.theme+xml"/>
  <Override PartName="/ppt/notesMasters/notesMaster1.xml" ContentType="application/vnd.openxmlformats-officedocument.presentationml.notesMaster+xml"/>
  <Override PartName="/ppt/theme/theme6.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tableStyles.xml" ContentType="application/vnd.openxmlformats-officedocument.presentationml.tableStyles+xml"/>
  <Override PartName="/ppt/presProps.xml" ContentType="application/vnd.openxmlformats-officedocument.presentationml.presProps+xml"/>
  <Override PartName="/ppt/viewProps.xml" ContentType="application/vnd.openxmlformats-officedocument.presentationml.viewProps+xml"/>
  <Override PartName="/ppt/theme/theme7.xml" ContentType="application/vnd.openxmlformats-officedocument.theme+xml"/>
  <Override PartName="/docProps/app.xml" ContentType="application/vnd.openxmlformats-officedocument.extended-properties+xml"/>
  <Override PartName="/docProps/core.xml" ContentType="application/vnd.openxmlformats-package.core-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s>
</file>

<file path=ppt/presentation.xml><?xml version="1.0" encoding="utf-8"?>
<p:presentation xmlns:p="http://schemas.openxmlformats.org/presentationml/2006/main" xmlns:r="http://schemas.openxmlformats.org/officeDocument/2006/relationships" xmlns:a="http://schemas.openxmlformats.org/drawingml/2006/main" firstSlideNum="1" rtl="0" saveSubsetFonts="0" serverZoom="0" showSpecialPlsOnTitleSld="1">
  <p:sldMasterIdLst>
    <p:sldMasterId id="2147483648" r:id="rId1"/>
    <p:sldMasterId id="2147483649" r:id="rId2"/>
    <p:sldMasterId id="2147483650" r:id="rId3"/>
    <p:sldMasterId id="2147483651" r:id="rId4"/>
    <p:sldMasterId id="2147483652" r:id="rId5"/>
  </p:sldMasterIdLst>
  <p:notesMasterIdLst>
    <p:notesMasterId r:id="rId6"/>
  </p:notesMasterIdLst>
  <p:sldIdLst>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Lst>
  <p:sldSz type="screen4x3" cy="6858000" cx="9144000"/>
  <p:notesSz cx="6858000" cy="9144000"/>
  <p:defaultTextStyle>
    <a:lvl1pPr algn="l" fontAlgn="base" indent="0" latinLnBrk="1" marL="0">
      <a:lnSpc>
        <a:spcPct val="100000"/>
      </a:lnSpc>
      <a:spcBef>
        <a:spcPct val="0"/>
      </a:spcBef>
      <a:spcAft>
        <a:spcPct val="0"/>
      </a:spcAft>
      <a:buFontTx/>
      <a:buNone/>
      <a:defRPr baseline="0" b="0" sz="1800" i="0" u="none">
        <a:solidFill>
          <a:srgbClr val="000000"/>
        </a:solidFill>
        <a:latin typeface="Verdana" pitchFamily="34" charset="0"/>
        <a:sym typeface="Verdana" pitchFamily="34" charset="0"/>
      </a:defRPr>
    </a:lvl1pPr>
    <a:lvl2pPr algn="l" fontAlgn="base" indent="0" latinLnBrk="1" marL="457200">
      <a:lnSpc>
        <a:spcPct val="100000"/>
      </a:lnSpc>
      <a:spcBef>
        <a:spcPct val="0"/>
      </a:spcBef>
      <a:spcAft>
        <a:spcPct val="0"/>
      </a:spcAft>
      <a:buFontTx/>
      <a:buNone/>
      <a:defRPr baseline="0" b="0" sz="1800" i="0" u="none">
        <a:solidFill>
          <a:srgbClr val="000000"/>
        </a:solidFill>
        <a:latin typeface="Verdana" pitchFamily="34" charset="0"/>
        <a:sym typeface="Verdana" pitchFamily="34" charset="0"/>
      </a:defRPr>
    </a:lvl2pPr>
    <a:lvl3pPr algn="l" fontAlgn="base" indent="0" latinLnBrk="1" marL="914400">
      <a:lnSpc>
        <a:spcPct val="100000"/>
      </a:lnSpc>
      <a:spcBef>
        <a:spcPct val="0"/>
      </a:spcBef>
      <a:spcAft>
        <a:spcPct val="0"/>
      </a:spcAft>
      <a:buFontTx/>
      <a:buNone/>
      <a:defRPr baseline="0" b="0" sz="1800" i="0" u="none">
        <a:solidFill>
          <a:srgbClr val="000000"/>
        </a:solidFill>
        <a:latin typeface="Verdana" pitchFamily="34" charset="0"/>
        <a:sym typeface="Verdana" pitchFamily="34" charset="0"/>
      </a:defRPr>
    </a:lvl3pPr>
    <a:lvl4pPr algn="l" fontAlgn="base" indent="0" latinLnBrk="1" marL="1371600">
      <a:lnSpc>
        <a:spcPct val="100000"/>
      </a:lnSpc>
      <a:spcBef>
        <a:spcPct val="0"/>
      </a:spcBef>
      <a:spcAft>
        <a:spcPct val="0"/>
      </a:spcAft>
      <a:buFontTx/>
      <a:buNone/>
      <a:defRPr baseline="0" b="0" sz="1800" i="0" u="none">
        <a:solidFill>
          <a:srgbClr val="000000"/>
        </a:solidFill>
        <a:latin typeface="Verdana" pitchFamily="34" charset="0"/>
        <a:sym typeface="Verdana" pitchFamily="34" charset="0"/>
      </a:defRPr>
    </a:lvl4pPr>
    <a:lvl5pPr algn="l" fontAlgn="base" indent="0" latinLnBrk="1" marL="1828800">
      <a:lnSpc>
        <a:spcPct val="100000"/>
      </a:lnSpc>
      <a:spcBef>
        <a:spcPct val="0"/>
      </a:spcBef>
      <a:spcAft>
        <a:spcPct val="0"/>
      </a:spcAft>
      <a:buFontTx/>
      <a:buNone/>
      <a:defRPr baseline="0" b="0" sz="1800" i="0" u="none">
        <a:solidFill>
          <a:srgbClr val="000000"/>
        </a:solidFill>
        <a:latin typeface="Verdana" pitchFamily="34" charset="0"/>
        <a:sym typeface="Verdana" pitchFamily="34" charset="0"/>
      </a:defRPr>
    </a:lvl5pPr>
  </p:defaultTextStyle>
</p:presentation>
</file>

<file path=ppt/presProps.xml><?xml version="1.0" encoding="utf-8"?>
<p:presentationPr xmlns:p="http://schemas.openxmlformats.org/presentationml/2006/main" xmlns:r="http://schemas.openxmlformats.org/officeDocument/2006/relationships" xmlns:a="http://schemas.openxmlformats.org/drawingml/2006/main"/>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xmlns:r="http://schemas.openxmlformats.org/officeDocument/2006/relationships" xmlns:a="http://schemas.openxmlformats.org/drawingml/2006/main" lastView="sldView">
  <p:normalViewPr showOutlineIcons="1" snapVertSplitter="0" vertBarState="restored" horzBarState="restored" preferSingleView="0">
    <p:restoredLeft sz="15620" autoAdjust="0"/>
    <p:restoredTop sz="95560" autoAdjust="0"/>
  </p:normalViewPr>
  <p:slideViewPr>
    <p:cSldViewPr showGuides="0" snapToGrid="1" snapToObjects="0">
      <p:cViewPr>
        <p:scale>
          <a:sx n="75" d="100"/>
          <a:sy n="75" d="100"/>
        </p:scale>
        <p:origin x="0" y="0"/>
      </p:cViewPr>
      <p:guideLst>
        <p:guide orient="horz" pos="2160"/>
        <p:guide orient="vert" pos="2880"/>
      </p:guideLst>
    </p:cSldViewPr>
  </p:slideViewPr>
  <p:gridSpacing cx="0" cy="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tableStyles" Target="tableStyles.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263" name=""/>
        <p:cNvGrpSpPr/>
        <p:nvPr/>
      </p:nvGrpSpPr>
      <p:grpSpPr>
        <a:xfrm rot="0">
          <a:off x="0" y="0"/>
          <a:ext cx="0" cy="0"/>
          <a:chOff x="0" y="0"/>
          <a:chExt cx="0" cy="0"/>
        </a:xfrm>
      </p:grpSpPr>
      <p:sp>
        <p:nvSpPr>
          <p:cNvPr id="1049043" name=""/>
          <p:cNvSpPr/>
          <p:nvPr>
            <p:ph type="hdr" sz="quarter" idx="0"/>
          </p:nvPr>
        </p:nvSpPr>
        <p:spPr>
          <a:xfrm rot="0">
            <a:off x="0" y="0"/>
            <a:ext cx="2971800" cy="457200"/>
          </a:xfrm>
          <a:prstGeom prst="rect"/>
          <a:noFill/>
          <a:ln>
            <a:noFill/>
          </a:ln>
        </p:spPr>
        <p:txBody>
          <a:bodyPr anchor="t" bIns="45720" lIns="91440" rIns="91440" tIns="45720" vert="horz"/>
          <a:p>
            <a:pPr eaLnBrk="1" hangingPunct="1" latinLnBrk="1" lvl="0"/>
            <a:endParaRPr altLang="en-US" sz="1200" lang="en-US">
              <a:latin typeface="Arial" pitchFamily="0" charset="0"/>
            </a:endParaRPr>
          </a:p>
        </p:txBody>
      </p:sp>
      <p:sp>
        <p:nvSpPr>
          <p:cNvPr id="1049044" name=""/>
          <p:cNvSpPr/>
          <p:nvPr>
            <p:ph type="dt" sz="full" idx="1"/>
          </p:nvPr>
        </p:nvSpPr>
        <p:spPr>
          <a:xfrm rot="0">
            <a:off x="3884612" y="0"/>
            <a:ext cx="2971800" cy="457200"/>
          </a:xfrm>
          <a:prstGeom prst="rect"/>
          <a:noFill/>
          <a:ln>
            <a:noFill/>
          </a:ln>
        </p:spPr>
        <p:txBody>
          <a:bodyPr anchor="t" bIns="45720" lIns="91440" rIns="91440" tIns="45720" vert="horz"/>
          <a:p>
            <a:pPr algn="r" eaLnBrk="1" hangingPunct="1" latinLnBrk="1" lvl="0"/>
            <a:endParaRPr altLang="en-US" sz="1200" lang="en-US">
              <a:latin typeface="Arial" pitchFamily="0" charset="0"/>
            </a:endParaRPr>
          </a:p>
        </p:txBody>
      </p:sp>
      <p:sp>
        <p:nvSpPr>
          <p:cNvPr id="1049045" name=""/>
          <p:cNvSpPr/>
          <p:nvPr>
            <p:ph type="sldImg" sz="full" idx="2"/>
          </p:nvPr>
        </p:nvSpPr>
        <p:spPr>
          <a:xfrm rot="0">
            <a:off x="1143000" y="685800"/>
            <a:ext cx="4572000" cy="3429000"/>
          </a:xfrm>
          <a:prstGeom prst="rect"/>
          <a:noFill/>
          <a:ln w="9525" cap="flat" cmpd="sng">
            <a:solidFill>
              <a:srgbClr val="000000">
                <a:alpha val="100000"/>
              </a:srgbClr>
            </a:solidFill>
            <a:prstDash val="solid"/>
            <a:round/>
          </a:ln>
        </p:spPr>
        <p:txBody>
          <a:bodyPr anchor="ctr" bIns="45720" lIns="91440" rIns="91440" tIns="45720" vert="horz"/>
          <a:p/>
        </p:txBody>
      </p:sp>
      <p:sp>
        <p:nvSpPr>
          <p:cNvPr id="1049046" name=""/>
          <p:cNvSpPr/>
          <p:nvPr>
            <p:ph type="body" sz="quarter" idx="3"/>
          </p:nvPr>
        </p:nvSpPr>
        <p:spPr>
          <a:xfrm rot="0">
            <a:off x="685800" y="4343400"/>
            <a:ext cx="5486400" cy="4114800"/>
          </a:xfrm>
          <a:prstGeom prst="rect"/>
          <a:noFill/>
          <a:ln>
            <a:noFill/>
          </a:ln>
        </p:spPr>
        <p:txBody>
          <a:bodyPr anchor="t" bIns="45720" lIns="91440" rIns="91440" tIns="45720" vert="horz"/>
          <a:p>
            <a:pPr lvl="0"/>
            <a:r>
              <a:rPr altLang="en-US" lang="en-US"/>
              <a:t>Click to edit Master text styles</a:t>
            </a:r>
          </a:p>
          <a:p>
            <a:pPr lvl="1"/>
            <a:r>
              <a:rPr altLang="en-US" lang="en-US"/>
              <a:t>Second level</a:t>
            </a:r>
          </a:p>
          <a:p>
            <a:pPr lvl="2"/>
            <a:r>
              <a:rPr altLang="en-US" lang="en-US"/>
              <a:t>Third level</a:t>
            </a:r>
          </a:p>
          <a:p>
            <a:pPr lvl="3"/>
            <a:r>
              <a:rPr altLang="en-US" lang="en-US"/>
              <a:t>Fourth level</a:t>
            </a:r>
          </a:p>
          <a:p>
            <a:pPr lvl="4"/>
            <a:r>
              <a:rPr altLang="en-US" lang="en-US"/>
              <a:t>Fifth level</a:t>
            </a:r>
          </a:p>
        </p:txBody>
      </p:sp>
      <p:sp>
        <p:nvSpPr>
          <p:cNvPr id="1049047" name=""/>
          <p:cNvSpPr/>
          <p:nvPr>
            <p:ph type="ftr" sz="quarter" idx="4"/>
          </p:nvPr>
        </p:nvSpPr>
        <p:spPr>
          <a:xfrm rot="0">
            <a:off x="0" y="8685212"/>
            <a:ext cx="2971800" cy="457200"/>
          </a:xfrm>
          <a:prstGeom prst="rect"/>
          <a:noFill/>
          <a:ln>
            <a:noFill/>
          </a:ln>
        </p:spPr>
        <p:txBody>
          <a:bodyPr anchor="b" bIns="45720" lIns="91440" rIns="91440" tIns="45720" vert="horz"/>
          <a:p>
            <a:pPr eaLnBrk="1" hangingPunct="1" latinLnBrk="1" lvl="0"/>
            <a:endParaRPr altLang="en-US" sz="1200" lang="en-US">
              <a:latin typeface="Arial" pitchFamily="0" charset="0"/>
            </a:endParaRPr>
          </a:p>
        </p:txBody>
      </p:sp>
      <p:sp>
        <p:nvSpPr>
          <p:cNvPr id="1049048" name=""/>
          <p:cNvSpPr/>
          <p:nvPr>
            <p:ph type="sldNum" sz="quarter" idx="5"/>
          </p:nvPr>
        </p:nvSpPr>
        <p:spPr>
          <a:xfrm rot="0">
            <a:off x="3884612" y="8685212"/>
            <a:ext cx="2971800" cy="457200"/>
          </a:xfrm>
          <a:prstGeom prst="rect"/>
          <a:noFill/>
          <a:ln>
            <a:noFill/>
          </a:ln>
        </p:spPr>
        <p:txBody>
          <a:bodyPr anchor="b" bIns="45720" lIns="91440" rIns="91440" tIns="45720" vert="horz"/>
          <a:p>
            <a:pPr algn="r" eaLnBrk="1" hangingPunct="1" latinLnBrk="1" lvl="0"/>
            <a:fld id="{566ABCEB-ACFC-4714-9973-3DA970169C29}" type="slidenum">
              <a:rPr altLang="en-US" sz="1200" lang="en-US">
                <a:latin typeface="Arial" pitchFamily="0" charset="0"/>
              </a:rPr>
              <a:pPr algn="r" eaLnBrk="1" hangingPunct="1" latinLnBrk="1" lvl="0"/>
            </a:fld>
            <a:endParaRPr altLang="en-US" sz="1200" lang="en-US">
              <a:latin typeface="Arial" pitchFamily="0" charset="0"/>
            </a:endParaRPr>
          </a:p>
        </p:txBody>
      </p:sp>
    </p:spTree>
  </p:cSld>
  <p:clrMap accent1="dk1" accent2="dk1" accent3="dk1" accent4="dk1" accent5="dk1" accent6="dk1" bg1="dk1" bg2="dk1" tx1="dk1" tx2="dk1" hlink="dk1" folHlink="dk1"/>
  <p:notesStyle>
    <a:lvl1pPr algn="l" fontAlgn="base" indent="0" latinLnBrk="1" marL="0">
      <a:lnSpc>
        <a:spcPct val="100000"/>
      </a:lnSpc>
      <a:spcBef>
        <a:spcPct val="30000"/>
      </a:spcBef>
      <a:spcAft>
        <a:spcPct val="0"/>
      </a:spcAft>
      <a:buFontTx/>
      <a:buNone/>
      <a:defRPr baseline="0" b="0" sz="1200" i="0" u="none">
        <a:solidFill>
          <a:srgbClr val="000000"/>
        </a:solidFill>
        <a:latin typeface="Arial" pitchFamily="0" charset="0"/>
        <a:sym typeface="Verdana" pitchFamily="34" charset="0"/>
      </a:defRPr>
    </a:lvl1pPr>
    <a:lvl2pPr algn="l" fontAlgn="base" indent="0" latinLnBrk="1" marL="457200">
      <a:lnSpc>
        <a:spcPct val="100000"/>
      </a:lnSpc>
      <a:spcBef>
        <a:spcPct val="30000"/>
      </a:spcBef>
      <a:spcAft>
        <a:spcPct val="0"/>
      </a:spcAft>
      <a:buFontTx/>
      <a:buNone/>
      <a:defRPr baseline="0" b="0" sz="1200" i="0" u="none">
        <a:solidFill>
          <a:srgbClr val="000000"/>
        </a:solidFill>
        <a:latin typeface="Arial" pitchFamily="0" charset="0"/>
        <a:sym typeface="Verdana" pitchFamily="34" charset="0"/>
      </a:defRPr>
    </a:lvl2pPr>
    <a:lvl3pPr algn="l" fontAlgn="base" indent="0" latinLnBrk="1" marL="914400">
      <a:lnSpc>
        <a:spcPct val="100000"/>
      </a:lnSpc>
      <a:spcBef>
        <a:spcPct val="30000"/>
      </a:spcBef>
      <a:spcAft>
        <a:spcPct val="0"/>
      </a:spcAft>
      <a:buFontTx/>
      <a:buNone/>
      <a:defRPr baseline="0" b="0" sz="1200" i="0" u="none">
        <a:solidFill>
          <a:srgbClr val="000000"/>
        </a:solidFill>
        <a:latin typeface="Arial" pitchFamily="0" charset="0"/>
        <a:sym typeface="Verdana" pitchFamily="34" charset="0"/>
      </a:defRPr>
    </a:lvl3pPr>
    <a:lvl4pPr algn="l" fontAlgn="base" indent="0" latinLnBrk="1" marL="1371600">
      <a:lnSpc>
        <a:spcPct val="100000"/>
      </a:lnSpc>
      <a:spcBef>
        <a:spcPct val="30000"/>
      </a:spcBef>
      <a:spcAft>
        <a:spcPct val="0"/>
      </a:spcAft>
      <a:buFontTx/>
      <a:buNone/>
      <a:defRPr baseline="0" b="0" sz="1200" i="0" u="none">
        <a:solidFill>
          <a:srgbClr val="000000"/>
        </a:solidFill>
        <a:latin typeface="Arial" pitchFamily="0" charset="0"/>
        <a:sym typeface="Verdana" pitchFamily="34" charset="0"/>
      </a:defRPr>
    </a:lvl4pPr>
    <a:lvl5pPr algn="l" fontAlgn="base" indent="0" latinLnBrk="1" marL="1828800">
      <a:lnSpc>
        <a:spcPct val="100000"/>
      </a:lnSpc>
      <a:spcBef>
        <a:spcPct val="30000"/>
      </a:spcBef>
      <a:spcAft>
        <a:spcPct val="0"/>
      </a:spcAft>
      <a:buFontTx/>
      <a:buNone/>
      <a:defRPr baseline="0" b="0" sz="1200" i="0" u="none">
        <a:solidFill>
          <a:srgbClr val="000000"/>
        </a:solidFill>
        <a:latin typeface="Arial" pitchFamily="0" charset="0"/>
        <a:sym typeface="Verdana" pitchFamily="34" charset="0"/>
      </a:defRPr>
    </a:lvl5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type="title">
  <p:cSld name="Title Slide">
    <p:spTree>
      <p:nvGrpSpPr>
        <p:cNvPr id="166" name=""/>
        <p:cNvGrpSpPr/>
        <p:nvPr/>
      </p:nvGrpSpPr>
      <p:grpSpPr>
        <a:xfrm>
          <a:off x="0" y="0"/>
          <a:ext cx="0" cy="0"/>
          <a:chOff x="0" y="0"/>
          <a:chExt cx="0" cy="0"/>
        </a:xfrm>
      </p:grpSpPr>
      <p:sp>
        <p:nvSpPr>
          <p:cNvPr id="1048756" name="Title 1"/>
          <p:cNvSpPr>
            <a:spLocks noGrp="1"/>
          </p:cNvSpPr>
          <p:nvPr>
            <p:ph type="ctrTitle"/>
          </p:nvPr>
        </p:nvSpPr>
        <p:spPr>
          <a:xfrm>
            <a:off x="1143000" y="1122363"/>
            <a:ext cx="6858000" cy="2387600"/>
          </a:xfrm>
        </p:spPr>
        <p:txBody>
          <a:bodyPr anchor="b"/>
          <a:lstStyle>
            <a:lvl1pPr>
              <a:defRPr sz="6000"/>
            </a:lvl1pPr>
          </a:lstStyle>
          <a:p>
            <a:r>
              <a:rPr altLang="zh-CN" lang="en-US" smtClean="0"/>
              <a:t>Click to edit Master title style</a:t>
            </a:r>
            <a:endParaRPr altLang="en-US" lang="zh-CN"/>
          </a:p>
        </p:txBody>
      </p:sp>
      <p:sp>
        <p:nvSpPr>
          <p:cNvPr id="1048757" name="Subtitle 2"/>
          <p:cNvSpPr>
            <a:spLocks noGrp="1"/>
          </p:cNvSpPr>
          <p:nvPr>
            <p:ph type="subTitle" idx="1"/>
          </p:nvPr>
        </p:nvSpPr>
        <p:spPr>
          <a:xfrm>
            <a:off x="1143000" y="3602038"/>
            <a:ext cx="6858000" cy="1655762"/>
          </a:xfrm>
        </p:spPr>
        <p:txBody>
          <a:bodyPr/>
          <a:lstStyle>
            <a:lvl1pPr algn="ctr" indent="0" marL="0">
              <a:buNone/>
              <a:defRPr sz="2400"/>
            </a:lvl1pPr>
            <a:lvl2pPr algn="ctr" indent="0" marL="457200">
              <a:buNone/>
              <a:defRPr sz="2000"/>
            </a:lvl2pPr>
            <a:lvl3pPr algn="ctr" indent="0" marL="914400">
              <a:buNone/>
              <a:defRPr sz="1800"/>
            </a:lvl3pPr>
            <a:lvl4pPr algn="ctr" indent="0" marL="1371600">
              <a:buNone/>
              <a:defRPr sz="1600"/>
            </a:lvl4pPr>
            <a:lvl5pPr algn="ctr" indent="0" marL="1828800">
              <a:buNone/>
              <a:defRPr sz="1600"/>
            </a:lvl5pPr>
            <a:lvl6pPr algn="ctr" indent="0" marL="2286000">
              <a:buNone/>
              <a:defRPr sz="1600"/>
            </a:lvl6pPr>
            <a:lvl7pPr algn="ctr" indent="0" marL="2743200">
              <a:buNone/>
              <a:defRPr sz="1600"/>
            </a:lvl7pPr>
            <a:lvl8pPr algn="ctr" indent="0" marL="3200400">
              <a:buNone/>
              <a:defRPr sz="1600"/>
            </a:lvl8pPr>
            <a:lvl9pPr algn="ctr" indent="0" marL="3657600">
              <a:buNone/>
              <a:defRPr sz="1600"/>
            </a:lvl9pPr>
          </a:lstStyle>
          <a:p>
            <a:r>
              <a:rPr altLang="zh-CN" lang="en-US" smtClean="0"/>
              <a:t>Click to edit Master subtitle style</a:t>
            </a:r>
            <a:endParaRPr altLang="en-US" lang="zh-CN"/>
          </a:p>
        </p:txBody>
      </p:sp>
      <p:sp>
        <p:nvSpPr>
          <p:cNvPr id="1048758"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759"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760"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type="obj">
  <p:cSld name="Title and Content">
    <p:spTree>
      <p:nvGrpSpPr>
        <p:cNvPr id="28" name=""/>
        <p:cNvGrpSpPr/>
        <p:nvPr/>
      </p:nvGrpSpPr>
      <p:grpSpPr>
        <a:xfrm>
          <a:off x="0" y="0"/>
          <a:ext cx="0" cy="0"/>
          <a:chOff x="0" y="0"/>
          <a:chExt cx="0" cy="0"/>
        </a:xfrm>
      </p:grpSpPr>
      <p:sp>
        <p:nvSpPr>
          <p:cNvPr id="1048583" name="Title 1"/>
          <p:cNvSpPr>
            <a:spLocks noGrp="1"/>
          </p:cNvSpPr>
          <p:nvPr>
            <p:ph type="title"/>
          </p:nvPr>
        </p:nvSpPr>
        <p:spPr/>
        <p:txBody>
          <a:bodyPr/>
          <a:p>
            <a:r>
              <a:rPr altLang="zh-CN" lang="en-US" smtClean="0"/>
              <a:t>Click to edit Master title style</a:t>
            </a:r>
            <a:endParaRPr altLang="en-US" lang="zh-CN"/>
          </a:p>
        </p:txBody>
      </p:sp>
      <p:sp>
        <p:nvSpPr>
          <p:cNvPr id="1048584" name="Content Placeholder 2"/>
          <p:cNvSpPr>
            <a:spLocks noGrp="1"/>
          </p:cNvSpPr>
          <p:nvPr>
            <p:ph idx="1"/>
          </p:nvPr>
        </p:nvSpPr>
        <p:spPr/>
        <p:txBody>
          <a:bodyPr/>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585"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586"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587"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type="secHead">
  <p:cSld name="Section Header">
    <p:spTree>
      <p:nvGrpSpPr>
        <p:cNvPr id="168" name=""/>
        <p:cNvGrpSpPr/>
        <p:nvPr/>
      </p:nvGrpSpPr>
      <p:grpSpPr>
        <a:xfrm>
          <a:off x="0" y="0"/>
          <a:ext cx="0" cy="0"/>
          <a:chOff x="0" y="0"/>
          <a:chExt cx="0" cy="0"/>
        </a:xfrm>
      </p:grpSpPr>
      <p:sp>
        <p:nvSpPr>
          <p:cNvPr id="1048767" name="Title 1"/>
          <p:cNvSpPr>
            <a:spLocks noGrp="1"/>
          </p:cNvSpPr>
          <p:nvPr>
            <p:ph type="title"/>
          </p:nvPr>
        </p:nvSpPr>
        <p:spPr>
          <a:xfrm>
            <a:off x="623887" y="1709738"/>
            <a:ext cx="7886700" cy="2852737"/>
          </a:xfrm>
        </p:spPr>
        <p:txBody>
          <a:bodyPr anchor="b"/>
          <a:lstStyle>
            <a:lvl1pPr>
              <a:defRPr sz="6000"/>
            </a:lvl1pPr>
          </a:lstStyle>
          <a:p>
            <a:r>
              <a:rPr altLang="zh-CN" lang="en-US" smtClean="0"/>
              <a:t>Click to edit Master title style</a:t>
            </a:r>
            <a:endParaRPr altLang="en-US" lang="zh-CN"/>
          </a:p>
        </p:txBody>
      </p:sp>
      <p:sp>
        <p:nvSpPr>
          <p:cNvPr id="1048768" name="Text Placeholder 2"/>
          <p:cNvSpPr>
            <a:spLocks noGrp="1"/>
          </p:cNvSpPr>
          <p:nvPr>
            <p:ph type="body" idx="1"/>
          </p:nvPr>
        </p:nvSpPr>
        <p:spPr>
          <a:xfrm>
            <a:off x="623887" y="4589463"/>
            <a:ext cx="7886700" cy="1500187"/>
          </a:xfrm>
        </p:spPr>
        <p:txBody>
          <a:bodyPr/>
          <a:lstStyle>
            <a:lvl1pPr indent="0" marL="0">
              <a:buNone/>
              <a:defRPr sz="2400"/>
            </a:lvl1pPr>
            <a:lvl2pPr indent="0" marL="457200">
              <a:buNone/>
              <a:defRPr sz="2000"/>
            </a:lvl2pPr>
            <a:lvl3pPr indent="0" marL="914400">
              <a:buNone/>
              <a:defRPr sz="1800"/>
            </a:lvl3pPr>
            <a:lvl4pPr indent="0" marL="1371600">
              <a:buNone/>
              <a:defRPr sz="1600"/>
            </a:lvl4pPr>
            <a:lvl5pPr indent="0" marL="1828800">
              <a:buNone/>
              <a:defRPr sz="1600"/>
            </a:lvl5pPr>
            <a:lvl6pPr indent="0" marL="2286000">
              <a:buNone/>
              <a:defRPr sz="1600"/>
            </a:lvl6pPr>
            <a:lvl7pPr indent="0" marL="2743200">
              <a:buNone/>
              <a:defRPr sz="1600"/>
            </a:lvl7pPr>
            <a:lvl8pPr indent="0" marL="3200400">
              <a:buNone/>
              <a:defRPr sz="1600"/>
            </a:lvl8pPr>
            <a:lvl9pPr indent="0" marL="3657600">
              <a:buNone/>
              <a:defRPr sz="1600"/>
            </a:lvl9pPr>
          </a:lstStyle>
          <a:p>
            <a:pPr lvl="0"/>
            <a:r>
              <a:rPr altLang="zh-CN" lang="en-US" smtClean="0"/>
              <a:t>Click to edit Master text styles</a:t>
            </a:r>
          </a:p>
        </p:txBody>
      </p:sp>
      <p:sp>
        <p:nvSpPr>
          <p:cNvPr id="1048769"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770"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771"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type="twoObj">
  <p:cSld name="Two Content">
    <p:spTree>
      <p:nvGrpSpPr>
        <p:cNvPr id="161" name=""/>
        <p:cNvGrpSpPr/>
        <p:nvPr/>
      </p:nvGrpSpPr>
      <p:grpSpPr>
        <a:xfrm>
          <a:off x="0" y="0"/>
          <a:ext cx="0" cy="0"/>
          <a:chOff x="0" y="0"/>
          <a:chExt cx="0" cy="0"/>
        </a:xfrm>
      </p:grpSpPr>
      <p:sp>
        <p:nvSpPr>
          <p:cNvPr id="1048730" name="Title 1"/>
          <p:cNvSpPr>
            <a:spLocks noGrp="1"/>
          </p:cNvSpPr>
          <p:nvPr>
            <p:ph type="title"/>
          </p:nvPr>
        </p:nvSpPr>
        <p:spPr/>
        <p:txBody>
          <a:bodyPr/>
          <a:p>
            <a:r>
              <a:rPr altLang="zh-CN" lang="en-US" smtClean="0"/>
              <a:t>Click to edit Master title style</a:t>
            </a:r>
            <a:endParaRPr altLang="en-US" lang="zh-CN"/>
          </a:p>
        </p:txBody>
      </p:sp>
      <p:sp>
        <p:nvSpPr>
          <p:cNvPr id="1048731" name="Content Placeholder 2"/>
          <p:cNvSpPr>
            <a:spLocks noGrp="1"/>
          </p:cNvSpPr>
          <p:nvPr>
            <p:ph sz="half" idx="1"/>
          </p:nvPr>
        </p:nvSpPr>
        <p:spPr>
          <a:xfrm>
            <a:off x="628650" y="1825625"/>
            <a:ext cx="3886200" cy="4351338"/>
          </a:xfrm>
        </p:spPr>
        <p:txBody>
          <a:bodyPr/>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732" name="Content Placeholder 3"/>
          <p:cNvSpPr>
            <a:spLocks noGrp="1"/>
          </p:cNvSpPr>
          <p:nvPr>
            <p:ph sz="half" idx="2"/>
          </p:nvPr>
        </p:nvSpPr>
        <p:spPr>
          <a:xfrm>
            <a:off x="4629150" y="1825625"/>
            <a:ext cx="3886200" cy="4351338"/>
          </a:xfrm>
        </p:spPr>
        <p:txBody>
          <a:bodyPr/>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733"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734"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735"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type="twoTxTwoObj">
  <p:cSld name="Comparison">
    <p:spTree>
      <p:nvGrpSpPr>
        <p:cNvPr id="162" name=""/>
        <p:cNvGrpSpPr/>
        <p:nvPr/>
      </p:nvGrpSpPr>
      <p:grpSpPr>
        <a:xfrm>
          <a:off x="0" y="0"/>
          <a:ext cx="0" cy="0"/>
          <a:chOff x="0" y="0"/>
          <a:chExt cx="0" cy="0"/>
        </a:xfrm>
      </p:grpSpPr>
      <p:sp>
        <p:nvSpPr>
          <p:cNvPr id="1048736" name="Title 1"/>
          <p:cNvSpPr>
            <a:spLocks noGrp="1"/>
          </p:cNvSpPr>
          <p:nvPr>
            <p:ph type="title"/>
          </p:nvPr>
        </p:nvSpPr>
        <p:spPr>
          <a:xfrm>
            <a:off x="629841" y="365125"/>
            <a:ext cx="7886700" cy="1325563"/>
          </a:xfrm>
        </p:spPr>
        <p:txBody>
          <a:bodyPr/>
          <a:p>
            <a:r>
              <a:rPr altLang="zh-CN" lang="en-US" smtClean="0"/>
              <a:t>Click to edit Master title style</a:t>
            </a:r>
            <a:endParaRPr altLang="en-US" lang="zh-CN"/>
          </a:p>
        </p:txBody>
      </p:sp>
      <p:sp>
        <p:nvSpPr>
          <p:cNvPr id="1048737" name="Text Placeholder 2"/>
          <p:cNvSpPr>
            <a:spLocks noGrp="1"/>
          </p:cNvSpPr>
          <p:nvPr>
            <p:ph type="body" idx="1"/>
          </p:nvPr>
        </p:nvSpPr>
        <p:spPr>
          <a:xfrm>
            <a:off x="629841" y="1681163"/>
            <a:ext cx="3868340" cy="823912"/>
          </a:xfrm>
        </p:spPr>
        <p:txBody>
          <a:bodyPr anchor="b"/>
          <a:lstStyle>
            <a:lvl1pPr indent="0" marL="0">
              <a:buNone/>
              <a:defRPr b="1" sz="2400"/>
            </a:lvl1pPr>
            <a:lvl2pPr indent="0" marL="457200">
              <a:buNone/>
              <a:defRPr b="1" sz="2000"/>
            </a:lvl2pPr>
            <a:lvl3pPr indent="0" marL="914400">
              <a:buNone/>
              <a:defRPr b="1" sz="1800"/>
            </a:lvl3pPr>
            <a:lvl4pPr indent="0" marL="1371600">
              <a:buNone/>
              <a:defRPr b="1" sz="1600"/>
            </a:lvl4pPr>
            <a:lvl5pPr indent="0" marL="1828800">
              <a:buNone/>
              <a:defRPr b="1" sz="1600"/>
            </a:lvl5pPr>
            <a:lvl6pPr indent="0" marL="2286000">
              <a:buNone/>
              <a:defRPr b="1" sz="1600"/>
            </a:lvl6pPr>
            <a:lvl7pPr indent="0" marL="2743200">
              <a:buNone/>
              <a:defRPr b="1" sz="1600"/>
            </a:lvl7pPr>
            <a:lvl8pPr indent="0" marL="3200400">
              <a:buNone/>
              <a:defRPr b="1" sz="1600"/>
            </a:lvl8pPr>
            <a:lvl9pPr indent="0" marL="3657600">
              <a:buNone/>
              <a:defRPr b="1" sz="1600"/>
            </a:lvl9pPr>
          </a:lstStyle>
          <a:p>
            <a:pPr lvl="0"/>
            <a:r>
              <a:rPr altLang="zh-CN" lang="en-US" smtClean="0"/>
              <a:t>Click to edit Master text styles</a:t>
            </a:r>
          </a:p>
        </p:txBody>
      </p:sp>
      <p:sp>
        <p:nvSpPr>
          <p:cNvPr id="1048738" name="Content Placeholder 3"/>
          <p:cNvSpPr>
            <a:spLocks noGrp="1"/>
          </p:cNvSpPr>
          <p:nvPr>
            <p:ph sz="half" idx="2"/>
          </p:nvPr>
        </p:nvSpPr>
        <p:spPr>
          <a:xfrm>
            <a:off x="629841" y="2505075"/>
            <a:ext cx="3868340" cy="3684588"/>
          </a:xfrm>
        </p:spPr>
        <p:txBody>
          <a:bodyPr/>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739" name="Text Placeholder 4"/>
          <p:cNvSpPr>
            <a:spLocks noGrp="1"/>
          </p:cNvSpPr>
          <p:nvPr>
            <p:ph type="body" sz="quarter" idx="3"/>
          </p:nvPr>
        </p:nvSpPr>
        <p:spPr>
          <a:xfrm>
            <a:off x="4629150" y="1681163"/>
            <a:ext cx="3887391" cy="823912"/>
          </a:xfrm>
        </p:spPr>
        <p:txBody>
          <a:bodyPr anchor="b"/>
          <a:lstStyle>
            <a:lvl1pPr indent="0" marL="0">
              <a:buNone/>
              <a:defRPr b="1" sz="2400"/>
            </a:lvl1pPr>
            <a:lvl2pPr indent="0" marL="457200">
              <a:buNone/>
              <a:defRPr b="1" sz="2000"/>
            </a:lvl2pPr>
            <a:lvl3pPr indent="0" marL="914400">
              <a:buNone/>
              <a:defRPr b="1" sz="1800"/>
            </a:lvl3pPr>
            <a:lvl4pPr indent="0" marL="1371600">
              <a:buNone/>
              <a:defRPr b="1" sz="1600"/>
            </a:lvl4pPr>
            <a:lvl5pPr indent="0" marL="1828800">
              <a:buNone/>
              <a:defRPr b="1" sz="1600"/>
            </a:lvl5pPr>
            <a:lvl6pPr indent="0" marL="2286000">
              <a:buNone/>
              <a:defRPr b="1" sz="1600"/>
            </a:lvl6pPr>
            <a:lvl7pPr indent="0" marL="2743200">
              <a:buNone/>
              <a:defRPr b="1" sz="1600"/>
            </a:lvl7pPr>
            <a:lvl8pPr indent="0" marL="3200400">
              <a:buNone/>
              <a:defRPr b="1" sz="1600"/>
            </a:lvl8pPr>
            <a:lvl9pPr indent="0" marL="3657600">
              <a:buNone/>
              <a:defRPr b="1" sz="1600"/>
            </a:lvl9pPr>
          </a:lstStyle>
          <a:p>
            <a:pPr lvl="0"/>
            <a:r>
              <a:rPr altLang="zh-CN" lang="en-US" smtClean="0"/>
              <a:t>Click to edit Master text styles</a:t>
            </a:r>
          </a:p>
        </p:txBody>
      </p:sp>
      <p:sp>
        <p:nvSpPr>
          <p:cNvPr id="1048740" name="Content Placeholder 5"/>
          <p:cNvSpPr>
            <a:spLocks noGrp="1"/>
          </p:cNvSpPr>
          <p:nvPr>
            <p:ph sz="quarter" idx="4"/>
          </p:nvPr>
        </p:nvSpPr>
        <p:spPr>
          <a:xfrm>
            <a:off x="4629150" y="2505075"/>
            <a:ext cx="3887391" cy="3684588"/>
          </a:xfrm>
        </p:spPr>
        <p:txBody>
          <a:bodyPr/>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741"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742"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743"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type="titleOnly">
  <p:cSld name="Title Only">
    <p:spTree>
      <p:nvGrpSpPr>
        <p:cNvPr id="163" name=""/>
        <p:cNvGrpSpPr/>
        <p:nvPr/>
      </p:nvGrpSpPr>
      <p:grpSpPr>
        <a:xfrm>
          <a:off x="0" y="0"/>
          <a:ext cx="0" cy="0"/>
          <a:chOff x="0" y="0"/>
          <a:chExt cx="0" cy="0"/>
        </a:xfrm>
      </p:grpSpPr>
      <p:sp>
        <p:nvSpPr>
          <p:cNvPr id="1048744" name="Title 1"/>
          <p:cNvSpPr>
            <a:spLocks noGrp="1"/>
          </p:cNvSpPr>
          <p:nvPr>
            <p:ph type="title"/>
          </p:nvPr>
        </p:nvSpPr>
        <p:spPr/>
        <p:txBody>
          <a:bodyPr/>
          <a:p>
            <a:r>
              <a:rPr altLang="zh-CN" lang="en-US" smtClean="0"/>
              <a:t>Click to edit Master title style</a:t>
            </a:r>
            <a:endParaRPr altLang="en-US" lang="zh-CN"/>
          </a:p>
        </p:txBody>
      </p:sp>
      <p:sp>
        <p:nvSpPr>
          <p:cNvPr id="1048745"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746"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747"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type="blank">
  <p:cSld name="Blank">
    <p:spTree>
      <p:nvGrpSpPr>
        <p:cNvPr id="165" name=""/>
        <p:cNvGrpSpPr/>
        <p:nvPr/>
      </p:nvGrpSpPr>
      <p:grpSpPr>
        <a:xfrm>
          <a:off x="0" y="0"/>
          <a:ext cx="0" cy="0"/>
          <a:chOff x="0" y="0"/>
          <a:chExt cx="0" cy="0"/>
        </a:xfrm>
      </p:grpSpPr>
      <p:sp>
        <p:nvSpPr>
          <p:cNvPr id="1048753"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754"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755"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type="objTx">
  <p:cSld name="Content with Caption">
    <p:spTree>
      <p:nvGrpSpPr>
        <p:cNvPr id="170" name=""/>
        <p:cNvGrpSpPr/>
        <p:nvPr/>
      </p:nvGrpSpPr>
      <p:grpSpPr>
        <a:xfrm>
          <a:off x="0" y="0"/>
          <a:ext cx="0" cy="0"/>
          <a:chOff x="0" y="0"/>
          <a:chExt cx="0" cy="0"/>
        </a:xfrm>
      </p:grpSpPr>
      <p:sp>
        <p:nvSpPr>
          <p:cNvPr id="1048777" name="Title 1"/>
          <p:cNvSpPr>
            <a:spLocks noGrp="1"/>
          </p:cNvSpPr>
          <p:nvPr>
            <p:ph type="title"/>
          </p:nvPr>
        </p:nvSpPr>
        <p:spPr>
          <a:xfrm>
            <a:off x="629841" y="457200"/>
            <a:ext cx="2949177" cy="1600200"/>
          </a:xfrm>
        </p:spPr>
        <p:txBody>
          <a:bodyPr anchor="b"/>
          <a:lstStyle>
            <a:lvl1pPr>
              <a:defRPr sz="3200"/>
            </a:lvl1pPr>
          </a:lstStyle>
          <a:p>
            <a:r>
              <a:rPr altLang="zh-CN" lang="en-US" smtClean="0"/>
              <a:t>Click to edit Master title style</a:t>
            </a:r>
            <a:endParaRPr altLang="en-US" lang="zh-CN"/>
          </a:p>
        </p:txBody>
      </p:sp>
      <p:sp>
        <p:nvSpPr>
          <p:cNvPr id="1048778" name="Text Placeholder 3"/>
          <p:cNvSpPr>
            <a:spLocks noGrp="1"/>
          </p:cNvSpPr>
          <p:nvPr>
            <p:ph type="body" sz="half" idx="2"/>
          </p:nvPr>
        </p:nvSpPr>
        <p:spPr>
          <a:xfrm>
            <a:off x="629841" y="2057400"/>
            <a:ext cx="2949177" cy="3811588"/>
          </a:xfrm>
        </p:spPr>
        <p:txBody>
          <a:bodyPr/>
          <a:lstStyle>
            <a:lvl1pPr indent="0" marL="0">
              <a:buNone/>
              <a:defRPr sz="1600"/>
            </a:lvl1pPr>
            <a:lvl2pPr indent="0" marL="457200">
              <a:buNone/>
              <a:defRPr sz="1400"/>
            </a:lvl2pPr>
            <a:lvl3pPr indent="0" marL="914400">
              <a:buNone/>
              <a:defRPr sz="1200"/>
            </a:lvl3pPr>
            <a:lvl4pPr indent="0" marL="1371600">
              <a:buNone/>
              <a:defRPr sz="1000"/>
            </a:lvl4pPr>
            <a:lvl5pPr indent="0" marL="1828800">
              <a:buNone/>
              <a:defRPr sz="1000"/>
            </a:lvl5pPr>
            <a:lvl6pPr indent="0" marL="2286000">
              <a:buNone/>
              <a:defRPr sz="1000"/>
            </a:lvl6pPr>
            <a:lvl7pPr indent="0" marL="2743200">
              <a:buNone/>
              <a:defRPr sz="1000"/>
            </a:lvl7pPr>
            <a:lvl8pPr indent="0" marL="3200400">
              <a:buNone/>
              <a:defRPr sz="1000"/>
            </a:lvl8pPr>
            <a:lvl9pPr indent="0" marL="3657600">
              <a:buNone/>
              <a:defRPr sz="1000"/>
            </a:lvl9pPr>
          </a:lstStyle>
          <a:p>
            <a:pPr lvl="0"/>
            <a:r>
              <a:rPr altLang="zh-CN" lang="en-US" smtClean="0"/>
              <a:t>Click to edit Master text styles</a:t>
            </a:r>
          </a:p>
        </p:txBody>
      </p:sp>
      <p:sp>
        <p:nvSpPr>
          <p:cNvPr id="1048779" name="Content Placeholder 2"/>
          <p:cNvSpPr>
            <a:spLocks noGrp="1"/>
          </p:cNvSpPr>
          <p:nvPr>
            <p:ph idx="1"/>
          </p:nvPr>
        </p:nvSpPr>
        <p:spPr>
          <a:xfrm>
            <a:off x="3887391" y="987424"/>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780"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781"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782"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type="picTx">
  <p:cSld name="Picture with Caption">
    <p:spTree>
      <p:nvGrpSpPr>
        <p:cNvPr id="167" name=""/>
        <p:cNvGrpSpPr/>
        <p:nvPr/>
      </p:nvGrpSpPr>
      <p:grpSpPr>
        <a:xfrm>
          <a:off x="0" y="0"/>
          <a:ext cx="0" cy="0"/>
          <a:chOff x="0" y="0"/>
          <a:chExt cx="0" cy="0"/>
        </a:xfrm>
      </p:grpSpPr>
      <p:sp>
        <p:nvSpPr>
          <p:cNvPr id="1048761" name="Title 1"/>
          <p:cNvSpPr>
            <a:spLocks noGrp="1"/>
          </p:cNvSpPr>
          <p:nvPr>
            <p:ph type="title"/>
          </p:nvPr>
        </p:nvSpPr>
        <p:spPr>
          <a:xfrm>
            <a:off x="629841" y="457200"/>
            <a:ext cx="2949177" cy="1600200"/>
          </a:xfrm>
        </p:spPr>
        <p:txBody>
          <a:bodyPr anchor="b"/>
          <a:lstStyle>
            <a:lvl1pPr>
              <a:defRPr sz="3200"/>
            </a:lvl1pPr>
          </a:lstStyle>
          <a:p>
            <a:r>
              <a:rPr altLang="zh-CN" lang="en-US" smtClean="0"/>
              <a:t>Click to edit Master title style</a:t>
            </a:r>
            <a:endParaRPr altLang="en-US" lang="zh-CN"/>
          </a:p>
        </p:txBody>
      </p:sp>
      <p:sp>
        <p:nvSpPr>
          <p:cNvPr id="1048762" name="Text Placeholder 3"/>
          <p:cNvSpPr>
            <a:spLocks noGrp="1"/>
          </p:cNvSpPr>
          <p:nvPr>
            <p:ph type="body" sz="half" idx="2"/>
          </p:nvPr>
        </p:nvSpPr>
        <p:spPr>
          <a:xfrm>
            <a:off x="629841" y="2057400"/>
            <a:ext cx="2949177" cy="3811588"/>
          </a:xfrm>
        </p:spPr>
        <p:txBody>
          <a:bodyPr/>
          <a:lstStyle>
            <a:lvl1pPr indent="0" marL="0">
              <a:buNone/>
              <a:defRPr sz="1600"/>
            </a:lvl1pPr>
            <a:lvl2pPr indent="0" marL="457200">
              <a:buNone/>
              <a:defRPr sz="1400"/>
            </a:lvl2pPr>
            <a:lvl3pPr indent="0" marL="914400">
              <a:buNone/>
              <a:defRPr sz="1200"/>
            </a:lvl3pPr>
            <a:lvl4pPr indent="0" marL="1371600">
              <a:buNone/>
              <a:defRPr sz="1000"/>
            </a:lvl4pPr>
            <a:lvl5pPr indent="0" marL="1828800">
              <a:buNone/>
              <a:defRPr sz="1000"/>
            </a:lvl5pPr>
            <a:lvl6pPr indent="0" marL="2286000">
              <a:buNone/>
              <a:defRPr sz="1000"/>
            </a:lvl6pPr>
            <a:lvl7pPr indent="0" marL="2743200">
              <a:buNone/>
              <a:defRPr sz="1000"/>
            </a:lvl7pPr>
            <a:lvl8pPr indent="0" marL="3200400">
              <a:buNone/>
              <a:defRPr sz="1000"/>
            </a:lvl8pPr>
            <a:lvl9pPr indent="0" marL="3657600">
              <a:buNone/>
              <a:defRPr sz="1000"/>
            </a:lvl9pPr>
          </a:lstStyle>
          <a:p>
            <a:pPr lvl="0"/>
            <a:r>
              <a:rPr altLang="zh-CN" lang="en-US" smtClean="0"/>
              <a:t>Click to edit Master text styles</a:t>
            </a:r>
          </a:p>
        </p:txBody>
      </p:sp>
      <p:sp>
        <p:nvSpPr>
          <p:cNvPr id="1048763" name="Picture Placeholder 2"/>
          <p:cNvSpPr>
            <a:spLocks noGrp="1"/>
          </p:cNvSpPr>
          <p:nvPr>
            <p:ph type="pic" idx="1"/>
          </p:nvPr>
        </p:nvSpPr>
        <p:spPr>
          <a:xfrm>
            <a:off x="3887391" y="987424"/>
            <a:ext cx="4629150" cy="4873625"/>
          </a:xfrm>
        </p:spPr>
        <p:txBody>
          <a:bodyPr/>
          <a:lstStyle>
            <a:lvl1pPr indent="0" marL="0">
              <a:buNone/>
              <a:defRPr sz="3200"/>
            </a:lvl1pPr>
            <a:lvl2pPr indent="0" marL="457200">
              <a:buNone/>
              <a:defRPr sz="2800"/>
            </a:lvl2pPr>
            <a:lvl3pPr indent="0" marL="914400">
              <a:buNone/>
              <a:defRPr sz="2000"/>
            </a:lvl3pPr>
            <a:lvl4pPr indent="0" marL="1371600">
              <a:buNone/>
              <a:defRPr sz="2000"/>
            </a:lvl4pPr>
            <a:lvl5pPr indent="0" marL="1828800">
              <a:buNone/>
              <a:defRPr sz="2000"/>
            </a:lvl5pPr>
            <a:lvl6pPr indent="0" marL="2286000">
              <a:buNone/>
              <a:defRPr sz="2000"/>
            </a:lvl6pPr>
            <a:lvl7pPr indent="0" marL="2743200">
              <a:buNone/>
              <a:defRPr sz="2000"/>
            </a:lvl7pPr>
            <a:lvl8pPr indent="0" marL="3200400">
              <a:buNone/>
              <a:defRPr sz="2000"/>
            </a:lvl8pPr>
            <a:lvl9pPr indent="0" marL="3657600">
              <a:buNone/>
              <a:defRPr sz="2000"/>
            </a:lvl9pPr>
          </a:lstStyle>
          <a:p>
            <a:endParaRPr altLang="en-US" lang="zh-CN"/>
          </a:p>
        </p:txBody>
      </p:sp>
      <p:sp>
        <p:nvSpPr>
          <p:cNvPr id="1048764"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765"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766"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type="vertTx">
  <p:cSld name="Title and Vertical Text">
    <p:spTree>
      <p:nvGrpSpPr>
        <p:cNvPr id="169" name=""/>
        <p:cNvGrpSpPr/>
        <p:nvPr/>
      </p:nvGrpSpPr>
      <p:grpSpPr>
        <a:xfrm>
          <a:off x="0" y="0"/>
          <a:ext cx="0" cy="0"/>
          <a:chOff x="0" y="0"/>
          <a:chExt cx="0" cy="0"/>
        </a:xfrm>
      </p:grpSpPr>
      <p:sp>
        <p:nvSpPr>
          <p:cNvPr id="1048772" name="Title 1"/>
          <p:cNvSpPr>
            <a:spLocks noGrp="1"/>
          </p:cNvSpPr>
          <p:nvPr>
            <p:ph type="title"/>
          </p:nvPr>
        </p:nvSpPr>
        <p:spPr/>
        <p:txBody>
          <a:bodyPr/>
          <a:p>
            <a:r>
              <a:rPr altLang="zh-CN" lang="en-US" smtClean="0"/>
              <a:t>Click to edit Master title style</a:t>
            </a:r>
            <a:endParaRPr altLang="en-US" lang="zh-CN"/>
          </a:p>
        </p:txBody>
      </p:sp>
      <p:sp>
        <p:nvSpPr>
          <p:cNvPr id="1048773" name="Vertical Text Placeholder 2"/>
          <p:cNvSpPr>
            <a:spLocks noGrp="1"/>
          </p:cNvSpPr>
          <p:nvPr>
            <p:ph type="body" orient="vert" idx="1"/>
          </p:nvPr>
        </p:nvSpPr>
        <p:spPr/>
        <p:txBody>
          <a:bodyPr vert="eaVert"/>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774"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775"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776"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type="vertTitleAndTx">
  <p:cSld name="Vertical Title and Text">
    <p:spTree>
      <p:nvGrpSpPr>
        <p:cNvPr id="164" name=""/>
        <p:cNvGrpSpPr/>
        <p:nvPr/>
      </p:nvGrpSpPr>
      <p:grpSpPr>
        <a:xfrm>
          <a:off x="0" y="0"/>
          <a:ext cx="0" cy="0"/>
          <a:chOff x="0" y="0"/>
          <a:chExt cx="0" cy="0"/>
        </a:xfrm>
      </p:grpSpPr>
      <p:sp>
        <p:nvSpPr>
          <p:cNvPr id="1048748" name="Vertical Title 1"/>
          <p:cNvSpPr>
            <a:spLocks noGrp="1"/>
          </p:cNvSpPr>
          <p:nvPr>
            <p:ph type="title" orient="vert"/>
          </p:nvPr>
        </p:nvSpPr>
        <p:spPr>
          <a:xfrm>
            <a:off x="6543675" y="365125"/>
            <a:ext cx="1971675" cy="5811838"/>
          </a:xfrm>
        </p:spPr>
        <p:txBody>
          <a:bodyPr vert="eaVert"/>
          <a:p>
            <a:r>
              <a:rPr altLang="zh-CN" lang="en-US" smtClean="0"/>
              <a:t>Click to edit Master title style</a:t>
            </a:r>
            <a:endParaRPr altLang="en-US" lang="zh-CN"/>
          </a:p>
        </p:txBody>
      </p:sp>
      <p:sp>
        <p:nvSpPr>
          <p:cNvPr id="1048749" name="Vertical Text Placeholder 2"/>
          <p:cNvSpPr>
            <a:spLocks noGrp="1"/>
          </p:cNvSpPr>
          <p:nvPr>
            <p:ph type="body" orient="vert" idx="1"/>
          </p:nvPr>
        </p:nvSpPr>
        <p:spPr>
          <a:xfrm>
            <a:off x="628650" y="365125"/>
            <a:ext cx="5800725" cy="5811838"/>
          </a:xfrm>
        </p:spPr>
        <p:txBody>
          <a:bodyPr vert="eaVert"/>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750"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751"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752"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type="title">
  <p:cSld name="Title Slide">
    <p:spTree>
      <p:nvGrpSpPr>
        <p:cNvPr id="187" name=""/>
        <p:cNvGrpSpPr/>
        <p:nvPr/>
      </p:nvGrpSpPr>
      <p:grpSpPr>
        <a:xfrm>
          <a:off x="0" y="0"/>
          <a:ext cx="0" cy="0"/>
          <a:chOff x="0" y="0"/>
          <a:chExt cx="0" cy="0"/>
        </a:xfrm>
      </p:grpSpPr>
      <p:sp>
        <p:nvSpPr>
          <p:cNvPr id="1048814" name="Title 1"/>
          <p:cNvSpPr>
            <a:spLocks noGrp="1"/>
          </p:cNvSpPr>
          <p:nvPr>
            <p:ph type="ctrTitle"/>
          </p:nvPr>
        </p:nvSpPr>
        <p:spPr>
          <a:xfrm>
            <a:off x="1143000" y="1122363"/>
            <a:ext cx="6858000" cy="2387600"/>
          </a:xfrm>
        </p:spPr>
        <p:txBody>
          <a:bodyPr anchor="b"/>
          <a:lstStyle>
            <a:lvl1pPr>
              <a:defRPr sz="6000"/>
            </a:lvl1pPr>
          </a:lstStyle>
          <a:p>
            <a:r>
              <a:rPr altLang="zh-CN" lang="en-US" smtClean="0"/>
              <a:t>Click to edit Master title style</a:t>
            </a:r>
            <a:endParaRPr altLang="en-US" lang="zh-CN"/>
          </a:p>
        </p:txBody>
      </p:sp>
      <p:sp>
        <p:nvSpPr>
          <p:cNvPr id="1048815" name="Subtitle 2"/>
          <p:cNvSpPr>
            <a:spLocks noGrp="1"/>
          </p:cNvSpPr>
          <p:nvPr>
            <p:ph type="subTitle" idx="1"/>
          </p:nvPr>
        </p:nvSpPr>
        <p:spPr>
          <a:xfrm>
            <a:off x="1143000" y="3602038"/>
            <a:ext cx="6858000" cy="1655762"/>
          </a:xfrm>
        </p:spPr>
        <p:txBody>
          <a:bodyPr/>
          <a:lstStyle>
            <a:lvl1pPr algn="ctr" indent="0" marL="0">
              <a:buNone/>
              <a:defRPr sz="2400"/>
            </a:lvl1pPr>
            <a:lvl2pPr algn="ctr" indent="0" marL="457200">
              <a:buNone/>
              <a:defRPr sz="2000"/>
            </a:lvl2pPr>
            <a:lvl3pPr algn="ctr" indent="0" marL="914400">
              <a:buNone/>
              <a:defRPr sz="1800"/>
            </a:lvl3pPr>
            <a:lvl4pPr algn="ctr" indent="0" marL="1371600">
              <a:buNone/>
              <a:defRPr sz="1600"/>
            </a:lvl4pPr>
            <a:lvl5pPr algn="ctr" indent="0" marL="1828800">
              <a:buNone/>
              <a:defRPr sz="1600"/>
            </a:lvl5pPr>
            <a:lvl6pPr algn="ctr" indent="0" marL="2286000">
              <a:buNone/>
              <a:defRPr sz="1600"/>
            </a:lvl6pPr>
            <a:lvl7pPr algn="ctr" indent="0" marL="2743200">
              <a:buNone/>
              <a:defRPr sz="1600"/>
            </a:lvl7pPr>
            <a:lvl8pPr algn="ctr" indent="0" marL="3200400">
              <a:buNone/>
              <a:defRPr sz="1600"/>
            </a:lvl8pPr>
            <a:lvl9pPr algn="ctr" indent="0" marL="3657600">
              <a:buNone/>
              <a:defRPr sz="1600"/>
            </a:lvl9pPr>
          </a:lstStyle>
          <a:p>
            <a:r>
              <a:rPr altLang="zh-CN" lang="en-US" smtClean="0"/>
              <a:t>Click to edit Master subtitle style</a:t>
            </a:r>
            <a:endParaRPr altLang="en-US" lang="zh-CN"/>
          </a:p>
        </p:txBody>
      </p:sp>
      <p:sp>
        <p:nvSpPr>
          <p:cNvPr id="1048816"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817"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818"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type="obj">
  <p:cSld name="Title and Content">
    <p:spTree>
      <p:nvGrpSpPr>
        <p:cNvPr id="190" name=""/>
        <p:cNvGrpSpPr/>
        <p:nvPr/>
      </p:nvGrpSpPr>
      <p:grpSpPr>
        <a:xfrm>
          <a:off x="0" y="0"/>
          <a:ext cx="0" cy="0"/>
          <a:chOff x="0" y="0"/>
          <a:chExt cx="0" cy="0"/>
        </a:xfrm>
      </p:grpSpPr>
      <p:sp>
        <p:nvSpPr>
          <p:cNvPr id="1048830" name="Title 1"/>
          <p:cNvSpPr>
            <a:spLocks noGrp="1"/>
          </p:cNvSpPr>
          <p:nvPr>
            <p:ph type="title"/>
          </p:nvPr>
        </p:nvSpPr>
        <p:spPr/>
        <p:txBody>
          <a:bodyPr/>
          <a:p>
            <a:r>
              <a:rPr altLang="zh-CN" lang="en-US" smtClean="0"/>
              <a:t>Click to edit Master title style</a:t>
            </a:r>
            <a:endParaRPr altLang="en-US" lang="zh-CN"/>
          </a:p>
        </p:txBody>
      </p:sp>
      <p:sp>
        <p:nvSpPr>
          <p:cNvPr id="1048831" name="Content Placeholder 2"/>
          <p:cNvSpPr>
            <a:spLocks noGrp="1"/>
          </p:cNvSpPr>
          <p:nvPr>
            <p:ph idx="1"/>
          </p:nvPr>
        </p:nvSpPr>
        <p:spPr/>
        <p:txBody>
          <a:bodyPr/>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832"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833"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834"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type="secHead">
  <p:cSld name="Section Header">
    <p:spTree>
      <p:nvGrpSpPr>
        <p:cNvPr id="192" name=""/>
        <p:cNvGrpSpPr/>
        <p:nvPr/>
      </p:nvGrpSpPr>
      <p:grpSpPr>
        <a:xfrm>
          <a:off x="0" y="0"/>
          <a:ext cx="0" cy="0"/>
          <a:chOff x="0" y="0"/>
          <a:chExt cx="0" cy="0"/>
        </a:xfrm>
      </p:grpSpPr>
      <p:sp>
        <p:nvSpPr>
          <p:cNvPr id="1048838" name="Title 1"/>
          <p:cNvSpPr>
            <a:spLocks noGrp="1"/>
          </p:cNvSpPr>
          <p:nvPr>
            <p:ph type="title"/>
          </p:nvPr>
        </p:nvSpPr>
        <p:spPr>
          <a:xfrm>
            <a:off x="623887" y="1709738"/>
            <a:ext cx="7886700" cy="2852737"/>
          </a:xfrm>
        </p:spPr>
        <p:txBody>
          <a:bodyPr anchor="b"/>
          <a:lstStyle>
            <a:lvl1pPr>
              <a:defRPr sz="6000"/>
            </a:lvl1pPr>
          </a:lstStyle>
          <a:p>
            <a:r>
              <a:rPr altLang="zh-CN" lang="en-US" smtClean="0"/>
              <a:t>Click to edit Master title style</a:t>
            </a:r>
            <a:endParaRPr altLang="en-US" lang="zh-CN"/>
          </a:p>
        </p:txBody>
      </p:sp>
      <p:sp>
        <p:nvSpPr>
          <p:cNvPr id="1048839" name="Text Placeholder 2"/>
          <p:cNvSpPr>
            <a:spLocks noGrp="1"/>
          </p:cNvSpPr>
          <p:nvPr>
            <p:ph type="body" idx="1"/>
          </p:nvPr>
        </p:nvSpPr>
        <p:spPr>
          <a:xfrm>
            <a:off x="623887" y="4589463"/>
            <a:ext cx="7886700" cy="1500187"/>
          </a:xfrm>
        </p:spPr>
        <p:txBody>
          <a:bodyPr/>
          <a:lstStyle>
            <a:lvl1pPr indent="0" marL="0">
              <a:buNone/>
              <a:defRPr sz="2400"/>
            </a:lvl1pPr>
            <a:lvl2pPr indent="0" marL="457200">
              <a:buNone/>
              <a:defRPr sz="2000"/>
            </a:lvl2pPr>
            <a:lvl3pPr indent="0" marL="914400">
              <a:buNone/>
              <a:defRPr sz="1800"/>
            </a:lvl3pPr>
            <a:lvl4pPr indent="0" marL="1371600">
              <a:buNone/>
              <a:defRPr sz="1600"/>
            </a:lvl4pPr>
            <a:lvl5pPr indent="0" marL="1828800">
              <a:buNone/>
              <a:defRPr sz="1600"/>
            </a:lvl5pPr>
            <a:lvl6pPr indent="0" marL="2286000">
              <a:buNone/>
              <a:defRPr sz="1600"/>
            </a:lvl6pPr>
            <a:lvl7pPr indent="0" marL="2743200">
              <a:buNone/>
              <a:defRPr sz="1600"/>
            </a:lvl7pPr>
            <a:lvl8pPr indent="0" marL="3200400">
              <a:buNone/>
              <a:defRPr sz="1600"/>
            </a:lvl8pPr>
            <a:lvl9pPr indent="0" marL="3657600">
              <a:buNone/>
              <a:defRPr sz="1600"/>
            </a:lvl9pPr>
          </a:lstStyle>
          <a:p>
            <a:pPr lvl="0"/>
            <a:r>
              <a:rPr altLang="zh-CN" lang="en-US" smtClean="0"/>
              <a:t>Click to edit Master text styles</a:t>
            </a:r>
          </a:p>
        </p:txBody>
      </p:sp>
      <p:sp>
        <p:nvSpPr>
          <p:cNvPr id="1048840"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841"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842"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type="twoObj">
  <p:cSld name="Two Content">
    <p:spTree>
      <p:nvGrpSpPr>
        <p:cNvPr id="183" name=""/>
        <p:cNvGrpSpPr/>
        <p:nvPr/>
      </p:nvGrpSpPr>
      <p:grpSpPr>
        <a:xfrm>
          <a:off x="0" y="0"/>
          <a:ext cx="0" cy="0"/>
          <a:chOff x="0" y="0"/>
          <a:chExt cx="0" cy="0"/>
        </a:xfrm>
      </p:grpSpPr>
      <p:sp>
        <p:nvSpPr>
          <p:cNvPr id="1048790" name="Title 1"/>
          <p:cNvSpPr>
            <a:spLocks noGrp="1"/>
          </p:cNvSpPr>
          <p:nvPr>
            <p:ph type="title"/>
          </p:nvPr>
        </p:nvSpPr>
        <p:spPr/>
        <p:txBody>
          <a:bodyPr/>
          <a:p>
            <a:r>
              <a:rPr altLang="zh-CN" lang="en-US" smtClean="0"/>
              <a:t>Click to edit Master title style</a:t>
            </a:r>
            <a:endParaRPr altLang="en-US" lang="zh-CN"/>
          </a:p>
        </p:txBody>
      </p:sp>
      <p:sp>
        <p:nvSpPr>
          <p:cNvPr id="1048791" name="Content Placeholder 2"/>
          <p:cNvSpPr>
            <a:spLocks noGrp="1"/>
          </p:cNvSpPr>
          <p:nvPr>
            <p:ph sz="half" idx="1"/>
          </p:nvPr>
        </p:nvSpPr>
        <p:spPr>
          <a:xfrm>
            <a:off x="628650" y="1825625"/>
            <a:ext cx="3886200" cy="4351338"/>
          </a:xfrm>
        </p:spPr>
        <p:txBody>
          <a:bodyPr/>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792" name="Content Placeholder 3"/>
          <p:cNvSpPr>
            <a:spLocks noGrp="1"/>
          </p:cNvSpPr>
          <p:nvPr>
            <p:ph sz="half" idx="2"/>
          </p:nvPr>
        </p:nvSpPr>
        <p:spPr>
          <a:xfrm>
            <a:off x="4629150" y="1825625"/>
            <a:ext cx="3886200" cy="4351338"/>
          </a:xfrm>
        </p:spPr>
        <p:txBody>
          <a:bodyPr/>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793"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794"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795"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type="twoTxTwoObj">
  <p:cSld name="Comparison">
    <p:spTree>
      <p:nvGrpSpPr>
        <p:cNvPr id="186" name=""/>
        <p:cNvGrpSpPr/>
        <p:nvPr/>
      </p:nvGrpSpPr>
      <p:grpSpPr>
        <a:xfrm>
          <a:off x="0" y="0"/>
          <a:ext cx="0" cy="0"/>
          <a:chOff x="0" y="0"/>
          <a:chExt cx="0" cy="0"/>
        </a:xfrm>
      </p:grpSpPr>
      <p:sp>
        <p:nvSpPr>
          <p:cNvPr id="1048806" name="Title 1"/>
          <p:cNvSpPr>
            <a:spLocks noGrp="1"/>
          </p:cNvSpPr>
          <p:nvPr>
            <p:ph type="title"/>
          </p:nvPr>
        </p:nvSpPr>
        <p:spPr>
          <a:xfrm>
            <a:off x="629841" y="365125"/>
            <a:ext cx="7886700" cy="1325563"/>
          </a:xfrm>
        </p:spPr>
        <p:txBody>
          <a:bodyPr/>
          <a:p>
            <a:r>
              <a:rPr altLang="zh-CN" lang="en-US" smtClean="0"/>
              <a:t>Click to edit Master title style</a:t>
            </a:r>
            <a:endParaRPr altLang="en-US" lang="zh-CN"/>
          </a:p>
        </p:txBody>
      </p:sp>
      <p:sp>
        <p:nvSpPr>
          <p:cNvPr id="1048807" name="Text Placeholder 2"/>
          <p:cNvSpPr>
            <a:spLocks noGrp="1"/>
          </p:cNvSpPr>
          <p:nvPr>
            <p:ph type="body" idx="1"/>
          </p:nvPr>
        </p:nvSpPr>
        <p:spPr>
          <a:xfrm>
            <a:off x="629841" y="1681163"/>
            <a:ext cx="3868340" cy="823912"/>
          </a:xfrm>
        </p:spPr>
        <p:txBody>
          <a:bodyPr anchor="b"/>
          <a:lstStyle>
            <a:lvl1pPr indent="0" marL="0">
              <a:buNone/>
              <a:defRPr b="1" sz="2400"/>
            </a:lvl1pPr>
            <a:lvl2pPr indent="0" marL="457200">
              <a:buNone/>
              <a:defRPr b="1" sz="2000"/>
            </a:lvl2pPr>
            <a:lvl3pPr indent="0" marL="914400">
              <a:buNone/>
              <a:defRPr b="1" sz="1800"/>
            </a:lvl3pPr>
            <a:lvl4pPr indent="0" marL="1371600">
              <a:buNone/>
              <a:defRPr b="1" sz="1600"/>
            </a:lvl4pPr>
            <a:lvl5pPr indent="0" marL="1828800">
              <a:buNone/>
              <a:defRPr b="1" sz="1600"/>
            </a:lvl5pPr>
            <a:lvl6pPr indent="0" marL="2286000">
              <a:buNone/>
              <a:defRPr b="1" sz="1600"/>
            </a:lvl6pPr>
            <a:lvl7pPr indent="0" marL="2743200">
              <a:buNone/>
              <a:defRPr b="1" sz="1600"/>
            </a:lvl7pPr>
            <a:lvl8pPr indent="0" marL="3200400">
              <a:buNone/>
              <a:defRPr b="1" sz="1600"/>
            </a:lvl8pPr>
            <a:lvl9pPr indent="0" marL="3657600">
              <a:buNone/>
              <a:defRPr b="1" sz="1600"/>
            </a:lvl9pPr>
          </a:lstStyle>
          <a:p>
            <a:pPr lvl="0"/>
            <a:r>
              <a:rPr altLang="zh-CN" lang="en-US" smtClean="0"/>
              <a:t>Click to edit Master text styles</a:t>
            </a:r>
          </a:p>
        </p:txBody>
      </p:sp>
      <p:sp>
        <p:nvSpPr>
          <p:cNvPr id="1048808" name="Content Placeholder 3"/>
          <p:cNvSpPr>
            <a:spLocks noGrp="1"/>
          </p:cNvSpPr>
          <p:nvPr>
            <p:ph sz="half" idx="2"/>
          </p:nvPr>
        </p:nvSpPr>
        <p:spPr>
          <a:xfrm>
            <a:off x="629841" y="2505075"/>
            <a:ext cx="3868340" cy="3684588"/>
          </a:xfrm>
        </p:spPr>
        <p:txBody>
          <a:bodyPr/>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809" name="Text Placeholder 4"/>
          <p:cNvSpPr>
            <a:spLocks noGrp="1"/>
          </p:cNvSpPr>
          <p:nvPr>
            <p:ph type="body" sz="quarter" idx="3"/>
          </p:nvPr>
        </p:nvSpPr>
        <p:spPr>
          <a:xfrm>
            <a:off x="4629150" y="1681163"/>
            <a:ext cx="3887391" cy="823912"/>
          </a:xfrm>
        </p:spPr>
        <p:txBody>
          <a:bodyPr anchor="b"/>
          <a:lstStyle>
            <a:lvl1pPr indent="0" marL="0">
              <a:buNone/>
              <a:defRPr b="1" sz="2400"/>
            </a:lvl1pPr>
            <a:lvl2pPr indent="0" marL="457200">
              <a:buNone/>
              <a:defRPr b="1" sz="2000"/>
            </a:lvl2pPr>
            <a:lvl3pPr indent="0" marL="914400">
              <a:buNone/>
              <a:defRPr b="1" sz="1800"/>
            </a:lvl3pPr>
            <a:lvl4pPr indent="0" marL="1371600">
              <a:buNone/>
              <a:defRPr b="1" sz="1600"/>
            </a:lvl4pPr>
            <a:lvl5pPr indent="0" marL="1828800">
              <a:buNone/>
              <a:defRPr b="1" sz="1600"/>
            </a:lvl5pPr>
            <a:lvl6pPr indent="0" marL="2286000">
              <a:buNone/>
              <a:defRPr b="1" sz="1600"/>
            </a:lvl6pPr>
            <a:lvl7pPr indent="0" marL="2743200">
              <a:buNone/>
              <a:defRPr b="1" sz="1600"/>
            </a:lvl7pPr>
            <a:lvl8pPr indent="0" marL="3200400">
              <a:buNone/>
              <a:defRPr b="1" sz="1600"/>
            </a:lvl8pPr>
            <a:lvl9pPr indent="0" marL="3657600">
              <a:buNone/>
              <a:defRPr b="1" sz="1600"/>
            </a:lvl9pPr>
          </a:lstStyle>
          <a:p>
            <a:pPr lvl="0"/>
            <a:r>
              <a:rPr altLang="zh-CN" lang="en-US" smtClean="0"/>
              <a:t>Click to edit Master text styles</a:t>
            </a:r>
          </a:p>
        </p:txBody>
      </p:sp>
      <p:sp>
        <p:nvSpPr>
          <p:cNvPr id="1048810" name="Content Placeholder 5"/>
          <p:cNvSpPr>
            <a:spLocks noGrp="1"/>
          </p:cNvSpPr>
          <p:nvPr>
            <p:ph sz="quarter" idx="4"/>
          </p:nvPr>
        </p:nvSpPr>
        <p:spPr>
          <a:xfrm>
            <a:off x="4629150" y="2505075"/>
            <a:ext cx="3887391" cy="3684588"/>
          </a:xfrm>
        </p:spPr>
        <p:txBody>
          <a:bodyPr/>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811"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812"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813"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type="titleOnly">
  <p:cSld name="Title Only">
    <p:spTree>
      <p:nvGrpSpPr>
        <p:cNvPr id="185" name=""/>
        <p:cNvGrpSpPr/>
        <p:nvPr/>
      </p:nvGrpSpPr>
      <p:grpSpPr>
        <a:xfrm>
          <a:off x="0" y="0"/>
          <a:ext cx="0" cy="0"/>
          <a:chOff x="0" y="0"/>
          <a:chExt cx="0" cy="0"/>
        </a:xfrm>
      </p:grpSpPr>
      <p:sp>
        <p:nvSpPr>
          <p:cNvPr id="1048802" name="Title 1"/>
          <p:cNvSpPr>
            <a:spLocks noGrp="1"/>
          </p:cNvSpPr>
          <p:nvPr>
            <p:ph type="title"/>
          </p:nvPr>
        </p:nvSpPr>
        <p:spPr/>
        <p:txBody>
          <a:bodyPr/>
          <a:p>
            <a:r>
              <a:rPr altLang="zh-CN" lang="en-US" smtClean="0"/>
              <a:t>Click to edit Master title style</a:t>
            </a:r>
            <a:endParaRPr altLang="en-US" lang="zh-CN"/>
          </a:p>
        </p:txBody>
      </p:sp>
      <p:sp>
        <p:nvSpPr>
          <p:cNvPr id="1048803"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804"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805"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type="blank">
  <p:cSld name="Blank">
    <p:spTree>
      <p:nvGrpSpPr>
        <p:cNvPr id="191" name=""/>
        <p:cNvGrpSpPr/>
        <p:nvPr/>
      </p:nvGrpSpPr>
      <p:grpSpPr>
        <a:xfrm>
          <a:off x="0" y="0"/>
          <a:ext cx="0" cy="0"/>
          <a:chOff x="0" y="0"/>
          <a:chExt cx="0" cy="0"/>
        </a:xfrm>
      </p:grpSpPr>
      <p:sp>
        <p:nvSpPr>
          <p:cNvPr id="1048835"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836"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837"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type="objTx">
  <p:cSld name="Content with Caption">
    <p:spTree>
      <p:nvGrpSpPr>
        <p:cNvPr id="184" name=""/>
        <p:cNvGrpSpPr/>
        <p:nvPr/>
      </p:nvGrpSpPr>
      <p:grpSpPr>
        <a:xfrm>
          <a:off x="0" y="0"/>
          <a:ext cx="0" cy="0"/>
          <a:chOff x="0" y="0"/>
          <a:chExt cx="0" cy="0"/>
        </a:xfrm>
      </p:grpSpPr>
      <p:sp>
        <p:nvSpPr>
          <p:cNvPr id="1048796" name="Title 1"/>
          <p:cNvSpPr>
            <a:spLocks noGrp="1"/>
          </p:cNvSpPr>
          <p:nvPr>
            <p:ph type="title"/>
          </p:nvPr>
        </p:nvSpPr>
        <p:spPr>
          <a:xfrm>
            <a:off x="629841" y="457200"/>
            <a:ext cx="2949177" cy="1600200"/>
          </a:xfrm>
        </p:spPr>
        <p:txBody>
          <a:bodyPr anchor="b"/>
          <a:lstStyle>
            <a:lvl1pPr>
              <a:defRPr sz="3200"/>
            </a:lvl1pPr>
          </a:lstStyle>
          <a:p>
            <a:r>
              <a:rPr altLang="zh-CN" lang="en-US" smtClean="0"/>
              <a:t>Click to edit Master title style</a:t>
            </a:r>
            <a:endParaRPr altLang="en-US" lang="zh-CN"/>
          </a:p>
        </p:txBody>
      </p:sp>
      <p:sp>
        <p:nvSpPr>
          <p:cNvPr id="1048797" name="Text Placeholder 3"/>
          <p:cNvSpPr>
            <a:spLocks noGrp="1"/>
          </p:cNvSpPr>
          <p:nvPr>
            <p:ph type="body" sz="half" idx="2"/>
          </p:nvPr>
        </p:nvSpPr>
        <p:spPr>
          <a:xfrm>
            <a:off x="629841" y="2057400"/>
            <a:ext cx="2949177" cy="3811588"/>
          </a:xfrm>
        </p:spPr>
        <p:txBody>
          <a:bodyPr/>
          <a:lstStyle>
            <a:lvl1pPr indent="0" marL="0">
              <a:buNone/>
              <a:defRPr sz="1600"/>
            </a:lvl1pPr>
            <a:lvl2pPr indent="0" marL="457200">
              <a:buNone/>
              <a:defRPr sz="1400"/>
            </a:lvl2pPr>
            <a:lvl3pPr indent="0" marL="914400">
              <a:buNone/>
              <a:defRPr sz="1200"/>
            </a:lvl3pPr>
            <a:lvl4pPr indent="0" marL="1371600">
              <a:buNone/>
              <a:defRPr sz="1000"/>
            </a:lvl4pPr>
            <a:lvl5pPr indent="0" marL="1828800">
              <a:buNone/>
              <a:defRPr sz="1000"/>
            </a:lvl5pPr>
            <a:lvl6pPr indent="0" marL="2286000">
              <a:buNone/>
              <a:defRPr sz="1000"/>
            </a:lvl6pPr>
            <a:lvl7pPr indent="0" marL="2743200">
              <a:buNone/>
              <a:defRPr sz="1000"/>
            </a:lvl7pPr>
            <a:lvl8pPr indent="0" marL="3200400">
              <a:buNone/>
              <a:defRPr sz="1000"/>
            </a:lvl8pPr>
            <a:lvl9pPr indent="0" marL="3657600">
              <a:buNone/>
              <a:defRPr sz="1000"/>
            </a:lvl9pPr>
          </a:lstStyle>
          <a:p>
            <a:pPr lvl="0"/>
            <a:r>
              <a:rPr altLang="zh-CN" lang="en-US" smtClean="0"/>
              <a:t>Click to edit Master text styles</a:t>
            </a:r>
          </a:p>
        </p:txBody>
      </p:sp>
      <p:sp>
        <p:nvSpPr>
          <p:cNvPr id="1048798" name="Content Placeholder 2"/>
          <p:cNvSpPr>
            <a:spLocks noGrp="1"/>
          </p:cNvSpPr>
          <p:nvPr>
            <p:ph idx="1"/>
          </p:nvPr>
        </p:nvSpPr>
        <p:spPr>
          <a:xfrm>
            <a:off x="3887391" y="987424"/>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799"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800"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801"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type="picTx">
  <p:cSld name="Picture with Caption">
    <p:spTree>
      <p:nvGrpSpPr>
        <p:cNvPr id="189" name=""/>
        <p:cNvGrpSpPr/>
        <p:nvPr/>
      </p:nvGrpSpPr>
      <p:grpSpPr>
        <a:xfrm>
          <a:off x="0" y="0"/>
          <a:ext cx="0" cy="0"/>
          <a:chOff x="0" y="0"/>
          <a:chExt cx="0" cy="0"/>
        </a:xfrm>
      </p:grpSpPr>
      <p:sp>
        <p:nvSpPr>
          <p:cNvPr id="1048824" name="Title 1"/>
          <p:cNvSpPr>
            <a:spLocks noGrp="1"/>
          </p:cNvSpPr>
          <p:nvPr>
            <p:ph type="title"/>
          </p:nvPr>
        </p:nvSpPr>
        <p:spPr>
          <a:xfrm>
            <a:off x="629841" y="457200"/>
            <a:ext cx="2949177" cy="1600200"/>
          </a:xfrm>
        </p:spPr>
        <p:txBody>
          <a:bodyPr anchor="b"/>
          <a:lstStyle>
            <a:lvl1pPr>
              <a:defRPr sz="3200"/>
            </a:lvl1pPr>
          </a:lstStyle>
          <a:p>
            <a:r>
              <a:rPr altLang="zh-CN" lang="en-US" smtClean="0"/>
              <a:t>Click to edit Master title style</a:t>
            </a:r>
            <a:endParaRPr altLang="en-US" lang="zh-CN"/>
          </a:p>
        </p:txBody>
      </p:sp>
      <p:sp>
        <p:nvSpPr>
          <p:cNvPr id="1048825" name="Text Placeholder 3"/>
          <p:cNvSpPr>
            <a:spLocks noGrp="1"/>
          </p:cNvSpPr>
          <p:nvPr>
            <p:ph type="body" sz="half" idx="2"/>
          </p:nvPr>
        </p:nvSpPr>
        <p:spPr>
          <a:xfrm>
            <a:off x="629841" y="2057400"/>
            <a:ext cx="2949177" cy="3811588"/>
          </a:xfrm>
        </p:spPr>
        <p:txBody>
          <a:bodyPr/>
          <a:lstStyle>
            <a:lvl1pPr indent="0" marL="0">
              <a:buNone/>
              <a:defRPr sz="1600"/>
            </a:lvl1pPr>
            <a:lvl2pPr indent="0" marL="457200">
              <a:buNone/>
              <a:defRPr sz="1400"/>
            </a:lvl2pPr>
            <a:lvl3pPr indent="0" marL="914400">
              <a:buNone/>
              <a:defRPr sz="1200"/>
            </a:lvl3pPr>
            <a:lvl4pPr indent="0" marL="1371600">
              <a:buNone/>
              <a:defRPr sz="1000"/>
            </a:lvl4pPr>
            <a:lvl5pPr indent="0" marL="1828800">
              <a:buNone/>
              <a:defRPr sz="1000"/>
            </a:lvl5pPr>
            <a:lvl6pPr indent="0" marL="2286000">
              <a:buNone/>
              <a:defRPr sz="1000"/>
            </a:lvl6pPr>
            <a:lvl7pPr indent="0" marL="2743200">
              <a:buNone/>
              <a:defRPr sz="1000"/>
            </a:lvl7pPr>
            <a:lvl8pPr indent="0" marL="3200400">
              <a:buNone/>
              <a:defRPr sz="1000"/>
            </a:lvl8pPr>
            <a:lvl9pPr indent="0" marL="3657600">
              <a:buNone/>
              <a:defRPr sz="1000"/>
            </a:lvl9pPr>
          </a:lstStyle>
          <a:p>
            <a:pPr lvl="0"/>
            <a:r>
              <a:rPr altLang="zh-CN" lang="en-US" smtClean="0"/>
              <a:t>Click to edit Master text styles</a:t>
            </a:r>
          </a:p>
        </p:txBody>
      </p:sp>
      <p:sp>
        <p:nvSpPr>
          <p:cNvPr id="1048826" name="Picture Placeholder 2"/>
          <p:cNvSpPr>
            <a:spLocks noGrp="1"/>
          </p:cNvSpPr>
          <p:nvPr>
            <p:ph type="pic" idx="1"/>
          </p:nvPr>
        </p:nvSpPr>
        <p:spPr>
          <a:xfrm>
            <a:off x="3887391" y="987424"/>
            <a:ext cx="4629150" cy="4873625"/>
          </a:xfrm>
        </p:spPr>
        <p:txBody>
          <a:bodyPr/>
          <a:lstStyle>
            <a:lvl1pPr indent="0" marL="0">
              <a:buNone/>
              <a:defRPr sz="3200"/>
            </a:lvl1pPr>
            <a:lvl2pPr indent="0" marL="457200">
              <a:buNone/>
              <a:defRPr sz="2800"/>
            </a:lvl2pPr>
            <a:lvl3pPr indent="0" marL="914400">
              <a:buNone/>
              <a:defRPr sz="2000"/>
            </a:lvl3pPr>
            <a:lvl4pPr indent="0" marL="1371600">
              <a:buNone/>
              <a:defRPr sz="2000"/>
            </a:lvl4pPr>
            <a:lvl5pPr indent="0" marL="1828800">
              <a:buNone/>
              <a:defRPr sz="2000"/>
            </a:lvl5pPr>
            <a:lvl6pPr indent="0" marL="2286000">
              <a:buNone/>
              <a:defRPr sz="2000"/>
            </a:lvl6pPr>
            <a:lvl7pPr indent="0" marL="2743200">
              <a:buNone/>
              <a:defRPr sz="2000"/>
            </a:lvl7pPr>
            <a:lvl8pPr indent="0" marL="3200400">
              <a:buNone/>
              <a:defRPr sz="2000"/>
            </a:lvl8pPr>
            <a:lvl9pPr indent="0" marL="3657600">
              <a:buNone/>
              <a:defRPr sz="2000"/>
            </a:lvl9pPr>
          </a:lstStyle>
          <a:p>
            <a:endParaRPr altLang="en-US" lang="zh-CN"/>
          </a:p>
        </p:txBody>
      </p:sp>
      <p:sp>
        <p:nvSpPr>
          <p:cNvPr id="1048827"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828"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829"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type="vertTx">
  <p:cSld name="Title and Vertical Text">
    <p:spTree>
      <p:nvGrpSpPr>
        <p:cNvPr id="188" name=""/>
        <p:cNvGrpSpPr/>
        <p:nvPr/>
      </p:nvGrpSpPr>
      <p:grpSpPr>
        <a:xfrm>
          <a:off x="0" y="0"/>
          <a:ext cx="0" cy="0"/>
          <a:chOff x="0" y="0"/>
          <a:chExt cx="0" cy="0"/>
        </a:xfrm>
      </p:grpSpPr>
      <p:sp>
        <p:nvSpPr>
          <p:cNvPr id="1048819" name="Title 1"/>
          <p:cNvSpPr>
            <a:spLocks noGrp="1"/>
          </p:cNvSpPr>
          <p:nvPr>
            <p:ph type="title"/>
          </p:nvPr>
        </p:nvSpPr>
        <p:spPr/>
        <p:txBody>
          <a:bodyPr/>
          <a:p>
            <a:r>
              <a:rPr altLang="zh-CN" lang="en-US" smtClean="0"/>
              <a:t>Click to edit Master title style</a:t>
            </a:r>
            <a:endParaRPr altLang="en-US" lang="zh-CN"/>
          </a:p>
        </p:txBody>
      </p:sp>
      <p:sp>
        <p:nvSpPr>
          <p:cNvPr id="1048820" name="Vertical Text Placeholder 2"/>
          <p:cNvSpPr>
            <a:spLocks noGrp="1"/>
          </p:cNvSpPr>
          <p:nvPr>
            <p:ph type="body" orient="vert" idx="1"/>
          </p:nvPr>
        </p:nvSpPr>
        <p:spPr/>
        <p:txBody>
          <a:bodyPr vert="eaVert"/>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821"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822"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823"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type="vertTitleAndTx">
  <p:cSld name="Vertical Title and Text">
    <p:spTree>
      <p:nvGrpSpPr>
        <p:cNvPr id="193" name=""/>
        <p:cNvGrpSpPr/>
        <p:nvPr/>
      </p:nvGrpSpPr>
      <p:grpSpPr>
        <a:xfrm>
          <a:off x="0" y="0"/>
          <a:ext cx="0" cy="0"/>
          <a:chOff x="0" y="0"/>
          <a:chExt cx="0" cy="0"/>
        </a:xfrm>
      </p:grpSpPr>
      <p:sp>
        <p:nvSpPr>
          <p:cNvPr id="1048843" name="Vertical Title 1"/>
          <p:cNvSpPr>
            <a:spLocks noGrp="1"/>
          </p:cNvSpPr>
          <p:nvPr>
            <p:ph type="title" orient="vert"/>
          </p:nvPr>
        </p:nvSpPr>
        <p:spPr>
          <a:xfrm>
            <a:off x="6543675" y="365125"/>
            <a:ext cx="1971675" cy="5811838"/>
          </a:xfrm>
        </p:spPr>
        <p:txBody>
          <a:bodyPr vert="eaVert"/>
          <a:p>
            <a:r>
              <a:rPr altLang="zh-CN" lang="en-US" smtClean="0"/>
              <a:t>Click to edit Master title style</a:t>
            </a:r>
            <a:endParaRPr altLang="en-US" lang="zh-CN"/>
          </a:p>
        </p:txBody>
      </p:sp>
      <p:sp>
        <p:nvSpPr>
          <p:cNvPr id="1048844" name="Vertical Text Placeholder 2"/>
          <p:cNvSpPr>
            <a:spLocks noGrp="1"/>
          </p:cNvSpPr>
          <p:nvPr>
            <p:ph type="body" orient="vert" idx="1"/>
          </p:nvPr>
        </p:nvSpPr>
        <p:spPr>
          <a:xfrm>
            <a:off x="628650" y="365125"/>
            <a:ext cx="5800725" cy="5811838"/>
          </a:xfrm>
        </p:spPr>
        <p:txBody>
          <a:bodyPr vert="eaVert"/>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845"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846"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847"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type="title">
  <p:cSld name="Title Slide">
    <p:spTree>
      <p:nvGrpSpPr>
        <p:cNvPr id="216" name=""/>
        <p:cNvGrpSpPr/>
        <p:nvPr/>
      </p:nvGrpSpPr>
      <p:grpSpPr>
        <a:xfrm>
          <a:off x="0" y="0"/>
          <a:ext cx="0" cy="0"/>
          <a:chOff x="0" y="0"/>
          <a:chExt cx="0" cy="0"/>
        </a:xfrm>
      </p:grpSpPr>
      <p:sp>
        <p:nvSpPr>
          <p:cNvPr id="1048908" name="Title 1"/>
          <p:cNvSpPr>
            <a:spLocks noGrp="1"/>
          </p:cNvSpPr>
          <p:nvPr>
            <p:ph type="ctrTitle"/>
          </p:nvPr>
        </p:nvSpPr>
        <p:spPr>
          <a:xfrm>
            <a:off x="1143000" y="1122363"/>
            <a:ext cx="6858000" cy="2387600"/>
          </a:xfrm>
        </p:spPr>
        <p:txBody>
          <a:bodyPr anchor="b"/>
          <a:lstStyle>
            <a:lvl1pPr>
              <a:defRPr sz="6000"/>
            </a:lvl1pPr>
          </a:lstStyle>
          <a:p>
            <a:r>
              <a:rPr altLang="zh-CN" lang="en-US" smtClean="0"/>
              <a:t>Click to edit Master title style</a:t>
            </a:r>
            <a:endParaRPr altLang="en-US" lang="zh-CN"/>
          </a:p>
        </p:txBody>
      </p:sp>
      <p:sp>
        <p:nvSpPr>
          <p:cNvPr id="1048909" name="Subtitle 2"/>
          <p:cNvSpPr>
            <a:spLocks noGrp="1"/>
          </p:cNvSpPr>
          <p:nvPr>
            <p:ph type="subTitle" idx="1"/>
          </p:nvPr>
        </p:nvSpPr>
        <p:spPr>
          <a:xfrm>
            <a:off x="1143000" y="3602038"/>
            <a:ext cx="6858000" cy="1655762"/>
          </a:xfrm>
        </p:spPr>
        <p:txBody>
          <a:bodyPr/>
          <a:lstStyle>
            <a:lvl1pPr algn="ctr" indent="0" marL="0">
              <a:buNone/>
              <a:defRPr sz="2400"/>
            </a:lvl1pPr>
            <a:lvl2pPr algn="ctr" indent="0" marL="457200">
              <a:buNone/>
              <a:defRPr sz="2000"/>
            </a:lvl2pPr>
            <a:lvl3pPr algn="ctr" indent="0" marL="914400">
              <a:buNone/>
              <a:defRPr sz="1800"/>
            </a:lvl3pPr>
            <a:lvl4pPr algn="ctr" indent="0" marL="1371600">
              <a:buNone/>
              <a:defRPr sz="1600"/>
            </a:lvl4pPr>
            <a:lvl5pPr algn="ctr" indent="0" marL="1828800">
              <a:buNone/>
              <a:defRPr sz="1600"/>
            </a:lvl5pPr>
            <a:lvl6pPr algn="ctr" indent="0" marL="2286000">
              <a:buNone/>
              <a:defRPr sz="1600"/>
            </a:lvl6pPr>
            <a:lvl7pPr algn="ctr" indent="0" marL="2743200">
              <a:buNone/>
              <a:defRPr sz="1600"/>
            </a:lvl7pPr>
            <a:lvl8pPr algn="ctr" indent="0" marL="3200400">
              <a:buNone/>
              <a:defRPr sz="1600"/>
            </a:lvl8pPr>
            <a:lvl9pPr algn="ctr" indent="0" marL="3657600">
              <a:buNone/>
              <a:defRPr sz="1600"/>
            </a:lvl9pPr>
          </a:lstStyle>
          <a:p>
            <a:r>
              <a:rPr altLang="zh-CN" lang="en-US" smtClean="0"/>
              <a:t>Click to edit Master subtitle style</a:t>
            </a:r>
            <a:endParaRPr altLang="en-US" lang="zh-CN"/>
          </a:p>
        </p:txBody>
      </p:sp>
      <p:sp>
        <p:nvSpPr>
          <p:cNvPr id="1048910"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911"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912"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type="obj">
  <p:cSld name="Title and Content">
    <p:spTree>
      <p:nvGrpSpPr>
        <p:cNvPr id="207" name=""/>
        <p:cNvGrpSpPr/>
        <p:nvPr/>
      </p:nvGrpSpPr>
      <p:grpSpPr>
        <a:xfrm>
          <a:off x="0" y="0"/>
          <a:ext cx="0" cy="0"/>
          <a:chOff x="0" y="0"/>
          <a:chExt cx="0" cy="0"/>
        </a:xfrm>
      </p:grpSpPr>
      <p:sp>
        <p:nvSpPr>
          <p:cNvPr id="1048861" name="Title 1"/>
          <p:cNvSpPr>
            <a:spLocks noGrp="1"/>
          </p:cNvSpPr>
          <p:nvPr>
            <p:ph type="title"/>
          </p:nvPr>
        </p:nvSpPr>
        <p:spPr/>
        <p:txBody>
          <a:bodyPr/>
          <a:p>
            <a:r>
              <a:rPr altLang="zh-CN" lang="en-US" smtClean="0"/>
              <a:t>Click to edit Master title style</a:t>
            </a:r>
            <a:endParaRPr altLang="en-US" lang="zh-CN"/>
          </a:p>
        </p:txBody>
      </p:sp>
      <p:sp>
        <p:nvSpPr>
          <p:cNvPr id="1048862" name="Content Placeholder 2"/>
          <p:cNvSpPr>
            <a:spLocks noGrp="1"/>
          </p:cNvSpPr>
          <p:nvPr>
            <p:ph idx="1"/>
          </p:nvPr>
        </p:nvSpPr>
        <p:spPr/>
        <p:txBody>
          <a:bodyPr/>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863"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864"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865"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type="secHead">
  <p:cSld name="Section Header">
    <p:spTree>
      <p:nvGrpSpPr>
        <p:cNvPr id="212" name=""/>
        <p:cNvGrpSpPr/>
        <p:nvPr/>
      </p:nvGrpSpPr>
      <p:grpSpPr>
        <a:xfrm>
          <a:off x="0" y="0"/>
          <a:ext cx="0" cy="0"/>
          <a:chOff x="0" y="0"/>
          <a:chExt cx="0" cy="0"/>
        </a:xfrm>
      </p:grpSpPr>
      <p:sp>
        <p:nvSpPr>
          <p:cNvPr id="1048885" name="Title 1"/>
          <p:cNvSpPr>
            <a:spLocks noGrp="1"/>
          </p:cNvSpPr>
          <p:nvPr>
            <p:ph type="title"/>
          </p:nvPr>
        </p:nvSpPr>
        <p:spPr>
          <a:xfrm>
            <a:off x="623887" y="1709738"/>
            <a:ext cx="7886700" cy="2852737"/>
          </a:xfrm>
        </p:spPr>
        <p:txBody>
          <a:bodyPr anchor="b"/>
          <a:lstStyle>
            <a:lvl1pPr>
              <a:defRPr sz="6000"/>
            </a:lvl1pPr>
          </a:lstStyle>
          <a:p>
            <a:r>
              <a:rPr altLang="zh-CN" lang="en-US" smtClean="0"/>
              <a:t>Click to edit Master title style</a:t>
            </a:r>
            <a:endParaRPr altLang="en-US" lang="zh-CN"/>
          </a:p>
        </p:txBody>
      </p:sp>
      <p:sp>
        <p:nvSpPr>
          <p:cNvPr id="1048886" name="Text Placeholder 2"/>
          <p:cNvSpPr>
            <a:spLocks noGrp="1"/>
          </p:cNvSpPr>
          <p:nvPr>
            <p:ph type="body" idx="1"/>
          </p:nvPr>
        </p:nvSpPr>
        <p:spPr>
          <a:xfrm>
            <a:off x="623887" y="4589463"/>
            <a:ext cx="7886700" cy="1500187"/>
          </a:xfrm>
        </p:spPr>
        <p:txBody>
          <a:bodyPr/>
          <a:lstStyle>
            <a:lvl1pPr indent="0" marL="0">
              <a:buNone/>
              <a:defRPr sz="2400"/>
            </a:lvl1pPr>
            <a:lvl2pPr indent="0" marL="457200">
              <a:buNone/>
              <a:defRPr sz="2000"/>
            </a:lvl2pPr>
            <a:lvl3pPr indent="0" marL="914400">
              <a:buNone/>
              <a:defRPr sz="1800"/>
            </a:lvl3pPr>
            <a:lvl4pPr indent="0" marL="1371600">
              <a:buNone/>
              <a:defRPr sz="1600"/>
            </a:lvl4pPr>
            <a:lvl5pPr indent="0" marL="1828800">
              <a:buNone/>
              <a:defRPr sz="1600"/>
            </a:lvl5pPr>
            <a:lvl6pPr indent="0" marL="2286000">
              <a:buNone/>
              <a:defRPr sz="1600"/>
            </a:lvl6pPr>
            <a:lvl7pPr indent="0" marL="2743200">
              <a:buNone/>
              <a:defRPr sz="1600"/>
            </a:lvl7pPr>
            <a:lvl8pPr indent="0" marL="3200400">
              <a:buNone/>
              <a:defRPr sz="1600"/>
            </a:lvl8pPr>
            <a:lvl9pPr indent="0" marL="3657600">
              <a:buNone/>
              <a:defRPr sz="1600"/>
            </a:lvl9pPr>
          </a:lstStyle>
          <a:p>
            <a:pPr lvl="0"/>
            <a:r>
              <a:rPr altLang="zh-CN" lang="en-US" smtClean="0"/>
              <a:t>Click to edit Master text styles</a:t>
            </a:r>
          </a:p>
        </p:txBody>
      </p:sp>
      <p:sp>
        <p:nvSpPr>
          <p:cNvPr id="1048887"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888"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889"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type="twoObj">
  <p:cSld name="Two Content">
    <p:spTree>
      <p:nvGrpSpPr>
        <p:cNvPr id="213" name=""/>
        <p:cNvGrpSpPr/>
        <p:nvPr/>
      </p:nvGrpSpPr>
      <p:grpSpPr>
        <a:xfrm>
          <a:off x="0" y="0"/>
          <a:ext cx="0" cy="0"/>
          <a:chOff x="0" y="0"/>
          <a:chExt cx="0" cy="0"/>
        </a:xfrm>
      </p:grpSpPr>
      <p:sp>
        <p:nvSpPr>
          <p:cNvPr id="1048890" name="Title 1"/>
          <p:cNvSpPr>
            <a:spLocks noGrp="1"/>
          </p:cNvSpPr>
          <p:nvPr>
            <p:ph type="title"/>
          </p:nvPr>
        </p:nvSpPr>
        <p:spPr/>
        <p:txBody>
          <a:bodyPr/>
          <a:p>
            <a:r>
              <a:rPr altLang="zh-CN" lang="en-US" smtClean="0"/>
              <a:t>Click to edit Master title style</a:t>
            </a:r>
            <a:endParaRPr altLang="en-US" lang="zh-CN"/>
          </a:p>
        </p:txBody>
      </p:sp>
      <p:sp>
        <p:nvSpPr>
          <p:cNvPr id="1048891" name="Content Placeholder 2"/>
          <p:cNvSpPr>
            <a:spLocks noGrp="1"/>
          </p:cNvSpPr>
          <p:nvPr>
            <p:ph sz="half" idx="1"/>
          </p:nvPr>
        </p:nvSpPr>
        <p:spPr>
          <a:xfrm>
            <a:off x="628650" y="1825625"/>
            <a:ext cx="3886200" cy="4351338"/>
          </a:xfrm>
        </p:spPr>
        <p:txBody>
          <a:bodyPr/>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892" name="Content Placeholder 3"/>
          <p:cNvSpPr>
            <a:spLocks noGrp="1"/>
          </p:cNvSpPr>
          <p:nvPr>
            <p:ph sz="half" idx="2"/>
          </p:nvPr>
        </p:nvSpPr>
        <p:spPr>
          <a:xfrm>
            <a:off x="4629150" y="1825625"/>
            <a:ext cx="3886200" cy="4351338"/>
          </a:xfrm>
        </p:spPr>
        <p:txBody>
          <a:bodyPr/>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893"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894"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895"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type="twoTxTwoObj">
  <p:cSld name="Comparison">
    <p:spTree>
      <p:nvGrpSpPr>
        <p:cNvPr id="215" name=""/>
        <p:cNvGrpSpPr/>
        <p:nvPr/>
      </p:nvGrpSpPr>
      <p:grpSpPr>
        <a:xfrm>
          <a:off x="0" y="0"/>
          <a:ext cx="0" cy="0"/>
          <a:chOff x="0" y="0"/>
          <a:chExt cx="0" cy="0"/>
        </a:xfrm>
      </p:grpSpPr>
      <p:sp>
        <p:nvSpPr>
          <p:cNvPr id="1048900" name="Title 1"/>
          <p:cNvSpPr>
            <a:spLocks noGrp="1"/>
          </p:cNvSpPr>
          <p:nvPr>
            <p:ph type="title"/>
          </p:nvPr>
        </p:nvSpPr>
        <p:spPr>
          <a:xfrm>
            <a:off x="629841" y="365125"/>
            <a:ext cx="7886700" cy="1325563"/>
          </a:xfrm>
        </p:spPr>
        <p:txBody>
          <a:bodyPr/>
          <a:p>
            <a:r>
              <a:rPr altLang="zh-CN" lang="en-US" smtClean="0"/>
              <a:t>Click to edit Master title style</a:t>
            </a:r>
            <a:endParaRPr altLang="en-US" lang="zh-CN"/>
          </a:p>
        </p:txBody>
      </p:sp>
      <p:sp>
        <p:nvSpPr>
          <p:cNvPr id="1048901" name="Text Placeholder 2"/>
          <p:cNvSpPr>
            <a:spLocks noGrp="1"/>
          </p:cNvSpPr>
          <p:nvPr>
            <p:ph type="body" idx="1"/>
          </p:nvPr>
        </p:nvSpPr>
        <p:spPr>
          <a:xfrm>
            <a:off x="629841" y="1681163"/>
            <a:ext cx="3868340" cy="823912"/>
          </a:xfrm>
        </p:spPr>
        <p:txBody>
          <a:bodyPr anchor="b"/>
          <a:lstStyle>
            <a:lvl1pPr indent="0" marL="0">
              <a:buNone/>
              <a:defRPr b="1" sz="2400"/>
            </a:lvl1pPr>
            <a:lvl2pPr indent="0" marL="457200">
              <a:buNone/>
              <a:defRPr b="1" sz="2000"/>
            </a:lvl2pPr>
            <a:lvl3pPr indent="0" marL="914400">
              <a:buNone/>
              <a:defRPr b="1" sz="1800"/>
            </a:lvl3pPr>
            <a:lvl4pPr indent="0" marL="1371600">
              <a:buNone/>
              <a:defRPr b="1" sz="1600"/>
            </a:lvl4pPr>
            <a:lvl5pPr indent="0" marL="1828800">
              <a:buNone/>
              <a:defRPr b="1" sz="1600"/>
            </a:lvl5pPr>
            <a:lvl6pPr indent="0" marL="2286000">
              <a:buNone/>
              <a:defRPr b="1" sz="1600"/>
            </a:lvl6pPr>
            <a:lvl7pPr indent="0" marL="2743200">
              <a:buNone/>
              <a:defRPr b="1" sz="1600"/>
            </a:lvl7pPr>
            <a:lvl8pPr indent="0" marL="3200400">
              <a:buNone/>
              <a:defRPr b="1" sz="1600"/>
            </a:lvl8pPr>
            <a:lvl9pPr indent="0" marL="3657600">
              <a:buNone/>
              <a:defRPr b="1" sz="1600"/>
            </a:lvl9pPr>
          </a:lstStyle>
          <a:p>
            <a:pPr lvl="0"/>
            <a:r>
              <a:rPr altLang="zh-CN" lang="en-US" smtClean="0"/>
              <a:t>Click to edit Master text styles</a:t>
            </a:r>
          </a:p>
        </p:txBody>
      </p:sp>
      <p:sp>
        <p:nvSpPr>
          <p:cNvPr id="1048902" name="Content Placeholder 3"/>
          <p:cNvSpPr>
            <a:spLocks noGrp="1"/>
          </p:cNvSpPr>
          <p:nvPr>
            <p:ph sz="half" idx="2"/>
          </p:nvPr>
        </p:nvSpPr>
        <p:spPr>
          <a:xfrm>
            <a:off x="629841" y="2505075"/>
            <a:ext cx="3868340" cy="3684588"/>
          </a:xfrm>
        </p:spPr>
        <p:txBody>
          <a:bodyPr/>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903" name="Text Placeholder 4"/>
          <p:cNvSpPr>
            <a:spLocks noGrp="1"/>
          </p:cNvSpPr>
          <p:nvPr>
            <p:ph type="body" sz="quarter" idx="3"/>
          </p:nvPr>
        </p:nvSpPr>
        <p:spPr>
          <a:xfrm>
            <a:off x="4629150" y="1681163"/>
            <a:ext cx="3887391" cy="823912"/>
          </a:xfrm>
        </p:spPr>
        <p:txBody>
          <a:bodyPr anchor="b"/>
          <a:lstStyle>
            <a:lvl1pPr indent="0" marL="0">
              <a:buNone/>
              <a:defRPr b="1" sz="2400"/>
            </a:lvl1pPr>
            <a:lvl2pPr indent="0" marL="457200">
              <a:buNone/>
              <a:defRPr b="1" sz="2000"/>
            </a:lvl2pPr>
            <a:lvl3pPr indent="0" marL="914400">
              <a:buNone/>
              <a:defRPr b="1" sz="1800"/>
            </a:lvl3pPr>
            <a:lvl4pPr indent="0" marL="1371600">
              <a:buNone/>
              <a:defRPr b="1" sz="1600"/>
            </a:lvl4pPr>
            <a:lvl5pPr indent="0" marL="1828800">
              <a:buNone/>
              <a:defRPr b="1" sz="1600"/>
            </a:lvl5pPr>
            <a:lvl6pPr indent="0" marL="2286000">
              <a:buNone/>
              <a:defRPr b="1" sz="1600"/>
            </a:lvl6pPr>
            <a:lvl7pPr indent="0" marL="2743200">
              <a:buNone/>
              <a:defRPr b="1" sz="1600"/>
            </a:lvl7pPr>
            <a:lvl8pPr indent="0" marL="3200400">
              <a:buNone/>
              <a:defRPr b="1" sz="1600"/>
            </a:lvl8pPr>
            <a:lvl9pPr indent="0" marL="3657600">
              <a:buNone/>
              <a:defRPr b="1" sz="1600"/>
            </a:lvl9pPr>
          </a:lstStyle>
          <a:p>
            <a:pPr lvl="0"/>
            <a:r>
              <a:rPr altLang="zh-CN" lang="en-US" smtClean="0"/>
              <a:t>Click to edit Master text styles</a:t>
            </a:r>
          </a:p>
        </p:txBody>
      </p:sp>
      <p:sp>
        <p:nvSpPr>
          <p:cNvPr id="1048904" name="Content Placeholder 5"/>
          <p:cNvSpPr>
            <a:spLocks noGrp="1"/>
          </p:cNvSpPr>
          <p:nvPr>
            <p:ph sz="quarter" idx="4"/>
          </p:nvPr>
        </p:nvSpPr>
        <p:spPr>
          <a:xfrm>
            <a:off x="4629150" y="2505075"/>
            <a:ext cx="3887391" cy="3684588"/>
          </a:xfrm>
        </p:spPr>
        <p:txBody>
          <a:bodyPr/>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905"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906"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907"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type="titleOnly">
  <p:cSld name="Title Only">
    <p:spTree>
      <p:nvGrpSpPr>
        <p:cNvPr id="214" name=""/>
        <p:cNvGrpSpPr/>
        <p:nvPr/>
      </p:nvGrpSpPr>
      <p:grpSpPr>
        <a:xfrm>
          <a:off x="0" y="0"/>
          <a:ext cx="0" cy="0"/>
          <a:chOff x="0" y="0"/>
          <a:chExt cx="0" cy="0"/>
        </a:xfrm>
      </p:grpSpPr>
      <p:sp>
        <p:nvSpPr>
          <p:cNvPr id="1048896" name="Title 1"/>
          <p:cNvSpPr>
            <a:spLocks noGrp="1"/>
          </p:cNvSpPr>
          <p:nvPr>
            <p:ph type="title"/>
          </p:nvPr>
        </p:nvSpPr>
        <p:spPr/>
        <p:txBody>
          <a:bodyPr/>
          <a:p>
            <a:r>
              <a:rPr altLang="zh-CN" lang="en-US" smtClean="0"/>
              <a:t>Click to edit Master title style</a:t>
            </a:r>
            <a:endParaRPr altLang="en-US" lang="zh-CN"/>
          </a:p>
        </p:txBody>
      </p:sp>
      <p:sp>
        <p:nvSpPr>
          <p:cNvPr id="1048897"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898"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899"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type="blank">
  <p:cSld name="Blank">
    <p:spTree>
      <p:nvGrpSpPr>
        <p:cNvPr id="209" name=""/>
        <p:cNvGrpSpPr/>
        <p:nvPr/>
      </p:nvGrpSpPr>
      <p:grpSpPr>
        <a:xfrm>
          <a:off x="0" y="0"/>
          <a:ext cx="0" cy="0"/>
          <a:chOff x="0" y="0"/>
          <a:chExt cx="0" cy="0"/>
        </a:xfrm>
      </p:grpSpPr>
      <p:sp>
        <p:nvSpPr>
          <p:cNvPr id="1048871"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872"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873"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type="objTx">
  <p:cSld name="Content with Caption">
    <p:spTree>
      <p:nvGrpSpPr>
        <p:cNvPr id="210" name=""/>
        <p:cNvGrpSpPr/>
        <p:nvPr/>
      </p:nvGrpSpPr>
      <p:grpSpPr>
        <a:xfrm>
          <a:off x="0" y="0"/>
          <a:ext cx="0" cy="0"/>
          <a:chOff x="0" y="0"/>
          <a:chExt cx="0" cy="0"/>
        </a:xfrm>
      </p:grpSpPr>
      <p:sp>
        <p:nvSpPr>
          <p:cNvPr id="1048874" name="Title 1"/>
          <p:cNvSpPr>
            <a:spLocks noGrp="1"/>
          </p:cNvSpPr>
          <p:nvPr>
            <p:ph type="title"/>
          </p:nvPr>
        </p:nvSpPr>
        <p:spPr>
          <a:xfrm>
            <a:off x="629841" y="457200"/>
            <a:ext cx="2949177" cy="1600200"/>
          </a:xfrm>
        </p:spPr>
        <p:txBody>
          <a:bodyPr anchor="b"/>
          <a:lstStyle>
            <a:lvl1pPr>
              <a:defRPr sz="3200"/>
            </a:lvl1pPr>
          </a:lstStyle>
          <a:p>
            <a:r>
              <a:rPr altLang="zh-CN" lang="en-US" smtClean="0"/>
              <a:t>Click to edit Master title style</a:t>
            </a:r>
            <a:endParaRPr altLang="en-US" lang="zh-CN"/>
          </a:p>
        </p:txBody>
      </p:sp>
      <p:sp>
        <p:nvSpPr>
          <p:cNvPr id="1048875" name="Text Placeholder 3"/>
          <p:cNvSpPr>
            <a:spLocks noGrp="1"/>
          </p:cNvSpPr>
          <p:nvPr>
            <p:ph type="body" sz="half" idx="2"/>
          </p:nvPr>
        </p:nvSpPr>
        <p:spPr>
          <a:xfrm>
            <a:off x="629841" y="2057400"/>
            <a:ext cx="2949177" cy="3811588"/>
          </a:xfrm>
        </p:spPr>
        <p:txBody>
          <a:bodyPr/>
          <a:lstStyle>
            <a:lvl1pPr indent="0" marL="0">
              <a:buNone/>
              <a:defRPr sz="1600"/>
            </a:lvl1pPr>
            <a:lvl2pPr indent="0" marL="457200">
              <a:buNone/>
              <a:defRPr sz="1400"/>
            </a:lvl2pPr>
            <a:lvl3pPr indent="0" marL="914400">
              <a:buNone/>
              <a:defRPr sz="1200"/>
            </a:lvl3pPr>
            <a:lvl4pPr indent="0" marL="1371600">
              <a:buNone/>
              <a:defRPr sz="1000"/>
            </a:lvl4pPr>
            <a:lvl5pPr indent="0" marL="1828800">
              <a:buNone/>
              <a:defRPr sz="1000"/>
            </a:lvl5pPr>
            <a:lvl6pPr indent="0" marL="2286000">
              <a:buNone/>
              <a:defRPr sz="1000"/>
            </a:lvl6pPr>
            <a:lvl7pPr indent="0" marL="2743200">
              <a:buNone/>
              <a:defRPr sz="1000"/>
            </a:lvl7pPr>
            <a:lvl8pPr indent="0" marL="3200400">
              <a:buNone/>
              <a:defRPr sz="1000"/>
            </a:lvl8pPr>
            <a:lvl9pPr indent="0" marL="3657600">
              <a:buNone/>
              <a:defRPr sz="1000"/>
            </a:lvl9pPr>
          </a:lstStyle>
          <a:p>
            <a:pPr lvl="0"/>
            <a:r>
              <a:rPr altLang="zh-CN" lang="en-US" smtClean="0"/>
              <a:t>Click to edit Master text styles</a:t>
            </a:r>
          </a:p>
        </p:txBody>
      </p:sp>
      <p:sp>
        <p:nvSpPr>
          <p:cNvPr id="1048876" name="Content Placeholder 2"/>
          <p:cNvSpPr>
            <a:spLocks noGrp="1"/>
          </p:cNvSpPr>
          <p:nvPr>
            <p:ph idx="1"/>
          </p:nvPr>
        </p:nvSpPr>
        <p:spPr>
          <a:xfrm>
            <a:off x="3887391" y="987424"/>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877"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878"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879"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type="picTx">
  <p:cSld name="Picture with Caption">
    <p:spTree>
      <p:nvGrpSpPr>
        <p:cNvPr id="206" name=""/>
        <p:cNvGrpSpPr/>
        <p:nvPr/>
      </p:nvGrpSpPr>
      <p:grpSpPr>
        <a:xfrm>
          <a:off x="0" y="0"/>
          <a:ext cx="0" cy="0"/>
          <a:chOff x="0" y="0"/>
          <a:chExt cx="0" cy="0"/>
        </a:xfrm>
      </p:grpSpPr>
      <p:sp>
        <p:nvSpPr>
          <p:cNvPr id="1048855" name="Title 1"/>
          <p:cNvSpPr>
            <a:spLocks noGrp="1"/>
          </p:cNvSpPr>
          <p:nvPr>
            <p:ph type="title"/>
          </p:nvPr>
        </p:nvSpPr>
        <p:spPr>
          <a:xfrm>
            <a:off x="629841" y="457200"/>
            <a:ext cx="2949177" cy="1600200"/>
          </a:xfrm>
        </p:spPr>
        <p:txBody>
          <a:bodyPr anchor="b"/>
          <a:lstStyle>
            <a:lvl1pPr>
              <a:defRPr sz="3200"/>
            </a:lvl1pPr>
          </a:lstStyle>
          <a:p>
            <a:r>
              <a:rPr altLang="zh-CN" lang="en-US" smtClean="0"/>
              <a:t>Click to edit Master title style</a:t>
            </a:r>
            <a:endParaRPr altLang="en-US" lang="zh-CN"/>
          </a:p>
        </p:txBody>
      </p:sp>
      <p:sp>
        <p:nvSpPr>
          <p:cNvPr id="1048856" name="Text Placeholder 3"/>
          <p:cNvSpPr>
            <a:spLocks noGrp="1"/>
          </p:cNvSpPr>
          <p:nvPr>
            <p:ph type="body" sz="half" idx="2"/>
          </p:nvPr>
        </p:nvSpPr>
        <p:spPr>
          <a:xfrm>
            <a:off x="629841" y="2057400"/>
            <a:ext cx="2949177" cy="3811588"/>
          </a:xfrm>
        </p:spPr>
        <p:txBody>
          <a:bodyPr/>
          <a:lstStyle>
            <a:lvl1pPr indent="0" marL="0">
              <a:buNone/>
              <a:defRPr sz="1600"/>
            </a:lvl1pPr>
            <a:lvl2pPr indent="0" marL="457200">
              <a:buNone/>
              <a:defRPr sz="1400"/>
            </a:lvl2pPr>
            <a:lvl3pPr indent="0" marL="914400">
              <a:buNone/>
              <a:defRPr sz="1200"/>
            </a:lvl3pPr>
            <a:lvl4pPr indent="0" marL="1371600">
              <a:buNone/>
              <a:defRPr sz="1000"/>
            </a:lvl4pPr>
            <a:lvl5pPr indent="0" marL="1828800">
              <a:buNone/>
              <a:defRPr sz="1000"/>
            </a:lvl5pPr>
            <a:lvl6pPr indent="0" marL="2286000">
              <a:buNone/>
              <a:defRPr sz="1000"/>
            </a:lvl6pPr>
            <a:lvl7pPr indent="0" marL="2743200">
              <a:buNone/>
              <a:defRPr sz="1000"/>
            </a:lvl7pPr>
            <a:lvl8pPr indent="0" marL="3200400">
              <a:buNone/>
              <a:defRPr sz="1000"/>
            </a:lvl8pPr>
            <a:lvl9pPr indent="0" marL="3657600">
              <a:buNone/>
              <a:defRPr sz="1000"/>
            </a:lvl9pPr>
          </a:lstStyle>
          <a:p>
            <a:pPr lvl="0"/>
            <a:r>
              <a:rPr altLang="zh-CN" lang="en-US" smtClean="0"/>
              <a:t>Click to edit Master text styles</a:t>
            </a:r>
          </a:p>
        </p:txBody>
      </p:sp>
      <p:sp>
        <p:nvSpPr>
          <p:cNvPr id="1048857" name="Picture Placeholder 2"/>
          <p:cNvSpPr>
            <a:spLocks noGrp="1"/>
          </p:cNvSpPr>
          <p:nvPr>
            <p:ph type="pic" idx="1"/>
          </p:nvPr>
        </p:nvSpPr>
        <p:spPr>
          <a:xfrm>
            <a:off x="3887391" y="987424"/>
            <a:ext cx="4629150" cy="4873625"/>
          </a:xfrm>
        </p:spPr>
        <p:txBody>
          <a:bodyPr/>
          <a:lstStyle>
            <a:lvl1pPr indent="0" marL="0">
              <a:buNone/>
              <a:defRPr sz="3200"/>
            </a:lvl1pPr>
            <a:lvl2pPr indent="0" marL="457200">
              <a:buNone/>
              <a:defRPr sz="2800"/>
            </a:lvl2pPr>
            <a:lvl3pPr indent="0" marL="914400">
              <a:buNone/>
              <a:defRPr sz="2000"/>
            </a:lvl3pPr>
            <a:lvl4pPr indent="0" marL="1371600">
              <a:buNone/>
              <a:defRPr sz="2000"/>
            </a:lvl4pPr>
            <a:lvl5pPr indent="0" marL="1828800">
              <a:buNone/>
              <a:defRPr sz="2000"/>
            </a:lvl5pPr>
            <a:lvl6pPr indent="0" marL="2286000">
              <a:buNone/>
              <a:defRPr sz="2000"/>
            </a:lvl6pPr>
            <a:lvl7pPr indent="0" marL="2743200">
              <a:buNone/>
              <a:defRPr sz="2000"/>
            </a:lvl7pPr>
            <a:lvl8pPr indent="0" marL="3200400">
              <a:buNone/>
              <a:defRPr sz="2000"/>
            </a:lvl8pPr>
            <a:lvl9pPr indent="0" marL="3657600">
              <a:buNone/>
              <a:defRPr sz="2000"/>
            </a:lvl9pPr>
          </a:lstStyle>
          <a:p>
            <a:endParaRPr altLang="en-US" lang="zh-CN"/>
          </a:p>
        </p:txBody>
      </p:sp>
      <p:sp>
        <p:nvSpPr>
          <p:cNvPr id="1048858"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859"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860"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type="vertTx">
  <p:cSld name="Title and Vertical Text">
    <p:spTree>
      <p:nvGrpSpPr>
        <p:cNvPr id="211" name=""/>
        <p:cNvGrpSpPr/>
        <p:nvPr/>
      </p:nvGrpSpPr>
      <p:grpSpPr>
        <a:xfrm>
          <a:off x="0" y="0"/>
          <a:ext cx="0" cy="0"/>
          <a:chOff x="0" y="0"/>
          <a:chExt cx="0" cy="0"/>
        </a:xfrm>
      </p:grpSpPr>
      <p:sp>
        <p:nvSpPr>
          <p:cNvPr id="1048880" name="Title 1"/>
          <p:cNvSpPr>
            <a:spLocks noGrp="1"/>
          </p:cNvSpPr>
          <p:nvPr>
            <p:ph type="title"/>
          </p:nvPr>
        </p:nvSpPr>
        <p:spPr/>
        <p:txBody>
          <a:bodyPr/>
          <a:p>
            <a:r>
              <a:rPr altLang="zh-CN" lang="en-US" smtClean="0"/>
              <a:t>Click to edit Master title style</a:t>
            </a:r>
            <a:endParaRPr altLang="en-US" lang="zh-CN"/>
          </a:p>
        </p:txBody>
      </p:sp>
      <p:sp>
        <p:nvSpPr>
          <p:cNvPr id="1048881" name="Vertical Text Placeholder 2"/>
          <p:cNvSpPr>
            <a:spLocks noGrp="1"/>
          </p:cNvSpPr>
          <p:nvPr>
            <p:ph type="body" orient="vert" idx="1"/>
          </p:nvPr>
        </p:nvSpPr>
        <p:spPr/>
        <p:txBody>
          <a:bodyPr vert="eaVert"/>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882"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883"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884"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type="vertTitleAndTx">
  <p:cSld name="Vertical Title and Text">
    <p:spTree>
      <p:nvGrpSpPr>
        <p:cNvPr id="208" name=""/>
        <p:cNvGrpSpPr/>
        <p:nvPr/>
      </p:nvGrpSpPr>
      <p:grpSpPr>
        <a:xfrm>
          <a:off x="0" y="0"/>
          <a:ext cx="0" cy="0"/>
          <a:chOff x="0" y="0"/>
          <a:chExt cx="0" cy="0"/>
        </a:xfrm>
      </p:grpSpPr>
      <p:sp>
        <p:nvSpPr>
          <p:cNvPr id="1048866" name="Vertical Title 1"/>
          <p:cNvSpPr>
            <a:spLocks noGrp="1"/>
          </p:cNvSpPr>
          <p:nvPr>
            <p:ph type="title" orient="vert"/>
          </p:nvPr>
        </p:nvSpPr>
        <p:spPr>
          <a:xfrm>
            <a:off x="6543675" y="365125"/>
            <a:ext cx="1971675" cy="5811838"/>
          </a:xfrm>
        </p:spPr>
        <p:txBody>
          <a:bodyPr vert="eaVert"/>
          <a:p>
            <a:r>
              <a:rPr altLang="zh-CN" lang="en-US" smtClean="0"/>
              <a:t>Click to edit Master title style</a:t>
            </a:r>
            <a:endParaRPr altLang="en-US" lang="zh-CN"/>
          </a:p>
        </p:txBody>
      </p:sp>
      <p:sp>
        <p:nvSpPr>
          <p:cNvPr id="1048867" name="Vertical Text Placeholder 2"/>
          <p:cNvSpPr>
            <a:spLocks noGrp="1"/>
          </p:cNvSpPr>
          <p:nvPr>
            <p:ph type="body" orient="vert" idx="1"/>
          </p:nvPr>
        </p:nvSpPr>
        <p:spPr>
          <a:xfrm>
            <a:off x="628650" y="365125"/>
            <a:ext cx="5800725" cy="5811838"/>
          </a:xfrm>
        </p:spPr>
        <p:txBody>
          <a:bodyPr vert="eaVert"/>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868"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869"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870"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type="title">
  <p:cSld name="Title Slide">
    <p:spTree>
      <p:nvGrpSpPr>
        <p:cNvPr id="256" name=""/>
        <p:cNvGrpSpPr/>
        <p:nvPr/>
      </p:nvGrpSpPr>
      <p:grpSpPr>
        <a:xfrm>
          <a:off x="0" y="0"/>
          <a:ext cx="0" cy="0"/>
          <a:chOff x="0" y="0"/>
          <a:chExt cx="0" cy="0"/>
        </a:xfrm>
      </p:grpSpPr>
      <p:sp>
        <p:nvSpPr>
          <p:cNvPr id="1049009" name="Title 1"/>
          <p:cNvSpPr>
            <a:spLocks noGrp="1"/>
          </p:cNvSpPr>
          <p:nvPr>
            <p:ph type="ctrTitle"/>
          </p:nvPr>
        </p:nvSpPr>
        <p:spPr>
          <a:xfrm>
            <a:off x="1143000" y="1122363"/>
            <a:ext cx="6858000" cy="2387600"/>
          </a:xfrm>
        </p:spPr>
        <p:txBody>
          <a:bodyPr anchor="b"/>
          <a:lstStyle>
            <a:lvl1pPr>
              <a:defRPr sz="6000"/>
            </a:lvl1pPr>
          </a:lstStyle>
          <a:p>
            <a:r>
              <a:rPr altLang="zh-CN" lang="en-US" smtClean="0"/>
              <a:t>Click to edit Master title style</a:t>
            </a:r>
            <a:endParaRPr altLang="en-US" lang="zh-CN"/>
          </a:p>
        </p:txBody>
      </p:sp>
      <p:sp>
        <p:nvSpPr>
          <p:cNvPr id="1049010" name="Subtitle 2"/>
          <p:cNvSpPr>
            <a:spLocks noGrp="1"/>
          </p:cNvSpPr>
          <p:nvPr>
            <p:ph type="subTitle" idx="1"/>
          </p:nvPr>
        </p:nvSpPr>
        <p:spPr>
          <a:xfrm>
            <a:off x="1143000" y="3602038"/>
            <a:ext cx="6858000" cy="1655762"/>
          </a:xfrm>
        </p:spPr>
        <p:txBody>
          <a:bodyPr/>
          <a:lstStyle>
            <a:lvl1pPr algn="ctr" indent="0" marL="0">
              <a:buNone/>
              <a:defRPr sz="2400"/>
            </a:lvl1pPr>
            <a:lvl2pPr algn="ctr" indent="0" marL="457200">
              <a:buNone/>
              <a:defRPr sz="2000"/>
            </a:lvl2pPr>
            <a:lvl3pPr algn="ctr" indent="0" marL="914400">
              <a:buNone/>
              <a:defRPr sz="1800"/>
            </a:lvl3pPr>
            <a:lvl4pPr algn="ctr" indent="0" marL="1371600">
              <a:buNone/>
              <a:defRPr sz="1600"/>
            </a:lvl4pPr>
            <a:lvl5pPr algn="ctr" indent="0" marL="1828800">
              <a:buNone/>
              <a:defRPr sz="1600"/>
            </a:lvl5pPr>
            <a:lvl6pPr algn="ctr" indent="0" marL="2286000">
              <a:buNone/>
              <a:defRPr sz="1600"/>
            </a:lvl6pPr>
            <a:lvl7pPr algn="ctr" indent="0" marL="2743200">
              <a:buNone/>
              <a:defRPr sz="1600"/>
            </a:lvl7pPr>
            <a:lvl8pPr algn="ctr" indent="0" marL="3200400">
              <a:buNone/>
              <a:defRPr sz="1600"/>
            </a:lvl8pPr>
            <a:lvl9pPr algn="ctr" indent="0" marL="3657600">
              <a:buNone/>
              <a:defRPr sz="1600"/>
            </a:lvl9pPr>
          </a:lstStyle>
          <a:p>
            <a:r>
              <a:rPr altLang="zh-CN" lang="en-US" smtClean="0"/>
              <a:t>Click to edit Master subtitle style</a:t>
            </a:r>
            <a:endParaRPr altLang="en-US" lang="zh-CN"/>
          </a:p>
        </p:txBody>
      </p:sp>
      <p:sp>
        <p:nvSpPr>
          <p:cNvPr id="1049011"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9012"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9013"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type="obj">
  <p:cSld name="Title and Content">
    <p:spTree>
      <p:nvGrpSpPr>
        <p:cNvPr id="252" name=""/>
        <p:cNvGrpSpPr/>
        <p:nvPr/>
      </p:nvGrpSpPr>
      <p:grpSpPr>
        <a:xfrm>
          <a:off x="0" y="0"/>
          <a:ext cx="0" cy="0"/>
          <a:chOff x="0" y="0"/>
          <a:chExt cx="0" cy="0"/>
        </a:xfrm>
      </p:grpSpPr>
      <p:sp>
        <p:nvSpPr>
          <p:cNvPr id="1048985" name="Title 1"/>
          <p:cNvSpPr>
            <a:spLocks noGrp="1"/>
          </p:cNvSpPr>
          <p:nvPr>
            <p:ph type="title"/>
          </p:nvPr>
        </p:nvSpPr>
        <p:spPr/>
        <p:txBody>
          <a:bodyPr/>
          <a:p>
            <a:r>
              <a:rPr altLang="zh-CN" lang="en-US" smtClean="0"/>
              <a:t>Click to edit Master title style</a:t>
            </a:r>
            <a:endParaRPr altLang="en-US" lang="zh-CN"/>
          </a:p>
        </p:txBody>
      </p:sp>
      <p:sp>
        <p:nvSpPr>
          <p:cNvPr id="1048986" name="Content Placeholder 2"/>
          <p:cNvSpPr>
            <a:spLocks noGrp="1"/>
          </p:cNvSpPr>
          <p:nvPr>
            <p:ph idx="1"/>
          </p:nvPr>
        </p:nvSpPr>
        <p:spPr/>
        <p:txBody>
          <a:bodyPr/>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987"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988"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989"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type="secHead">
  <p:cSld name="Section Header">
    <p:spTree>
      <p:nvGrpSpPr>
        <p:cNvPr id="259" name=""/>
        <p:cNvGrpSpPr/>
        <p:nvPr/>
      </p:nvGrpSpPr>
      <p:grpSpPr>
        <a:xfrm>
          <a:off x="0" y="0"/>
          <a:ext cx="0" cy="0"/>
          <a:chOff x="0" y="0"/>
          <a:chExt cx="0" cy="0"/>
        </a:xfrm>
      </p:grpSpPr>
      <p:sp>
        <p:nvSpPr>
          <p:cNvPr id="1049023" name="Title 1"/>
          <p:cNvSpPr>
            <a:spLocks noGrp="1"/>
          </p:cNvSpPr>
          <p:nvPr>
            <p:ph type="title"/>
          </p:nvPr>
        </p:nvSpPr>
        <p:spPr>
          <a:xfrm>
            <a:off x="623887" y="1709738"/>
            <a:ext cx="7886700" cy="2852737"/>
          </a:xfrm>
        </p:spPr>
        <p:txBody>
          <a:bodyPr anchor="b"/>
          <a:lstStyle>
            <a:lvl1pPr>
              <a:defRPr sz="6000"/>
            </a:lvl1pPr>
          </a:lstStyle>
          <a:p>
            <a:r>
              <a:rPr altLang="zh-CN" lang="en-US" smtClean="0"/>
              <a:t>Click to edit Master title style</a:t>
            </a:r>
            <a:endParaRPr altLang="en-US" lang="zh-CN"/>
          </a:p>
        </p:txBody>
      </p:sp>
      <p:sp>
        <p:nvSpPr>
          <p:cNvPr id="1049024" name="Text Placeholder 2"/>
          <p:cNvSpPr>
            <a:spLocks noGrp="1"/>
          </p:cNvSpPr>
          <p:nvPr>
            <p:ph type="body" idx="1"/>
          </p:nvPr>
        </p:nvSpPr>
        <p:spPr>
          <a:xfrm>
            <a:off x="623887" y="4589463"/>
            <a:ext cx="7886700" cy="1500187"/>
          </a:xfrm>
        </p:spPr>
        <p:txBody>
          <a:bodyPr/>
          <a:lstStyle>
            <a:lvl1pPr indent="0" marL="0">
              <a:buNone/>
              <a:defRPr sz="2400"/>
            </a:lvl1pPr>
            <a:lvl2pPr indent="0" marL="457200">
              <a:buNone/>
              <a:defRPr sz="2000"/>
            </a:lvl2pPr>
            <a:lvl3pPr indent="0" marL="914400">
              <a:buNone/>
              <a:defRPr sz="1800"/>
            </a:lvl3pPr>
            <a:lvl4pPr indent="0" marL="1371600">
              <a:buNone/>
              <a:defRPr sz="1600"/>
            </a:lvl4pPr>
            <a:lvl5pPr indent="0" marL="1828800">
              <a:buNone/>
              <a:defRPr sz="1600"/>
            </a:lvl5pPr>
            <a:lvl6pPr indent="0" marL="2286000">
              <a:buNone/>
              <a:defRPr sz="1600"/>
            </a:lvl6pPr>
            <a:lvl7pPr indent="0" marL="2743200">
              <a:buNone/>
              <a:defRPr sz="1600"/>
            </a:lvl7pPr>
            <a:lvl8pPr indent="0" marL="3200400">
              <a:buNone/>
              <a:defRPr sz="1600"/>
            </a:lvl8pPr>
            <a:lvl9pPr indent="0" marL="3657600">
              <a:buNone/>
              <a:defRPr sz="1600"/>
            </a:lvl9pPr>
          </a:lstStyle>
          <a:p>
            <a:pPr lvl="0"/>
            <a:r>
              <a:rPr altLang="zh-CN" lang="en-US" smtClean="0"/>
              <a:t>Click to edit Master text styles</a:t>
            </a:r>
          </a:p>
        </p:txBody>
      </p:sp>
      <p:sp>
        <p:nvSpPr>
          <p:cNvPr id="1049025"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9026"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9027"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type="twoObj">
  <p:cSld name="Two Content">
    <p:spTree>
      <p:nvGrpSpPr>
        <p:cNvPr id="261" name=""/>
        <p:cNvGrpSpPr/>
        <p:nvPr/>
      </p:nvGrpSpPr>
      <p:grpSpPr>
        <a:xfrm>
          <a:off x="0" y="0"/>
          <a:ext cx="0" cy="0"/>
          <a:chOff x="0" y="0"/>
          <a:chExt cx="0" cy="0"/>
        </a:xfrm>
      </p:grpSpPr>
      <p:sp>
        <p:nvSpPr>
          <p:cNvPr id="1049032" name="Title 1"/>
          <p:cNvSpPr>
            <a:spLocks noGrp="1"/>
          </p:cNvSpPr>
          <p:nvPr>
            <p:ph type="title"/>
          </p:nvPr>
        </p:nvSpPr>
        <p:spPr/>
        <p:txBody>
          <a:bodyPr/>
          <a:p>
            <a:r>
              <a:rPr altLang="zh-CN" lang="en-US" smtClean="0"/>
              <a:t>Click to edit Master title style</a:t>
            </a:r>
            <a:endParaRPr altLang="en-US" lang="zh-CN"/>
          </a:p>
        </p:txBody>
      </p:sp>
      <p:sp>
        <p:nvSpPr>
          <p:cNvPr id="1049033" name="Content Placeholder 2"/>
          <p:cNvSpPr>
            <a:spLocks noGrp="1"/>
          </p:cNvSpPr>
          <p:nvPr>
            <p:ph sz="half" idx="1"/>
          </p:nvPr>
        </p:nvSpPr>
        <p:spPr>
          <a:xfrm>
            <a:off x="628650" y="1825625"/>
            <a:ext cx="3886200" cy="4351338"/>
          </a:xfrm>
        </p:spPr>
        <p:txBody>
          <a:bodyPr/>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9034" name="Content Placeholder 3"/>
          <p:cNvSpPr>
            <a:spLocks noGrp="1"/>
          </p:cNvSpPr>
          <p:nvPr>
            <p:ph sz="half" idx="2"/>
          </p:nvPr>
        </p:nvSpPr>
        <p:spPr>
          <a:xfrm>
            <a:off x="4629150" y="1825625"/>
            <a:ext cx="3886200" cy="4351338"/>
          </a:xfrm>
        </p:spPr>
        <p:txBody>
          <a:bodyPr/>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9035"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9036"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9037"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type="twoTxTwoObj">
  <p:cSld name="Comparison">
    <p:spTree>
      <p:nvGrpSpPr>
        <p:cNvPr id="255" name=""/>
        <p:cNvGrpSpPr/>
        <p:nvPr/>
      </p:nvGrpSpPr>
      <p:grpSpPr>
        <a:xfrm>
          <a:off x="0" y="0"/>
          <a:ext cx="0" cy="0"/>
          <a:chOff x="0" y="0"/>
          <a:chExt cx="0" cy="0"/>
        </a:xfrm>
      </p:grpSpPr>
      <p:sp>
        <p:nvSpPr>
          <p:cNvPr id="1049001" name="Title 1"/>
          <p:cNvSpPr>
            <a:spLocks noGrp="1"/>
          </p:cNvSpPr>
          <p:nvPr>
            <p:ph type="title"/>
          </p:nvPr>
        </p:nvSpPr>
        <p:spPr>
          <a:xfrm>
            <a:off x="629841" y="365125"/>
            <a:ext cx="7886700" cy="1325563"/>
          </a:xfrm>
        </p:spPr>
        <p:txBody>
          <a:bodyPr/>
          <a:p>
            <a:r>
              <a:rPr altLang="zh-CN" lang="en-US" smtClean="0"/>
              <a:t>Click to edit Master title style</a:t>
            </a:r>
            <a:endParaRPr altLang="en-US" lang="zh-CN"/>
          </a:p>
        </p:txBody>
      </p:sp>
      <p:sp>
        <p:nvSpPr>
          <p:cNvPr id="1049002" name="Text Placeholder 2"/>
          <p:cNvSpPr>
            <a:spLocks noGrp="1"/>
          </p:cNvSpPr>
          <p:nvPr>
            <p:ph type="body" idx="1"/>
          </p:nvPr>
        </p:nvSpPr>
        <p:spPr>
          <a:xfrm>
            <a:off x="629841" y="1681163"/>
            <a:ext cx="3868340" cy="823912"/>
          </a:xfrm>
        </p:spPr>
        <p:txBody>
          <a:bodyPr anchor="b"/>
          <a:lstStyle>
            <a:lvl1pPr indent="0" marL="0">
              <a:buNone/>
              <a:defRPr b="1" sz="2400"/>
            </a:lvl1pPr>
            <a:lvl2pPr indent="0" marL="457200">
              <a:buNone/>
              <a:defRPr b="1" sz="2000"/>
            </a:lvl2pPr>
            <a:lvl3pPr indent="0" marL="914400">
              <a:buNone/>
              <a:defRPr b="1" sz="1800"/>
            </a:lvl3pPr>
            <a:lvl4pPr indent="0" marL="1371600">
              <a:buNone/>
              <a:defRPr b="1" sz="1600"/>
            </a:lvl4pPr>
            <a:lvl5pPr indent="0" marL="1828800">
              <a:buNone/>
              <a:defRPr b="1" sz="1600"/>
            </a:lvl5pPr>
            <a:lvl6pPr indent="0" marL="2286000">
              <a:buNone/>
              <a:defRPr b="1" sz="1600"/>
            </a:lvl6pPr>
            <a:lvl7pPr indent="0" marL="2743200">
              <a:buNone/>
              <a:defRPr b="1" sz="1600"/>
            </a:lvl7pPr>
            <a:lvl8pPr indent="0" marL="3200400">
              <a:buNone/>
              <a:defRPr b="1" sz="1600"/>
            </a:lvl8pPr>
            <a:lvl9pPr indent="0" marL="3657600">
              <a:buNone/>
              <a:defRPr b="1" sz="1600"/>
            </a:lvl9pPr>
          </a:lstStyle>
          <a:p>
            <a:pPr lvl="0"/>
            <a:r>
              <a:rPr altLang="zh-CN" lang="en-US" smtClean="0"/>
              <a:t>Click to edit Master text styles</a:t>
            </a:r>
          </a:p>
        </p:txBody>
      </p:sp>
      <p:sp>
        <p:nvSpPr>
          <p:cNvPr id="1049003" name="Content Placeholder 3"/>
          <p:cNvSpPr>
            <a:spLocks noGrp="1"/>
          </p:cNvSpPr>
          <p:nvPr>
            <p:ph sz="half" idx="2"/>
          </p:nvPr>
        </p:nvSpPr>
        <p:spPr>
          <a:xfrm>
            <a:off x="629841" y="2505075"/>
            <a:ext cx="3868340" cy="3684588"/>
          </a:xfrm>
        </p:spPr>
        <p:txBody>
          <a:bodyPr/>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9004" name="Text Placeholder 4"/>
          <p:cNvSpPr>
            <a:spLocks noGrp="1"/>
          </p:cNvSpPr>
          <p:nvPr>
            <p:ph type="body" sz="quarter" idx="3"/>
          </p:nvPr>
        </p:nvSpPr>
        <p:spPr>
          <a:xfrm>
            <a:off x="4629150" y="1681163"/>
            <a:ext cx="3887391" cy="823912"/>
          </a:xfrm>
        </p:spPr>
        <p:txBody>
          <a:bodyPr anchor="b"/>
          <a:lstStyle>
            <a:lvl1pPr indent="0" marL="0">
              <a:buNone/>
              <a:defRPr b="1" sz="2400"/>
            </a:lvl1pPr>
            <a:lvl2pPr indent="0" marL="457200">
              <a:buNone/>
              <a:defRPr b="1" sz="2000"/>
            </a:lvl2pPr>
            <a:lvl3pPr indent="0" marL="914400">
              <a:buNone/>
              <a:defRPr b="1" sz="1800"/>
            </a:lvl3pPr>
            <a:lvl4pPr indent="0" marL="1371600">
              <a:buNone/>
              <a:defRPr b="1" sz="1600"/>
            </a:lvl4pPr>
            <a:lvl5pPr indent="0" marL="1828800">
              <a:buNone/>
              <a:defRPr b="1" sz="1600"/>
            </a:lvl5pPr>
            <a:lvl6pPr indent="0" marL="2286000">
              <a:buNone/>
              <a:defRPr b="1" sz="1600"/>
            </a:lvl6pPr>
            <a:lvl7pPr indent="0" marL="2743200">
              <a:buNone/>
              <a:defRPr b="1" sz="1600"/>
            </a:lvl7pPr>
            <a:lvl8pPr indent="0" marL="3200400">
              <a:buNone/>
              <a:defRPr b="1" sz="1600"/>
            </a:lvl8pPr>
            <a:lvl9pPr indent="0" marL="3657600">
              <a:buNone/>
              <a:defRPr b="1" sz="1600"/>
            </a:lvl9pPr>
          </a:lstStyle>
          <a:p>
            <a:pPr lvl="0"/>
            <a:r>
              <a:rPr altLang="zh-CN" lang="en-US" smtClean="0"/>
              <a:t>Click to edit Master text styles</a:t>
            </a:r>
          </a:p>
        </p:txBody>
      </p:sp>
      <p:sp>
        <p:nvSpPr>
          <p:cNvPr id="1049005" name="Content Placeholder 5"/>
          <p:cNvSpPr>
            <a:spLocks noGrp="1"/>
          </p:cNvSpPr>
          <p:nvPr>
            <p:ph sz="quarter" idx="4"/>
          </p:nvPr>
        </p:nvSpPr>
        <p:spPr>
          <a:xfrm>
            <a:off x="4629150" y="2505075"/>
            <a:ext cx="3887391" cy="3684588"/>
          </a:xfrm>
        </p:spPr>
        <p:txBody>
          <a:bodyPr/>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9006"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9007"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9008"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type="titleOnly">
  <p:cSld name="Title Only">
    <p:spTree>
      <p:nvGrpSpPr>
        <p:cNvPr id="260" name=""/>
        <p:cNvGrpSpPr/>
        <p:nvPr/>
      </p:nvGrpSpPr>
      <p:grpSpPr>
        <a:xfrm>
          <a:off x="0" y="0"/>
          <a:ext cx="0" cy="0"/>
          <a:chOff x="0" y="0"/>
          <a:chExt cx="0" cy="0"/>
        </a:xfrm>
      </p:grpSpPr>
      <p:sp>
        <p:nvSpPr>
          <p:cNvPr id="1049028" name="Title 1"/>
          <p:cNvSpPr>
            <a:spLocks noGrp="1"/>
          </p:cNvSpPr>
          <p:nvPr>
            <p:ph type="title"/>
          </p:nvPr>
        </p:nvSpPr>
        <p:spPr/>
        <p:txBody>
          <a:bodyPr/>
          <a:p>
            <a:r>
              <a:rPr altLang="zh-CN" lang="en-US" smtClean="0"/>
              <a:t>Click to edit Master title style</a:t>
            </a:r>
            <a:endParaRPr altLang="en-US" lang="zh-CN"/>
          </a:p>
        </p:txBody>
      </p:sp>
      <p:sp>
        <p:nvSpPr>
          <p:cNvPr id="1049029"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9030"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9031"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type="blank">
  <p:cSld name="Blank">
    <p:spTree>
      <p:nvGrpSpPr>
        <p:cNvPr id="257" name=""/>
        <p:cNvGrpSpPr/>
        <p:nvPr/>
      </p:nvGrpSpPr>
      <p:grpSpPr>
        <a:xfrm>
          <a:off x="0" y="0"/>
          <a:ext cx="0" cy="0"/>
          <a:chOff x="0" y="0"/>
          <a:chExt cx="0" cy="0"/>
        </a:xfrm>
      </p:grpSpPr>
      <p:sp>
        <p:nvSpPr>
          <p:cNvPr id="1049014"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9015"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9016"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type="objTx">
  <p:cSld name="Content with Caption">
    <p:spTree>
      <p:nvGrpSpPr>
        <p:cNvPr id="258" name=""/>
        <p:cNvGrpSpPr/>
        <p:nvPr/>
      </p:nvGrpSpPr>
      <p:grpSpPr>
        <a:xfrm>
          <a:off x="0" y="0"/>
          <a:ext cx="0" cy="0"/>
          <a:chOff x="0" y="0"/>
          <a:chExt cx="0" cy="0"/>
        </a:xfrm>
      </p:grpSpPr>
      <p:sp>
        <p:nvSpPr>
          <p:cNvPr id="1049017" name="Title 1"/>
          <p:cNvSpPr>
            <a:spLocks noGrp="1"/>
          </p:cNvSpPr>
          <p:nvPr>
            <p:ph type="title"/>
          </p:nvPr>
        </p:nvSpPr>
        <p:spPr>
          <a:xfrm>
            <a:off x="629841" y="457200"/>
            <a:ext cx="2949177" cy="1600200"/>
          </a:xfrm>
        </p:spPr>
        <p:txBody>
          <a:bodyPr anchor="b"/>
          <a:lstStyle>
            <a:lvl1pPr>
              <a:defRPr sz="3200"/>
            </a:lvl1pPr>
          </a:lstStyle>
          <a:p>
            <a:r>
              <a:rPr altLang="zh-CN" lang="en-US" smtClean="0"/>
              <a:t>Click to edit Master title style</a:t>
            </a:r>
            <a:endParaRPr altLang="en-US" lang="zh-CN"/>
          </a:p>
        </p:txBody>
      </p:sp>
      <p:sp>
        <p:nvSpPr>
          <p:cNvPr id="1049018" name="Text Placeholder 3"/>
          <p:cNvSpPr>
            <a:spLocks noGrp="1"/>
          </p:cNvSpPr>
          <p:nvPr>
            <p:ph type="body" sz="half" idx="2"/>
          </p:nvPr>
        </p:nvSpPr>
        <p:spPr>
          <a:xfrm>
            <a:off x="629841" y="2057400"/>
            <a:ext cx="2949177" cy="3811588"/>
          </a:xfrm>
        </p:spPr>
        <p:txBody>
          <a:bodyPr/>
          <a:lstStyle>
            <a:lvl1pPr indent="0" marL="0">
              <a:buNone/>
              <a:defRPr sz="1600"/>
            </a:lvl1pPr>
            <a:lvl2pPr indent="0" marL="457200">
              <a:buNone/>
              <a:defRPr sz="1400"/>
            </a:lvl2pPr>
            <a:lvl3pPr indent="0" marL="914400">
              <a:buNone/>
              <a:defRPr sz="1200"/>
            </a:lvl3pPr>
            <a:lvl4pPr indent="0" marL="1371600">
              <a:buNone/>
              <a:defRPr sz="1000"/>
            </a:lvl4pPr>
            <a:lvl5pPr indent="0" marL="1828800">
              <a:buNone/>
              <a:defRPr sz="1000"/>
            </a:lvl5pPr>
            <a:lvl6pPr indent="0" marL="2286000">
              <a:buNone/>
              <a:defRPr sz="1000"/>
            </a:lvl6pPr>
            <a:lvl7pPr indent="0" marL="2743200">
              <a:buNone/>
              <a:defRPr sz="1000"/>
            </a:lvl7pPr>
            <a:lvl8pPr indent="0" marL="3200400">
              <a:buNone/>
              <a:defRPr sz="1000"/>
            </a:lvl8pPr>
            <a:lvl9pPr indent="0" marL="3657600">
              <a:buNone/>
              <a:defRPr sz="1000"/>
            </a:lvl9pPr>
          </a:lstStyle>
          <a:p>
            <a:pPr lvl="0"/>
            <a:r>
              <a:rPr altLang="zh-CN" lang="en-US" smtClean="0"/>
              <a:t>Click to edit Master text styles</a:t>
            </a:r>
          </a:p>
        </p:txBody>
      </p:sp>
      <p:sp>
        <p:nvSpPr>
          <p:cNvPr id="1049019" name="Content Placeholder 2"/>
          <p:cNvSpPr>
            <a:spLocks noGrp="1"/>
          </p:cNvSpPr>
          <p:nvPr>
            <p:ph idx="1"/>
          </p:nvPr>
        </p:nvSpPr>
        <p:spPr>
          <a:xfrm>
            <a:off x="3887391" y="987424"/>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9020"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9021"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9022"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type="picTx">
  <p:cSld name="Picture with Caption">
    <p:spTree>
      <p:nvGrpSpPr>
        <p:cNvPr id="253" name=""/>
        <p:cNvGrpSpPr/>
        <p:nvPr/>
      </p:nvGrpSpPr>
      <p:grpSpPr>
        <a:xfrm>
          <a:off x="0" y="0"/>
          <a:ext cx="0" cy="0"/>
          <a:chOff x="0" y="0"/>
          <a:chExt cx="0" cy="0"/>
        </a:xfrm>
      </p:grpSpPr>
      <p:sp>
        <p:nvSpPr>
          <p:cNvPr id="1048990" name="Title 1"/>
          <p:cNvSpPr>
            <a:spLocks noGrp="1"/>
          </p:cNvSpPr>
          <p:nvPr>
            <p:ph type="title"/>
          </p:nvPr>
        </p:nvSpPr>
        <p:spPr>
          <a:xfrm>
            <a:off x="629841" y="457200"/>
            <a:ext cx="2949177" cy="1600200"/>
          </a:xfrm>
        </p:spPr>
        <p:txBody>
          <a:bodyPr anchor="b"/>
          <a:lstStyle>
            <a:lvl1pPr>
              <a:defRPr sz="3200"/>
            </a:lvl1pPr>
          </a:lstStyle>
          <a:p>
            <a:r>
              <a:rPr altLang="zh-CN" lang="en-US" smtClean="0"/>
              <a:t>Click to edit Master title style</a:t>
            </a:r>
            <a:endParaRPr altLang="en-US" lang="zh-CN"/>
          </a:p>
        </p:txBody>
      </p:sp>
      <p:sp>
        <p:nvSpPr>
          <p:cNvPr id="1048991" name="Text Placeholder 3"/>
          <p:cNvSpPr>
            <a:spLocks noGrp="1"/>
          </p:cNvSpPr>
          <p:nvPr>
            <p:ph type="body" sz="half" idx="2"/>
          </p:nvPr>
        </p:nvSpPr>
        <p:spPr>
          <a:xfrm>
            <a:off x="629841" y="2057400"/>
            <a:ext cx="2949177" cy="3811588"/>
          </a:xfrm>
        </p:spPr>
        <p:txBody>
          <a:bodyPr/>
          <a:lstStyle>
            <a:lvl1pPr indent="0" marL="0">
              <a:buNone/>
              <a:defRPr sz="1600"/>
            </a:lvl1pPr>
            <a:lvl2pPr indent="0" marL="457200">
              <a:buNone/>
              <a:defRPr sz="1400"/>
            </a:lvl2pPr>
            <a:lvl3pPr indent="0" marL="914400">
              <a:buNone/>
              <a:defRPr sz="1200"/>
            </a:lvl3pPr>
            <a:lvl4pPr indent="0" marL="1371600">
              <a:buNone/>
              <a:defRPr sz="1000"/>
            </a:lvl4pPr>
            <a:lvl5pPr indent="0" marL="1828800">
              <a:buNone/>
              <a:defRPr sz="1000"/>
            </a:lvl5pPr>
            <a:lvl6pPr indent="0" marL="2286000">
              <a:buNone/>
              <a:defRPr sz="1000"/>
            </a:lvl6pPr>
            <a:lvl7pPr indent="0" marL="2743200">
              <a:buNone/>
              <a:defRPr sz="1000"/>
            </a:lvl7pPr>
            <a:lvl8pPr indent="0" marL="3200400">
              <a:buNone/>
              <a:defRPr sz="1000"/>
            </a:lvl8pPr>
            <a:lvl9pPr indent="0" marL="3657600">
              <a:buNone/>
              <a:defRPr sz="1000"/>
            </a:lvl9pPr>
          </a:lstStyle>
          <a:p>
            <a:pPr lvl="0"/>
            <a:r>
              <a:rPr altLang="zh-CN" lang="en-US" smtClean="0"/>
              <a:t>Click to edit Master text styles</a:t>
            </a:r>
          </a:p>
        </p:txBody>
      </p:sp>
      <p:sp>
        <p:nvSpPr>
          <p:cNvPr id="1048992" name="Picture Placeholder 2"/>
          <p:cNvSpPr>
            <a:spLocks noGrp="1"/>
          </p:cNvSpPr>
          <p:nvPr>
            <p:ph type="pic" idx="1"/>
          </p:nvPr>
        </p:nvSpPr>
        <p:spPr>
          <a:xfrm>
            <a:off x="3887391" y="987424"/>
            <a:ext cx="4629150" cy="4873625"/>
          </a:xfrm>
        </p:spPr>
        <p:txBody>
          <a:bodyPr/>
          <a:lstStyle>
            <a:lvl1pPr indent="0" marL="0">
              <a:buNone/>
              <a:defRPr sz="3200"/>
            </a:lvl1pPr>
            <a:lvl2pPr indent="0" marL="457200">
              <a:buNone/>
              <a:defRPr sz="2800"/>
            </a:lvl2pPr>
            <a:lvl3pPr indent="0" marL="914400">
              <a:buNone/>
              <a:defRPr sz="2000"/>
            </a:lvl3pPr>
            <a:lvl4pPr indent="0" marL="1371600">
              <a:buNone/>
              <a:defRPr sz="2000"/>
            </a:lvl4pPr>
            <a:lvl5pPr indent="0" marL="1828800">
              <a:buNone/>
              <a:defRPr sz="2000"/>
            </a:lvl5pPr>
            <a:lvl6pPr indent="0" marL="2286000">
              <a:buNone/>
              <a:defRPr sz="2000"/>
            </a:lvl6pPr>
            <a:lvl7pPr indent="0" marL="2743200">
              <a:buNone/>
              <a:defRPr sz="2000"/>
            </a:lvl7pPr>
            <a:lvl8pPr indent="0" marL="3200400">
              <a:buNone/>
              <a:defRPr sz="2000"/>
            </a:lvl8pPr>
            <a:lvl9pPr indent="0" marL="3657600">
              <a:buNone/>
              <a:defRPr sz="2000"/>
            </a:lvl9pPr>
          </a:lstStyle>
          <a:p>
            <a:endParaRPr altLang="en-US" lang="zh-CN"/>
          </a:p>
        </p:txBody>
      </p:sp>
      <p:sp>
        <p:nvSpPr>
          <p:cNvPr id="1048993"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994"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995"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type="vertTx">
  <p:cSld name="Title and Vertical Text">
    <p:spTree>
      <p:nvGrpSpPr>
        <p:cNvPr id="262" name=""/>
        <p:cNvGrpSpPr/>
        <p:nvPr/>
      </p:nvGrpSpPr>
      <p:grpSpPr>
        <a:xfrm>
          <a:off x="0" y="0"/>
          <a:ext cx="0" cy="0"/>
          <a:chOff x="0" y="0"/>
          <a:chExt cx="0" cy="0"/>
        </a:xfrm>
      </p:grpSpPr>
      <p:sp>
        <p:nvSpPr>
          <p:cNvPr id="1049038" name="Title 1"/>
          <p:cNvSpPr>
            <a:spLocks noGrp="1"/>
          </p:cNvSpPr>
          <p:nvPr>
            <p:ph type="title"/>
          </p:nvPr>
        </p:nvSpPr>
        <p:spPr/>
        <p:txBody>
          <a:bodyPr/>
          <a:p>
            <a:r>
              <a:rPr altLang="zh-CN" lang="en-US" smtClean="0"/>
              <a:t>Click to edit Master title style</a:t>
            </a:r>
            <a:endParaRPr altLang="en-US" lang="zh-CN"/>
          </a:p>
        </p:txBody>
      </p:sp>
      <p:sp>
        <p:nvSpPr>
          <p:cNvPr id="1049039" name="Vertical Text Placeholder 2"/>
          <p:cNvSpPr>
            <a:spLocks noGrp="1"/>
          </p:cNvSpPr>
          <p:nvPr>
            <p:ph type="body" orient="vert" idx="1"/>
          </p:nvPr>
        </p:nvSpPr>
        <p:spPr/>
        <p:txBody>
          <a:bodyPr vert="eaVert"/>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9040"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9041"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9042"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type="vertTitleAndTx">
  <p:cSld name="Vertical Title and Text">
    <p:spTree>
      <p:nvGrpSpPr>
        <p:cNvPr id="254" name=""/>
        <p:cNvGrpSpPr/>
        <p:nvPr/>
      </p:nvGrpSpPr>
      <p:grpSpPr>
        <a:xfrm>
          <a:off x="0" y="0"/>
          <a:ext cx="0" cy="0"/>
          <a:chOff x="0" y="0"/>
          <a:chExt cx="0" cy="0"/>
        </a:xfrm>
      </p:grpSpPr>
      <p:sp>
        <p:nvSpPr>
          <p:cNvPr id="1048996" name="Vertical Title 1"/>
          <p:cNvSpPr>
            <a:spLocks noGrp="1"/>
          </p:cNvSpPr>
          <p:nvPr>
            <p:ph type="title" orient="vert"/>
          </p:nvPr>
        </p:nvSpPr>
        <p:spPr>
          <a:xfrm>
            <a:off x="6543675" y="365125"/>
            <a:ext cx="1971675" cy="5811838"/>
          </a:xfrm>
        </p:spPr>
        <p:txBody>
          <a:bodyPr vert="eaVert"/>
          <a:p>
            <a:r>
              <a:rPr altLang="zh-CN" lang="en-US" smtClean="0"/>
              <a:t>Click to edit Master title style</a:t>
            </a:r>
            <a:endParaRPr altLang="en-US" lang="zh-CN"/>
          </a:p>
        </p:txBody>
      </p:sp>
      <p:sp>
        <p:nvSpPr>
          <p:cNvPr id="1048997" name="Vertical Text Placeholder 2"/>
          <p:cNvSpPr>
            <a:spLocks noGrp="1"/>
          </p:cNvSpPr>
          <p:nvPr>
            <p:ph type="body" orient="vert" idx="1"/>
          </p:nvPr>
        </p:nvSpPr>
        <p:spPr>
          <a:xfrm>
            <a:off x="628650" y="365125"/>
            <a:ext cx="5800725" cy="5811838"/>
          </a:xfrm>
        </p:spPr>
        <p:txBody>
          <a:bodyPr vert="eaVert"/>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998"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999"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9000"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type="title">
  <p:cSld name="Title Slide">
    <p:spTree>
      <p:nvGrpSpPr>
        <p:cNvPr id="239" name=""/>
        <p:cNvGrpSpPr/>
        <p:nvPr/>
      </p:nvGrpSpPr>
      <p:grpSpPr>
        <a:xfrm>
          <a:off x="0" y="0"/>
          <a:ext cx="0" cy="0"/>
          <a:chOff x="0" y="0"/>
          <a:chExt cx="0" cy="0"/>
        </a:xfrm>
      </p:grpSpPr>
      <p:sp>
        <p:nvSpPr>
          <p:cNvPr id="1048973" name="Title 1"/>
          <p:cNvSpPr>
            <a:spLocks noGrp="1"/>
          </p:cNvSpPr>
          <p:nvPr>
            <p:ph type="ctrTitle"/>
          </p:nvPr>
        </p:nvSpPr>
        <p:spPr>
          <a:xfrm>
            <a:off x="1143000" y="1122363"/>
            <a:ext cx="6858000" cy="2387600"/>
          </a:xfrm>
        </p:spPr>
        <p:txBody>
          <a:bodyPr anchor="b"/>
          <a:lstStyle>
            <a:lvl1pPr>
              <a:defRPr sz="6000"/>
            </a:lvl1pPr>
          </a:lstStyle>
          <a:p>
            <a:r>
              <a:rPr altLang="zh-CN" lang="en-US" smtClean="0"/>
              <a:t>Click to edit Master title style</a:t>
            </a:r>
            <a:endParaRPr altLang="en-US" lang="zh-CN"/>
          </a:p>
        </p:txBody>
      </p:sp>
      <p:sp>
        <p:nvSpPr>
          <p:cNvPr id="1048974" name="Subtitle 2"/>
          <p:cNvSpPr>
            <a:spLocks noGrp="1"/>
          </p:cNvSpPr>
          <p:nvPr>
            <p:ph type="subTitle" idx="1"/>
          </p:nvPr>
        </p:nvSpPr>
        <p:spPr>
          <a:xfrm>
            <a:off x="1143000" y="3602038"/>
            <a:ext cx="6858000" cy="1655762"/>
          </a:xfrm>
        </p:spPr>
        <p:txBody>
          <a:bodyPr/>
          <a:lstStyle>
            <a:lvl1pPr algn="ctr" indent="0" marL="0">
              <a:buNone/>
              <a:defRPr sz="2400"/>
            </a:lvl1pPr>
            <a:lvl2pPr algn="ctr" indent="0" marL="457200">
              <a:buNone/>
              <a:defRPr sz="2000"/>
            </a:lvl2pPr>
            <a:lvl3pPr algn="ctr" indent="0" marL="914400">
              <a:buNone/>
              <a:defRPr sz="1800"/>
            </a:lvl3pPr>
            <a:lvl4pPr algn="ctr" indent="0" marL="1371600">
              <a:buNone/>
              <a:defRPr sz="1600"/>
            </a:lvl4pPr>
            <a:lvl5pPr algn="ctr" indent="0" marL="1828800">
              <a:buNone/>
              <a:defRPr sz="1600"/>
            </a:lvl5pPr>
            <a:lvl6pPr algn="ctr" indent="0" marL="2286000">
              <a:buNone/>
              <a:defRPr sz="1600"/>
            </a:lvl6pPr>
            <a:lvl7pPr algn="ctr" indent="0" marL="2743200">
              <a:buNone/>
              <a:defRPr sz="1600"/>
            </a:lvl7pPr>
            <a:lvl8pPr algn="ctr" indent="0" marL="3200400">
              <a:buNone/>
              <a:defRPr sz="1600"/>
            </a:lvl8pPr>
            <a:lvl9pPr algn="ctr" indent="0" marL="3657600">
              <a:buNone/>
              <a:defRPr sz="1600"/>
            </a:lvl9pPr>
          </a:lstStyle>
          <a:p>
            <a:r>
              <a:rPr altLang="zh-CN" lang="en-US" smtClean="0"/>
              <a:t>Click to edit Master subtitle style</a:t>
            </a:r>
            <a:endParaRPr altLang="en-US" lang="zh-CN"/>
          </a:p>
        </p:txBody>
      </p:sp>
      <p:sp>
        <p:nvSpPr>
          <p:cNvPr id="1048975"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976"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977"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type="obj">
  <p:cSld name="Title and Content">
    <p:spTree>
      <p:nvGrpSpPr>
        <p:cNvPr id="237" name=""/>
        <p:cNvGrpSpPr/>
        <p:nvPr/>
      </p:nvGrpSpPr>
      <p:grpSpPr>
        <a:xfrm>
          <a:off x="0" y="0"/>
          <a:ext cx="0" cy="0"/>
          <a:chOff x="0" y="0"/>
          <a:chExt cx="0" cy="0"/>
        </a:xfrm>
      </p:grpSpPr>
      <p:sp>
        <p:nvSpPr>
          <p:cNvPr id="1048962" name="Title 1"/>
          <p:cNvSpPr>
            <a:spLocks noGrp="1"/>
          </p:cNvSpPr>
          <p:nvPr>
            <p:ph type="title"/>
          </p:nvPr>
        </p:nvSpPr>
        <p:spPr/>
        <p:txBody>
          <a:bodyPr/>
          <a:p>
            <a:r>
              <a:rPr altLang="zh-CN" lang="en-US" smtClean="0"/>
              <a:t>Click to edit Master title style</a:t>
            </a:r>
            <a:endParaRPr altLang="en-US" lang="zh-CN"/>
          </a:p>
        </p:txBody>
      </p:sp>
      <p:sp>
        <p:nvSpPr>
          <p:cNvPr id="1048963" name="Content Placeholder 2"/>
          <p:cNvSpPr>
            <a:spLocks noGrp="1"/>
          </p:cNvSpPr>
          <p:nvPr>
            <p:ph idx="1"/>
          </p:nvPr>
        </p:nvSpPr>
        <p:spPr/>
        <p:txBody>
          <a:bodyPr/>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964"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965"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966"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type="secHead">
  <p:cSld name="Section Header">
    <p:spTree>
      <p:nvGrpSpPr>
        <p:cNvPr id="236" name=""/>
        <p:cNvGrpSpPr/>
        <p:nvPr/>
      </p:nvGrpSpPr>
      <p:grpSpPr>
        <a:xfrm>
          <a:off x="0" y="0"/>
          <a:ext cx="0" cy="0"/>
          <a:chOff x="0" y="0"/>
          <a:chExt cx="0" cy="0"/>
        </a:xfrm>
      </p:grpSpPr>
      <p:sp>
        <p:nvSpPr>
          <p:cNvPr id="1048957" name="Title 1"/>
          <p:cNvSpPr>
            <a:spLocks noGrp="1"/>
          </p:cNvSpPr>
          <p:nvPr>
            <p:ph type="title"/>
          </p:nvPr>
        </p:nvSpPr>
        <p:spPr>
          <a:xfrm>
            <a:off x="623887" y="1709738"/>
            <a:ext cx="7886700" cy="2852737"/>
          </a:xfrm>
        </p:spPr>
        <p:txBody>
          <a:bodyPr anchor="b"/>
          <a:lstStyle>
            <a:lvl1pPr>
              <a:defRPr sz="6000"/>
            </a:lvl1pPr>
          </a:lstStyle>
          <a:p>
            <a:r>
              <a:rPr altLang="zh-CN" lang="en-US" smtClean="0"/>
              <a:t>Click to edit Master title style</a:t>
            </a:r>
            <a:endParaRPr altLang="en-US" lang="zh-CN"/>
          </a:p>
        </p:txBody>
      </p:sp>
      <p:sp>
        <p:nvSpPr>
          <p:cNvPr id="1048958" name="Text Placeholder 2"/>
          <p:cNvSpPr>
            <a:spLocks noGrp="1"/>
          </p:cNvSpPr>
          <p:nvPr>
            <p:ph type="body" idx="1"/>
          </p:nvPr>
        </p:nvSpPr>
        <p:spPr>
          <a:xfrm>
            <a:off x="623887" y="4589463"/>
            <a:ext cx="7886700" cy="1500187"/>
          </a:xfrm>
        </p:spPr>
        <p:txBody>
          <a:bodyPr/>
          <a:lstStyle>
            <a:lvl1pPr indent="0" marL="0">
              <a:buNone/>
              <a:defRPr sz="2400"/>
            </a:lvl1pPr>
            <a:lvl2pPr indent="0" marL="457200">
              <a:buNone/>
              <a:defRPr sz="2000"/>
            </a:lvl2pPr>
            <a:lvl3pPr indent="0" marL="914400">
              <a:buNone/>
              <a:defRPr sz="1800"/>
            </a:lvl3pPr>
            <a:lvl4pPr indent="0" marL="1371600">
              <a:buNone/>
              <a:defRPr sz="1600"/>
            </a:lvl4pPr>
            <a:lvl5pPr indent="0" marL="1828800">
              <a:buNone/>
              <a:defRPr sz="1600"/>
            </a:lvl5pPr>
            <a:lvl6pPr indent="0" marL="2286000">
              <a:buNone/>
              <a:defRPr sz="1600"/>
            </a:lvl6pPr>
            <a:lvl7pPr indent="0" marL="2743200">
              <a:buNone/>
              <a:defRPr sz="1600"/>
            </a:lvl7pPr>
            <a:lvl8pPr indent="0" marL="3200400">
              <a:buNone/>
              <a:defRPr sz="1600"/>
            </a:lvl8pPr>
            <a:lvl9pPr indent="0" marL="3657600">
              <a:buNone/>
              <a:defRPr sz="1600"/>
            </a:lvl9pPr>
          </a:lstStyle>
          <a:p>
            <a:pPr lvl="0"/>
            <a:r>
              <a:rPr altLang="zh-CN" lang="en-US" smtClean="0"/>
              <a:t>Click to edit Master text styles</a:t>
            </a:r>
          </a:p>
        </p:txBody>
      </p:sp>
      <p:sp>
        <p:nvSpPr>
          <p:cNvPr id="1048959"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960"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961"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type="twoObj">
  <p:cSld name="Two Content">
    <p:spTree>
      <p:nvGrpSpPr>
        <p:cNvPr id="230" name=""/>
        <p:cNvGrpSpPr/>
        <p:nvPr/>
      </p:nvGrpSpPr>
      <p:grpSpPr>
        <a:xfrm>
          <a:off x="0" y="0"/>
          <a:ext cx="0" cy="0"/>
          <a:chOff x="0" y="0"/>
          <a:chExt cx="0" cy="0"/>
        </a:xfrm>
      </p:grpSpPr>
      <p:sp>
        <p:nvSpPr>
          <p:cNvPr id="1048926" name="Title 1"/>
          <p:cNvSpPr>
            <a:spLocks noGrp="1"/>
          </p:cNvSpPr>
          <p:nvPr>
            <p:ph type="title"/>
          </p:nvPr>
        </p:nvSpPr>
        <p:spPr/>
        <p:txBody>
          <a:bodyPr/>
          <a:p>
            <a:r>
              <a:rPr altLang="zh-CN" lang="en-US" smtClean="0"/>
              <a:t>Click to edit Master title style</a:t>
            </a:r>
            <a:endParaRPr altLang="en-US" lang="zh-CN"/>
          </a:p>
        </p:txBody>
      </p:sp>
      <p:sp>
        <p:nvSpPr>
          <p:cNvPr id="1048927" name="Content Placeholder 2"/>
          <p:cNvSpPr>
            <a:spLocks noGrp="1"/>
          </p:cNvSpPr>
          <p:nvPr>
            <p:ph sz="half" idx="1"/>
          </p:nvPr>
        </p:nvSpPr>
        <p:spPr>
          <a:xfrm>
            <a:off x="628650" y="1825625"/>
            <a:ext cx="3886200" cy="4351338"/>
          </a:xfrm>
        </p:spPr>
        <p:txBody>
          <a:bodyPr/>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928" name="Content Placeholder 3"/>
          <p:cNvSpPr>
            <a:spLocks noGrp="1"/>
          </p:cNvSpPr>
          <p:nvPr>
            <p:ph sz="half" idx="2"/>
          </p:nvPr>
        </p:nvSpPr>
        <p:spPr>
          <a:xfrm>
            <a:off x="4629150" y="1825625"/>
            <a:ext cx="3886200" cy="4351338"/>
          </a:xfrm>
        </p:spPr>
        <p:txBody>
          <a:bodyPr/>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929"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930"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931"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type="twoTxTwoObj">
  <p:cSld name="Comparison">
    <p:spTree>
      <p:nvGrpSpPr>
        <p:cNvPr id="232" name=""/>
        <p:cNvGrpSpPr/>
        <p:nvPr/>
      </p:nvGrpSpPr>
      <p:grpSpPr>
        <a:xfrm>
          <a:off x="0" y="0"/>
          <a:ext cx="0" cy="0"/>
          <a:chOff x="0" y="0"/>
          <a:chExt cx="0" cy="0"/>
        </a:xfrm>
      </p:grpSpPr>
      <p:sp>
        <p:nvSpPr>
          <p:cNvPr id="1048935" name="Title 1"/>
          <p:cNvSpPr>
            <a:spLocks noGrp="1"/>
          </p:cNvSpPr>
          <p:nvPr>
            <p:ph type="title"/>
          </p:nvPr>
        </p:nvSpPr>
        <p:spPr>
          <a:xfrm>
            <a:off x="629841" y="365125"/>
            <a:ext cx="7886700" cy="1325563"/>
          </a:xfrm>
        </p:spPr>
        <p:txBody>
          <a:bodyPr/>
          <a:p>
            <a:r>
              <a:rPr altLang="zh-CN" lang="en-US" smtClean="0"/>
              <a:t>Click to edit Master title style</a:t>
            </a:r>
            <a:endParaRPr altLang="en-US" lang="zh-CN"/>
          </a:p>
        </p:txBody>
      </p:sp>
      <p:sp>
        <p:nvSpPr>
          <p:cNvPr id="1048936" name="Text Placeholder 2"/>
          <p:cNvSpPr>
            <a:spLocks noGrp="1"/>
          </p:cNvSpPr>
          <p:nvPr>
            <p:ph type="body" idx="1"/>
          </p:nvPr>
        </p:nvSpPr>
        <p:spPr>
          <a:xfrm>
            <a:off x="629841" y="1681163"/>
            <a:ext cx="3868340" cy="823912"/>
          </a:xfrm>
        </p:spPr>
        <p:txBody>
          <a:bodyPr anchor="b"/>
          <a:lstStyle>
            <a:lvl1pPr indent="0" marL="0">
              <a:buNone/>
              <a:defRPr b="1" sz="2400"/>
            </a:lvl1pPr>
            <a:lvl2pPr indent="0" marL="457200">
              <a:buNone/>
              <a:defRPr b="1" sz="2000"/>
            </a:lvl2pPr>
            <a:lvl3pPr indent="0" marL="914400">
              <a:buNone/>
              <a:defRPr b="1" sz="1800"/>
            </a:lvl3pPr>
            <a:lvl4pPr indent="0" marL="1371600">
              <a:buNone/>
              <a:defRPr b="1" sz="1600"/>
            </a:lvl4pPr>
            <a:lvl5pPr indent="0" marL="1828800">
              <a:buNone/>
              <a:defRPr b="1" sz="1600"/>
            </a:lvl5pPr>
            <a:lvl6pPr indent="0" marL="2286000">
              <a:buNone/>
              <a:defRPr b="1" sz="1600"/>
            </a:lvl6pPr>
            <a:lvl7pPr indent="0" marL="2743200">
              <a:buNone/>
              <a:defRPr b="1" sz="1600"/>
            </a:lvl7pPr>
            <a:lvl8pPr indent="0" marL="3200400">
              <a:buNone/>
              <a:defRPr b="1" sz="1600"/>
            </a:lvl8pPr>
            <a:lvl9pPr indent="0" marL="3657600">
              <a:buNone/>
              <a:defRPr b="1" sz="1600"/>
            </a:lvl9pPr>
          </a:lstStyle>
          <a:p>
            <a:pPr lvl="0"/>
            <a:r>
              <a:rPr altLang="zh-CN" lang="en-US" smtClean="0"/>
              <a:t>Click to edit Master text styles</a:t>
            </a:r>
          </a:p>
        </p:txBody>
      </p:sp>
      <p:sp>
        <p:nvSpPr>
          <p:cNvPr id="1048937" name="Content Placeholder 3"/>
          <p:cNvSpPr>
            <a:spLocks noGrp="1"/>
          </p:cNvSpPr>
          <p:nvPr>
            <p:ph sz="half" idx="2"/>
          </p:nvPr>
        </p:nvSpPr>
        <p:spPr>
          <a:xfrm>
            <a:off x="629841" y="2505075"/>
            <a:ext cx="3868340" cy="3684588"/>
          </a:xfrm>
        </p:spPr>
        <p:txBody>
          <a:bodyPr/>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938" name="Text Placeholder 4"/>
          <p:cNvSpPr>
            <a:spLocks noGrp="1"/>
          </p:cNvSpPr>
          <p:nvPr>
            <p:ph type="body" sz="quarter" idx="3"/>
          </p:nvPr>
        </p:nvSpPr>
        <p:spPr>
          <a:xfrm>
            <a:off x="4629150" y="1681163"/>
            <a:ext cx="3887391" cy="823912"/>
          </a:xfrm>
        </p:spPr>
        <p:txBody>
          <a:bodyPr anchor="b"/>
          <a:lstStyle>
            <a:lvl1pPr indent="0" marL="0">
              <a:buNone/>
              <a:defRPr b="1" sz="2400"/>
            </a:lvl1pPr>
            <a:lvl2pPr indent="0" marL="457200">
              <a:buNone/>
              <a:defRPr b="1" sz="2000"/>
            </a:lvl2pPr>
            <a:lvl3pPr indent="0" marL="914400">
              <a:buNone/>
              <a:defRPr b="1" sz="1800"/>
            </a:lvl3pPr>
            <a:lvl4pPr indent="0" marL="1371600">
              <a:buNone/>
              <a:defRPr b="1" sz="1600"/>
            </a:lvl4pPr>
            <a:lvl5pPr indent="0" marL="1828800">
              <a:buNone/>
              <a:defRPr b="1" sz="1600"/>
            </a:lvl5pPr>
            <a:lvl6pPr indent="0" marL="2286000">
              <a:buNone/>
              <a:defRPr b="1" sz="1600"/>
            </a:lvl6pPr>
            <a:lvl7pPr indent="0" marL="2743200">
              <a:buNone/>
              <a:defRPr b="1" sz="1600"/>
            </a:lvl7pPr>
            <a:lvl8pPr indent="0" marL="3200400">
              <a:buNone/>
              <a:defRPr b="1" sz="1600"/>
            </a:lvl8pPr>
            <a:lvl9pPr indent="0" marL="3657600">
              <a:buNone/>
              <a:defRPr b="1" sz="1600"/>
            </a:lvl9pPr>
          </a:lstStyle>
          <a:p>
            <a:pPr lvl="0"/>
            <a:r>
              <a:rPr altLang="zh-CN" lang="en-US" smtClean="0"/>
              <a:t>Click to edit Master text styles</a:t>
            </a:r>
          </a:p>
        </p:txBody>
      </p:sp>
      <p:sp>
        <p:nvSpPr>
          <p:cNvPr id="1048939" name="Content Placeholder 5"/>
          <p:cNvSpPr>
            <a:spLocks noGrp="1"/>
          </p:cNvSpPr>
          <p:nvPr>
            <p:ph sz="quarter" idx="4"/>
          </p:nvPr>
        </p:nvSpPr>
        <p:spPr>
          <a:xfrm>
            <a:off x="4629150" y="2505075"/>
            <a:ext cx="3887391" cy="3684588"/>
          </a:xfrm>
        </p:spPr>
        <p:txBody>
          <a:bodyPr/>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940"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941"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942"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type="titleOnly">
  <p:cSld name="Title Only">
    <p:spTree>
      <p:nvGrpSpPr>
        <p:cNvPr id="234" name=""/>
        <p:cNvGrpSpPr/>
        <p:nvPr/>
      </p:nvGrpSpPr>
      <p:grpSpPr>
        <a:xfrm>
          <a:off x="0" y="0"/>
          <a:ext cx="0" cy="0"/>
          <a:chOff x="0" y="0"/>
          <a:chExt cx="0" cy="0"/>
        </a:xfrm>
      </p:grpSpPr>
      <p:sp>
        <p:nvSpPr>
          <p:cNvPr id="1048948" name="Title 1"/>
          <p:cNvSpPr>
            <a:spLocks noGrp="1"/>
          </p:cNvSpPr>
          <p:nvPr>
            <p:ph type="title"/>
          </p:nvPr>
        </p:nvSpPr>
        <p:spPr/>
        <p:txBody>
          <a:bodyPr/>
          <a:p>
            <a:r>
              <a:rPr altLang="zh-CN" lang="en-US" smtClean="0"/>
              <a:t>Click to edit Master title style</a:t>
            </a:r>
            <a:endParaRPr altLang="en-US" lang="zh-CN"/>
          </a:p>
        </p:txBody>
      </p:sp>
      <p:sp>
        <p:nvSpPr>
          <p:cNvPr id="1048949"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950"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951"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type="blank">
  <p:cSld name="Blank">
    <p:spTree>
      <p:nvGrpSpPr>
        <p:cNvPr id="231" name=""/>
        <p:cNvGrpSpPr/>
        <p:nvPr/>
      </p:nvGrpSpPr>
      <p:grpSpPr>
        <a:xfrm>
          <a:off x="0" y="0"/>
          <a:ext cx="0" cy="0"/>
          <a:chOff x="0" y="0"/>
          <a:chExt cx="0" cy="0"/>
        </a:xfrm>
      </p:grpSpPr>
      <p:sp>
        <p:nvSpPr>
          <p:cNvPr id="1048932"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933"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934"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type="objTx">
  <p:cSld name="Content with Caption">
    <p:spTree>
      <p:nvGrpSpPr>
        <p:cNvPr id="238" name=""/>
        <p:cNvGrpSpPr/>
        <p:nvPr/>
      </p:nvGrpSpPr>
      <p:grpSpPr>
        <a:xfrm>
          <a:off x="0" y="0"/>
          <a:ext cx="0" cy="0"/>
          <a:chOff x="0" y="0"/>
          <a:chExt cx="0" cy="0"/>
        </a:xfrm>
      </p:grpSpPr>
      <p:sp>
        <p:nvSpPr>
          <p:cNvPr id="1048967" name="Title 1"/>
          <p:cNvSpPr>
            <a:spLocks noGrp="1"/>
          </p:cNvSpPr>
          <p:nvPr>
            <p:ph type="title"/>
          </p:nvPr>
        </p:nvSpPr>
        <p:spPr>
          <a:xfrm>
            <a:off x="629841" y="457200"/>
            <a:ext cx="2949177" cy="1600200"/>
          </a:xfrm>
        </p:spPr>
        <p:txBody>
          <a:bodyPr anchor="b"/>
          <a:lstStyle>
            <a:lvl1pPr>
              <a:defRPr sz="3200"/>
            </a:lvl1pPr>
          </a:lstStyle>
          <a:p>
            <a:r>
              <a:rPr altLang="zh-CN" lang="en-US" smtClean="0"/>
              <a:t>Click to edit Master title style</a:t>
            </a:r>
            <a:endParaRPr altLang="en-US" lang="zh-CN"/>
          </a:p>
        </p:txBody>
      </p:sp>
      <p:sp>
        <p:nvSpPr>
          <p:cNvPr id="1048968" name="Text Placeholder 3"/>
          <p:cNvSpPr>
            <a:spLocks noGrp="1"/>
          </p:cNvSpPr>
          <p:nvPr>
            <p:ph type="body" sz="half" idx="2"/>
          </p:nvPr>
        </p:nvSpPr>
        <p:spPr>
          <a:xfrm>
            <a:off x="629841" y="2057400"/>
            <a:ext cx="2949177" cy="3811588"/>
          </a:xfrm>
        </p:spPr>
        <p:txBody>
          <a:bodyPr/>
          <a:lstStyle>
            <a:lvl1pPr indent="0" marL="0">
              <a:buNone/>
              <a:defRPr sz="1600"/>
            </a:lvl1pPr>
            <a:lvl2pPr indent="0" marL="457200">
              <a:buNone/>
              <a:defRPr sz="1400"/>
            </a:lvl2pPr>
            <a:lvl3pPr indent="0" marL="914400">
              <a:buNone/>
              <a:defRPr sz="1200"/>
            </a:lvl3pPr>
            <a:lvl4pPr indent="0" marL="1371600">
              <a:buNone/>
              <a:defRPr sz="1000"/>
            </a:lvl4pPr>
            <a:lvl5pPr indent="0" marL="1828800">
              <a:buNone/>
              <a:defRPr sz="1000"/>
            </a:lvl5pPr>
            <a:lvl6pPr indent="0" marL="2286000">
              <a:buNone/>
              <a:defRPr sz="1000"/>
            </a:lvl6pPr>
            <a:lvl7pPr indent="0" marL="2743200">
              <a:buNone/>
              <a:defRPr sz="1000"/>
            </a:lvl7pPr>
            <a:lvl8pPr indent="0" marL="3200400">
              <a:buNone/>
              <a:defRPr sz="1000"/>
            </a:lvl8pPr>
            <a:lvl9pPr indent="0" marL="3657600">
              <a:buNone/>
              <a:defRPr sz="1000"/>
            </a:lvl9pPr>
          </a:lstStyle>
          <a:p>
            <a:pPr lvl="0"/>
            <a:r>
              <a:rPr altLang="zh-CN" lang="en-US" smtClean="0"/>
              <a:t>Click to edit Master text styles</a:t>
            </a:r>
          </a:p>
        </p:txBody>
      </p:sp>
      <p:sp>
        <p:nvSpPr>
          <p:cNvPr id="1048969" name="Content Placeholder 2"/>
          <p:cNvSpPr>
            <a:spLocks noGrp="1"/>
          </p:cNvSpPr>
          <p:nvPr>
            <p:ph idx="1"/>
          </p:nvPr>
        </p:nvSpPr>
        <p:spPr>
          <a:xfrm>
            <a:off x="3887391" y="987424"/>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970"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971"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972"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type="picTx">
  <p:cSld name="Picture with Caption">
    <p:spTree>
      <p:nvGrpSpPr>
        <p:cNvPr id="229" name=""/>
        <p:cNvGrpSpPr/>
        <p:nvPr/>
      </p:nvGrpSpPr>
      <p:grpSpPr>
        <a:xfrm>
          <a:off x="0" y="0"/>
          <a:ext cx="0" cy="0"/>
          <a:chOff x="0" y="0"/>
          <a:chExt cx="0" cy="0"/>
        </a:xfrm>
      </p:grpSpPr>
      <p:sp>
        <p:nvSpPr>
          <p:cNvPr id="1048920" name="Title 1"/>
          <p:cNvSpPr>
            <a:spLocks noGrp="1"/>
          </p:cNvSpPr>
          <p:nvPr>
            <p:ph type="title"/>
          </p:nvPr>
        </p:nvSpPr>
        <p:spPr>
          <a:xfrm>
            <a:off x="629841" y="457200"/>
            <a:ext cx="2949177" cy="1600200"/>
          </a:xfrm>
        </p:spPr>
        <p:txBody>
          <a:bodyPr anchor="b"/>
          <a:lstStyle>
            <a:lvl1pPr>
              <a:defRPr sz="3200"/>
            </a:lvl1pPr>
          </a:lstStyle>
          <a:p>
            <a:r>
              <a:rPr altLang="zh-CN" lang="en-US" smtClean="0"/>
              <a:t>Click to edit Master title style</a:t>
            </a:r>
            <a:endParaRPr altLang="en-US" lang="zh-CN"/>
          </a:p>
        </p:txBody>
      </p:sp>
      <p:sp>
        <p:nvSpPr>
          <p:cNvPr id="1048921" name="Text Placeholder 3"/>
          <p:cNvSpPr>
            <a:spLocks noGrp="1"/>
          </p:cNvSpPr>
          <p:nvPr>
            <p:ph type="body" sz="half" idx="2"/>
          </p:nvPr>
        </p:nvSpPr>
        <p:spPr>
          <a:xfrm>
            <a:off x="629841" y="2057400"/>
            <a:ext cx="2949177" cy="3811588"/>
          </a:xfrm>
        </p:spPr>
        <p:txBody>
          <a:bodyPr/>
          <a:lstStyle>
            <a:lvl1pPr indent="0" marL="0">
              <a:buNone/>
              <a:defRPr sz="1600"/>
            </a:lvl1pPr>
            <a:lvl2pPr indent="0" marL="457200">
              <a:buNone/>
              <a:defRPr sz="1400"/>
            </a:lvl2pPr>
            <a:lvl3pPr indent="0" marL="914400">
              <a:buNone/>
              <a:defRPr sz="1200"/>
            </a:lvl3pPr>
            <a:lvl4pPr indent="0" marL="1371600">
              <a:buNone/>
              <a:defRPr sz="1000"/>
            </a:lvl4pPr>
            <a:lvl5pPr indent="0" marL="1828800">
              <a:buNone/>
              <a:defRPr sz="1000"/>
            </a:lvl5pPr>
            <a:lvl6pPr indent="0" marL="2286000">
              <a:buNone/>
              <a:defRPr sz="1000"/>
            </a:lvl6pPr>
            <a:lvl7pPr indent="0" marL="2743200">
              <a:buNone/>
              <a:defRPr sz="1000"/>
            </a:lvl7pPr>
            <a:lvl8pPr indent="0" marL="3200400">
              <a:buNone/>
              <a:defRPr sz="1000"/>
            </a:lvl8pPr>
            <a:lvl9pPr indent="0" marL="3657600">
              <a:buNone/>
              <a:defRPr sz="1000"/>
            </a:lvl9pPr>
          </a:lstStyle>
          <a:p>
            <a:pPr lvl="0"/>
            <a:r>
              <a:rPr altLang="zh-CN" lang="en-US" smtClean="0"/>
              <a:t>Click to edit Master text styles</a:t>
            </a:r>
          </a:p>
        </p:txBody>
      </p:sp>
      <p:sp>
        <p:nvSpPr>
          <p:cNvPr id="1048922" name="Picture Placeholder 2"/>
          <p:cNvSpPr>
            <a:spLocks noGrp="1"/>
          </p:cNvSpPr>
          <p:nvPr>
            <p:ph type="pic" idx="1"/>
          </p:nvPr>
        </p:nvSpPr>
        <p:spPr>
          <a:xfrm>
            <a:off x="3887391" y="987424"/>
            <a:ext cx="4629150" cy="4873625"/>
          </a:xfrm>
        </p:spPr>
        <p:txBody>
          <a:bodyPr/>
          <a:lstStyle>
            <a:lvl1pPr indent="0" marL="0">
              <a:buNone/>
              <a:defRPr sz="3200"/>
            </a:lvl1pPr>
            <a:lvl2pPr indent="0" marL="457200">
              <a:buNone/>
              <a:defRPr sz="2800"/>
            </a:lvl2pPr>
            <a:lvl3pPr indent="0" marL="914400">
              <a:buNone/>
              <a:defRPr sz="2000"/>
            </a:lvl3pPr>
            <a:lvl4pPr indent="0" marL="1371600">
              <a:buNone/>
              <a:defRPr sz="2000"/>
            </a:lvl4pPr>
            <a:lvl5pPr indent="0" marL="1828800">
              <a:buNone/>
              <a:defRPr sz="2000"/>
            </a:lvl5pPr>
            <a:lvl6pPr indent="0" marL="2286000">
              <a:buNone/>
              <a:defRPr sz="2000"/>
            </a:lvl6pPr>
            <a:lvl7pPr indent="0" marL="2743200">
              <a:buNone/>
              <a:defRPr sz="2000"/>
            </a:lvl7pPr>
            <a:lvl8pPr indent="0" marL="3200400">
              <a:buNone/>
              <a:defRPr sz="2000"/>
            </a:lvl8pPr>
            <a:lvl9pPr indent="0" marL="3657600">
              <a:buNone/>
              <a:defRPr sz="2000"/>
            </a:lvl9pPr>
          </a:lstStyle>
          <a:p>
            <a:endParaRPr altLang="en-US" lang="zh-CN"/>
          </a:p>
        </p:txBody>
      </p:sp>
      <p:sp>
        <p:nvSpPr>
          <p:cNvPr id="1048923"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924"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925"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type="vertTx">
  <p:cSld name="Title and Vertical Text">
    <p:spTree>
      <p:nvGrpSpPr>
        <p:cNvPr id="233" name=""/>
        <p:cNvGrpSpPr/>
        <p:nvPr/>
      </p:nvGrpSpPr>
      <p:grpSpPr>
        <a:xfrm>
          <a:off x="0" y="0"/>
          <a:ext cx="0" cy="0"/>
          <a:chOff x="0" y="0"/>
          <a:chExt cx="0" cy="0"/>
        </a:xfrm>
      </p:grpSpPr>
      <p:sp>
        <p:nvSpPr>
          <p:cNvPr id="1048943" name="Title 1"/>
          <p:cNvSpPr>
            <a:spLocks noGrp="1"/>
          </p:cNvSpPr>
          <p:nvPr>
            <p:ph type="title"/>
          </p:nvPr>
        </p:nvSpPr>
        <p:spPr/>
        <p:txBody>
          <a:bodyPr/>
          <a:p>
            <a:r>
              <a:rPr altLang="zh-CN" lang="en-US" smtClean="0"/>
              <a:t>Click to edit Master title style</a:t>
            </a:r>
            <a:endParaRPr altLang="en-US" lang="zh-CN"/>
          </a:p>
        </p:txBody>
      </p:sp>
      <p:sp>
        <p:nvSpPr>
          <p:cNvPr id="1048944" name="Vertical Text Placeholder 2"/>
          <p:cNvSpPr>
            <a:spLocks noGrp="1"/>
          </p:cNvSpPr>
          <p:nvPr>
            <p:ph type="body" orient="vert" idx="1"/>
          </p:nvPr>
        </p:nvSpPr>
        <p:spPr/>
        <p:txBody>
          <a:bodyPr vert="eaVert"/>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945"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946"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947"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type="vertTitleAndTx">
  <p:cSld name="Vertical Title and Text">
    <p:spTree>
      <p:nvGrpSpPr>
        <p:cNvPr id="235" name=""/>
        <p:cNvGrpSpPr/>
        <p:nvPr/>
      </p:nvGrpSpPr>
      <p:grpSpPr>
        <a:xfrm>
          <a:off x="0" y="0"/>
          <a:ext cx="0" cy="0"/>
          <a:chOff x="0" y="0"/>
          <a:chExt cx="0" cy="0"/>
        </a:xfrm>
      </p:grpSpPr>
      <p:sp>
        <p:nvSpPr>
          <p:cNvPr id="1048952" name="Vertical Title 1"/>
          <p:cNvSpPr>
            <a:spLocks noGrp="1"/>
          </p:cNvSpPr>
          <p:nvPr>
            <p:ph type="title" orient="vert"/>
          </p:nvPr>
        </p:nvSpPr>
        <p:spPr>
          <a:xfrm>
            <a:off x="6543675" y="365125"/>
            <a:ext cx="1971675" cy="5811838"/>
          </a:xfrm>
        </p:spPr>
        <p:txBody>
          <a:bodyPr vert="eaVert"/>
          <a:p>
            <a:r>
              <a:rPr altLang="zh-CN" lang="en-US" smtClean="0"/>
              <a:t>Click to edit Master title style</a:t>
            </a:r>
            <a:endParaRPr altLang="en-US" lang="zh-CN"/>
          </a:p>
        </p:txBody>
      </p:sp>
      <p:sp>
        <p:nvSpPr>
          <p:cNvPr id="1048953" name="Vertical Text Placeholder 2"/>
          <p:cNvSpPr>
            <a:spLocks noGrp="1"/>
          </p:cNvSpPr>
          <p:nvPr>
            <p:ph type="body" orient="vert" idx="1"/>
          </p:nvPr>
        </p:nvSpPr>
        <p:spPr>
          <a:xfrm>
            <a:off x="628650" y="365125"/>
            <a:ext cx="5800725" cy="5811838"/>
          </a:xfrm>
        </p:spPr>
        <p:txBody>
          <a:bodyPr vert="eaVert"/>
          <a:p>
            <a:pPr lvl="0"/>
            <a:r>
              <a:rPr altLang="zh-CN" lang="en-US" smtClean="0"/>
              <a:t>Click to edit Master text styles</a:t>
            </a:r>
          </a:p>
          <a:p>
            <a:pPr lvl="1"/>
            <a:r>
              <a:rPr altLang="zh-CN" lang="en-US" smtClean="0"/>
              <a:t>Second level</a:t>
            </a:r>
          </a:p>
          <a:p>
            <a:pPr lvl="2"/>
            <a:r>
              <a:rPr altLang="zh-CN" lang="en-US" smtClean="0"/>
              <a:t>Third level</a:t>
            </a:r>
          </a:p>
          <a:p>
            <a:pPr lvl="3"/>
            <a:r>
              <a:rPr altLang="zh-CN" lang="en-US" smtClean="0"/>
              <a:t>Fourth level</a:t>
            </a:r>
          </a:p>
          <a:p>
            <a:pPr lvl="4"/>
            <a:r>
              <a:rPr altLang="zh-CN" lang="en-US" smtClean="0"/>
              <a:t>Fifth level</a:t>
            </a:r>
          </a:p>
        </p:txBody>
      </p:sp>
      <p:sp>
        <p:nvSpPr>
          <p:cNvPr id="1048954"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955"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
        <p:nvSpPr>
          <p:cNvPr id="1048956"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slideLayout" Target="../slideLayouts/slideLayout35.xml"/><Relationship Id="rId3" Type="http://schemas.openxmlformats.org/officeDocument/2006/relationships/slideLayout" Target="../slideLayouts/slideLayout36.xml"/><Relationship Id="rId4" Type="http://schemas.openxmlformats.org/officeDocument/2006/relationships/slideLayout" Target="../slideLayouts/slideLayout37.xml"/><Relationship Id="rId5" Type="http://schemas.openxmlformats.org/officeDocument/2006/relationships/slideLayout" Target="../slideLayouts/slideLayout38.xml"/><Relationship Id="rId6" Type="http://schemas.openxmlformats.org/officeDocument/2006/relationships/slideLayout" Target="../slideLayouts/slideLayout39.xml"/><Relationship Id="rId7" Type="http://schemas.openxmlformats.org/officeDocument/2006/relationships/slideLayout" Target="../slideLayouts/slideLayout40.xml"/><Relationship Id="rId8" Type="http://schemas.openxmlformats.org/officeDocument/2006/relationships/slideLayout" Target="../slideLayouts/slideLayout41.xml"/><Relationship Id="rId9" Type="http://schemas.openxmlformats.org/officeDocument/2006/relationships/slideLayout" Target="../slideLayouts/slideLayout42.xml"/><Relationship Id="rId10" Type="http://schemas.openxmlformats.org/officeDocument/2006/relationships/slideLayout" Target="../slideLayouts/slideLayout43.xml"/><Relationship Id="rId11" Type="http://schemas.openxmlformats.org/officeDocument/2006/relationships/slideLayout" Target="../slideLayouts/slideLayout44.xml"/><Relationship Id="rId12"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slideLayout" Target="../slideLayouts/slideLayout46.xml"/><Relationship Id="rId3" Type="http://schemas.openxmlformats.org/officeDocument/2006/relationships/slideLayout" Target="../slideLayouts/slideLayout47.xml"/><Relationship Id="rId4" Type="http://schemas.openxmlformats.org/officeDocument/2006/relationships/slideLayout" Target="../slideLayouts/slideLayout48.xml"/><Relationship Id="rId5" Type="http://schemas.openxmlformats.org/officeDocument/2006/relationships/slideLayout" Target="../slideLayouts/slideLayout49.xml"/><Relationship Id="rId6" Type="http://schemas.openxmlformats.org/officeDocument/2006/relationships/slideLayout" Target="../slideLayouts/slideLayout50.xml"/><Relationship Id="rId7" Type="http://schemas.openxmlformats.org/officeDocument/2006/relationships/slideLayout" Target="../slideLayouts/slideLayout51.xml"/><Relationship Id="rId8" Type="http://schemas.openxmlformats.org/officeDocument/2006/relationships/slideLayout" Target="../slideLayouts/slideLayout52.xml"/><Relationship Id="rId9" Type="http://schemas.openxmlformats.org/officeDocument/2006/relationships/slideLayout" Target="../slideLayouts/slideLayout53.xml"/><Relationship Id="rId10" Type="http://schemas.openxmlformats.org/officeDocument/2006/relationships/slideLayout" Target="../slideLayouts/slideLayout54.xml"/><Relationship Id="rId11" Type="http://schemas.openxmlformats.org/officeDocument/2006/relationships/slideLayout" Target="../slideLayouts/slideLayout55.xml"/><Relationship Id="rId12" Type="http://schemas.openxmlformats.org/officeDocument/2006/relationships/theme" Target="../theme/them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white">
      <p:bgPr>
        <a:solidFill>
          <a:srgbClr val="FFFFFF"/>
        </a:solidFill>
      </p:bgPr>
    </p:bg>
    <p:spTree>
      <p:nvGrpSpPr>
        <p:cNvPr id="16" name=""/>
        <p:cNvGrpSpPr/>
        <p:nvPr/>
      </p:nvGrpSpPr>
      <p:grpSpPr>
        <a:xfrm rot="0">
          <a:off x="0" y="0"/>
          <a:ext cx="0" cy="0"/>
          <a:chOff x="0" y="0"/>
          <a:chExt cx="0" cy="0"/>
        </a:xfrm>
      </p:grpSpPr>
      <p:sp>
        <p:nvSpPr>
          <p:cNvPr id="1048576" name=""/>
          <p:cNvSpPr/>
          <p:nvPr/>
        </p:nvSpPr>
        <p:spPr>
          <a:xfrm rot="0">
            <a:off x="-3175" y="5051425"/>
            <a:ext cx="3575050" cy="1806575"/>
          </a:xfrm>
          <a:custGeom>
            <a:avLst/>
            <a:ahLst/>
            <a:rect l="0" t="0" r="r" b="b"/>
            <a:pathLst>
              <a:path w="3574257" h="1807368">
                <a:moveTo>
                  <a:pt x="2382" y="1807368"/>
                </a:moveTo>
                <a:lnTo>
                  <a:pt x="0" y="0"/>
                </a:lnTo>
                <a:lnTo>
                  <a:pt x="2045494" y="1"/>
                </a:lnTo>
                <a:lnTo>
                  <a:pt x="3574257" y="1807368"/>
                </a:lnTo>
                <a:lnTo>
                  <a:pt x="2382" y="1807368"/>
                </a:lnTo>
              </a:path>
            </a:pathLst>
          </a:custGeom>
          <a:solidFill>
            <a:srgbClr val="F96A1B"/>
          </a:solid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endParaRPr altLang="en-US" baseline="0" lang="en-US" u="none">
              <a:solidFill>
                <a:srgbClr val="FFFFFF"/>
              </a:solidFill>
              <a:latin typeface="Franklin Gothic Book" pitchFamily="34" charset="0"/>
              <a:sym typeface="Verdana" pitchFamily="34" charset="0"/>
            </a:endParaRPr>
          </a:p>
        </p:txBody>
      </p:sp>
      <p:sp>
        <p:nvSpPr>
          <p:cNvPr id="1048577" name=""/>
          <p:cNvSpPr/>
          <p:nvPr/>
        </p:nvSpPr>
        <p:spPr>
          <a:xfrm rot="0">
            <a:off x="-1587" y="5051425"/>
            <a:ext cx="9145588" cy="1806575"/>
          </a:xfrm>
          <a:custGeom>
            <a:avLst/>
            <a:ahLst/>
            <a:rect l="0" t="0" r="r" b="b"/>
            <a:pathLst>
              <a:path w="3352800" h="527584">
                <a:moveTo>
                  <a:pt x="0" y="527584"/>
                </a:moveTo>
                <a:lnTo>
                  <a:pt x="748227" y="0"/>
                </a:lnTo>
                <a:lnTo>
                  <a:pt x="3352800" y="271"/>
                </a:lnTo>
                <a:lnTo>
                  <a:pt x="3352800" y="527584"/>
                </a:lnTo>
                <a:lnTo>
                  <a:pt x="0" y="527584"/>
                </a:lnTo>
              </a:path>
            </a:pathLst>
          </a:custGeom>
          <a:solidFill>
            <a:srgbClr val="08A1D9">
              <a:alpha val="79999"/>
            </a:srgbClr>
          </a:solid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endParaRPr altLang="en-US" baseline="0" lang="en-US" u="none">
              <a:solidFill>
                <a:srgbClr val="FFFFFF"/>
              </a:solidFill>
              <a:latin typeface="Franklin Gothic Book" pitchFamily="34" charset="0"/>
              <a:sym typeface="Verdana" pitchFamily="34" charset="0"/>
            </a:endParaRPr>
          </a:p>
        </p:txBody>
      </p:sp>
      <p:sp>
        <p:nvSpPr>
          <p:cNvPr id="1048578" name=""/>
          <p:cNvSpPr/>
          <p:nvPr>
            <p:ph type="title" sz="full" idx="0"/>
          </p:nvPr>
        </p:nvSpPr>
        <p:spPr>
          <a:xfrm rot="0">
            <a:off x="822325" y="365125"/>
            <a:ext cx="7521575" cy="549275"/>
          </a:xfrm>
          <a:prstGeom prst="rect"/>
          <a:noFill/>
          <a:ln>
            <a:noFill/>
          </a:ln>
        </p:spPr>
        <p:txBody>
          <a:bodyPr anchor="ctr" bIns="45720" lIns="91440" rIns="91440" tIns="45720" vert="horz"/>
          <a:p>
            <a:pPr lvl="0"/>
            <a:r>
              <a:rPr altLang="en-US" lang="en-US"/>
              <a:t>Click to edit Master title style</a:t>
            </a:r>
          </a:p>
        </p:txBody>
      </p:sp>
      <p:sp>
        <p:nvSpPr>
          <p:cNvPr id="1048579" name=""/>
          <p:cNvSpPr/>
          <p:nvPr>
            <p:ph type="body" sz="full" idx="1"/>
          </p:nvPr>
        </p:nvSpPr>
        <p:spPr>
          <a:xfrm rot="0">
            <a:off x="822325" y="1100137"/>
            <a:ext cx="7521575" cy="3579812"/>
          </a:xfrm>
          <a:prstGeom prst="rect"/>
          <a:noFill/>
          <a:ln>
            <a:noFill/>
          </a:ln>
        </p:spPr>
        <p:txBody>
          <a:bodyPr anchor="t" bIns="45720" lIns="91440" rIns="91440" tIns="45720" vert="horz"/>
          <a:p>
            <a:pPr lvl="0"/>
            <a:r>
              <a:rPr altLang="en-US" lang="en-US"/>
              <a:t>Click to edit Master text styles</a:t>
            </a:r>
          </a:p>
          <a:p>
            <a:pPr lvl="1"/>
            <a:r>
              <a:rPr altLang="en-US" lang="en-US"/>
              <a:t>Second level</a:t>
            </a:r>
          </a:p>
          <a:p>
            <a:pPr lvl="2"/>
            <a:r>
              <a:rPr altLang="en-US" lang="en-US"/>
              <a:t>Third level</a:t>
            </a:r>
          </a:p>
          <a:p>
            <a:pPr lvl="3"/>
            <a:r>
              <a:rPr altLang="en-US" lang="en-US"/>
              <a:t>Fourth level</a:t>
            </a:r>
          </a:p>
          <a:p>
            <a:pPr lvl="4"/>
            <a:r>
              <a:rPr altLang="en-US" lang="en-US"/>
              <a:t>Fifth level</a:t>
            </a:r>
          </a:p>
        </p:txBody>
      </p:sp>
      <p:sp>
        <p:nvSpPr>
          <p:cNvPr id="1048580"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581"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
        <p:nvSpPr>
          <p:cNvPr id="1048582"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Tree>
  </p:cSld>
  <p:clrMap accent1="accent1" accent2="accent2" accent3="accent3" accent4="accent4" accent5="accent5" accent6="accent6" bg1="lt1" bg2="dk2" tx1="dk1" tx2="lt2" hlink="hlink" folHlink="folHlink"/>
  <p:sldLayoutIdLst>
    <p:sldLayoutId id="2147483653" r:id="rId1"/>
    <p:sldLayoutId id="2147483654" r:id="rId2"/>
    <p:sldLayoutId id="2147483655" r:id="rId3"/>
    <p:sldLayoutId id="2147483656" r:id="rId4"/>
    <p:sldLayoutId id="2147483657" r:id="rId5"/>
    <p:sldLayoutId id="2147483658" r:id="rId6"/>
    <p:sldLayoutId id="2147483659" r:id="rId7"/>
    <p:sldLayoutId id="2147483660" r:id="rId8"/>
    <p:sldLayoutId id="2147483661" r:id="rId9"/>
    <p:sldLayoutId id="2147483662" r:id="rId10"/>
    <p:sldLayoutId id="2147483663" r:id="rId11"/>
  </p:sldLayoutIdLst>
  <p:hf dt="0" ftr="0" hdr="0" sldNum="0"/>
  <p:txStyles>
    <p:title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p:titleStyle>
    <p:body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p:bodyStyle>
    <p:other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bwMode="white">
      <p:bgPr>
        <a:solidFill>
          <a:srgbClr val="FFFFFF"/>
        </a:solidFill>
      </p:bgPr>
    </p:bg>
    <p:spTree>
      <p:nvGrpSpPr>
        <p:cNvPr id="171" name=""/>
        <p:cNvGrpSpPr/>
        <p:nvPr/>
      </p:nvGrpSpPr>
      <p:grpSpPr>
        <a:xfrm rot="0">
          <a:off x="0" y="0"/>
          <a:ext cx="0" cy="0"/>
          <a:chOff x="0" y="0"/>
          <a:chExt cx="0" cy="0"/>
        </a:xfrm>
      </p:grpSpPr>
      <p:sp>
        <p:nvSpPr>
          <p:cNvPr id="1048783" name=""/>
          <p:cNvSpPr/>
          <p:nvPr/>
        </p:nvSpPr>
        <p:spPr>
          <a:xfrm rot="0">
            <a:off x="0" y="2647950"/>
            <a:ext cx="3571875" cy="4210050"/>
          </a:xfrm>
          <a:prstGeom prst="rtTriangle"/>
          <a:solidFill>
            <a:srgbClr val="F96A1B"/>
          </a:solid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endParaRPr altLang="en-US" baseline="0" lang="en-US" u="none">
              <a:solidFill>
                <a:srgbClr val="FFFFFF"/>
              </a:solidFill>
              <a:latin typeface="Franklin Gothic Book" pitchFamily="34" charset="0"/>
              <a:sym typeface="Verdana" pitchFamily="34" charset="0"/>
            </a:endParaRPr>
          </a:p>
        </p:txBody>
      </p:sp>
      <p:sp>
        <p:nvSpPr>
          <p:cNvPr id="1048784" name=""/>
          <p:cNvSpPr/>
          <p:nvPr/>
        </p:nvSpPr>
        <p:spPr>
          <a:xfrm rot="0">
            <a:off x="-1587" y="-1587"/>
            <a:ext cx="9145588" cy="6859587"/>
          </a:xfrm>
          <a:custGeom>
            <a:avLst/>
            <a:ahLst/>
            <a:rect l="0" t="0" r="r" b="b"/>
            <a:pathLst>
              <a:path w="3352800" h="2002901">
                <a:moveTo>
                  <a:pt x="0" y="2002901"/>
                </a:moveTo>
                <a:lnTo>
                  <a:pt x="2836585" y="0"/>
                </a:lnTo>
                <a:lnTo>
                  <a:pt x="3352800" y="270"/>
                </a:lnTo>
                <a:lnTo>
                  <a:pt x="3352800" y="2002901"/>
                </a:lnTo>
                <a:lnTo>
                  <a:pt x="0" y="2002901"/>
                </a:lnTo>
              </a:path>
            </a:pathLst>
          </a:custGeom>
          <a:solidFill>
            <a:srgbClr val="08A1D9">
              <a:alpha val="79999"/>
            </a:srgbClr>
          </a:solid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endParaRPr altLang="en-US" baseline="0" lang="en-US" u="none">
              <a:solidFill>
                <a:srgbClr val="FFFFFF"/>
              </a:solidFill>
              <a:latin typeface="Franklin Gothic Book" pitchFamily="34" charset="0"/>
              <a:sym typeface="Verdana" pitchFamily="34" charset="0"/>
            </a:endParaRPr>
          </a:p>
        </p:txBody>
      </p:sp>
      <p:sp>
        <p:nvSpPr>
          <p:cNvPr id="1048785" name=""/>
          <p:cNvSpPr/>
          <p:nvPr>
            <p:ph type="title" sz="full" idx="0"/>
          </p:nvPr>
        </p:nvSpPr>
        <p:spPr>
          <a:xfrm rot="0">
            <a:off x="822325" y="365125"/>
            <a:ext cx="7521575" cy="549275"/>
          </a:xfrm>
          <a:prstGeom prst="rect"/>
          <a:noFill/>
          <a:ln>
            <a:noFill/>
          </a:ln>
        </p:spPr>
        <p:txBody>
          <a:bodyPr anchor="ctr" bIns="45720" lIns="91440" rIns="91440" tIns="45720" vert="horz"/>
          <a:p>
            <a:pPr lvl="0"/>
            <a:r>
              <a:rPr altLang="en-US" lang="en-US"/>
              <a:t>Click to edit Master title style</a:t>
            </a:r>
          </a:p>
        </p:txBody>
      </p:sp>
      <p:sp>
        <p:nvSpPr>
          <p:cNvPr id="1048786" name=""/>
          <p:cNvSpPr/>
          <p:nvPr>
            <p:ph type="body" sz="full" idx="1"/>
          </p:nvPr>
        </p:nvSpPr>
        <p:spPr>
          <a:xfrm rot="0">
            <a:off x="822325" y="1100137"/>
            <a:ext cx="7521575" cy="3579812"/>
          </a:xfrm>
          <a:prstGeom prst="rect"/>
          <a:noFill/>
          <a:ln>
            <a:noFill/>
          </a:ln>
        </p:spPr>
        <p:txBody>
          <a:bodyPr anchor="t" bIns="45720" lIns="91440" rIns="91440" tIns="45720" vert="horz"/>
          <a:p>
            <a:pPr lvl="0"/>
            <a:r>
              <a:rPr altLang="en-US" lang="en-US"/>
              <a:t>Click to edit Master text styles</a:t>
            </a:r>
          </a:p>
          <a:p>
            <a:pPr lvl="1"/>
            <a:r>
              <a:rPr altLang="en-US" lang="en-US"/>
              <a:t>Second level</a:t>
            </a:r>
          </a:p>
          <a:p>
            <a:pPr lvl="2"/>
            <a:r>
              <a:rPr altLang="en-US" lang="en-US"/>
              <a:t>Third level</a:t>
            </a:r>
          </a:p>
          <a:p>
            <a:pPr lvl="3"/>
            <a:r>
              <a:rPr altLang="en-US" lang="en-US"/>
              <a:t>Fourth level</a:t>
            </a:r>
          </a:p>
          <a:p>
            <a:pPr lvl="4"/>
            <a:r>
              <a:rPr altLang="en-US" lang="en-US"/>
              <a:t>Fifth level</a:t>
            </a:r>
          </a:p>
        </p:txBody>
      </p:sp>
      <p:sp>
        <p:nvSpPr>
          <p:cNvPr id="1048787"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788"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
        <p:nvSpPr>
          <p:cNvPr id="1048789"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Tree>
  </p:cSld>
  <p:clrMap accent1="accent1" accent2="accent2" accent3="accent3" accent4="accent4" accent5="accent5" accent6="accent6" bg1="lt1" bg2="dk2" tx1="dk1" tx2="lt2"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Lst>
  <p:hf dt="0" ftr="0" hdr="0" sldNum="0"/>
  <p:txStyles>
    <p:title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p:titleStyle>
    <p:body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p:bodyStyle>
    <p:other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bwMode="white">
      <p:bgPr>
        <a:solidFill>
          <a:srgbClr val="FFFFFF"/>
        </a:solidFill>
      </p:bgPr>
    </p:bg>
    <p:spTree>
      <p:nvGrpSpPr>
        <p:cNvPr id="194" name=""/>
        <p:cNvGrpSpPr/>
        <p:nvPr/>
      </p:nvGrpSpPr>
      <p:grpSpPr>
        <a:xfrm rot="0">
          <a:off x="0" y="0"/>
          <a:ext cx="0" cy="0"/>
          <a:chOff x="0" y="0"/>
          <a:chExt cx="0" cy="0"/>
        </a:xfrm>
      </p:grpSpPr>
      <p:sp>
        <p:nvSpPr>
          <p:cNvPr id="1048848" name=""/>
          <p:cNvSpPr/>
          <p:nvPr/>
        </p:nvSpPr>
        <p:spPr>
          <a:xfrm rot="0">
            <a:off x="-1587" y="-1587"/>
            <a:ext cx="9145588" cy="6859587"/>
          </a:xfrm>
          <a:custGeom>
            <a:avLst/>
            <a:ahLst/>
            <a:rect l="0" t="0" r="r" b="b"/>
            <a:pathLst>
              <a:path w="3352800" h="2002901">
                <a:moveTo>
                  <a:pt x="0" y="2002901"/>
                </a:moveTo>
                <a:lnTo>
                  <a:pt x="2836585" y="0"/>
                </a:lnTo>
                <a:lnTo>
                  <a:pt x="3352800" y="270"/>
                </a:lnTo>
                <a:lnTo>
                  <a:pt x="3352800" y="2002901"/>
                </a:lnTo>
                <a:lnTo>
                  <a:pt x="0" y="2002901"/>
                </a:lnTo>
              </a:path>
            </a:pathLst>
          </a:custGeom>
          <a:solidFill>
            <a:srgbClr val="F96A1B"/>
          </a:solid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endParaRPr altLang="en-US" baseline="0" lang="en-US" u="none">
              <a:solidFill>
                <a:srgbClr val="FFFFFF"/>
              </a:solidFill>
              <a:latin typeface="Franklin Gothic Book" pitchFamily="34" charset="0"/>
              <a:sym typeface="Verdana" pitchFamily="34" charset="0"/>
            </a:endParaRPr>
          </a:p>
        </p:txBody>
      </p:sp>
      <p:sp>
        <p:nvSpPr>
          <p:cNvPr id="1048849" name=""/>
          <p:cNvSpPr/>
          <p:nvPr/>
        </p:nvSpPr>
        <p:spPr>
          <a:xfrm rot="0">
            <a:off x="0" y="2647950"/>
            <a:ext cx="3571875" cy="4210050"/>
          </a:xfrm>
          <a:prstGeom prst="rtTriangle"/>
          <a:solidFill>
            <a:srgbClr val="08A1D9">
              <a:alpha val="79999"/>
            </a:srgbClr>
          </a:solid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endParaRPr altLang="en-US" baseline="0" lang="en-US" u="none">
              <a:solidFill>
                <a:srgbClr val="FFFFFF"/>
              </a:solidFill>
              <a:latin typeface="Franklin Gothic Book" pitchFamily="34" charset="0"/>
              <a:sym typeface="Verdana" pitchFamily="34" charset="0"/>
            </a:endParaRPr>
          </a:p>
        </p:txBody>
      </p:sp>
      <p:sp>
        <p:nvSpPr>
          <p:cNvPr id="1048850" name=""/>
          <p:cNvSpPr/>
          <p:nvPr>
            <p:ph type="title" sz="full" idx="0"/>
          </p:nvPr>
        </p:nvSpPr>
        <p:spPr>
          <a:xfrm rot="0">
            <a:off x="822325" y="365125"/>
            <a:ext cx="7521575" cy="549275"/>
          </a:xfrm>
          <a:prstGeom prst="rect"/>
          <a:noFill/>
          <a:ln>
            <a:noFill/>
          </a:ln>
        </p:spPr>
        <p:txBody>
          <a:bodyPr anchor="ctr" bIns="45720" lIns="91440" rIns="91440" tIns="45720" vert="horz"/>
          <a:p>
            <a:pPr lvl="0"/>
            <a:r>
              <a:rPr altLang="en-US" lang="en-US"/>
              <a:t>Click to edit Master title style</a:t>
            </a:r>
          </a:p>
        </p:txBody>
      </p:sp>
      <p:sp>
        <p:nvSpPr>
          <p:cNvPr id="1048851" name=""/>
          <p:cNvSpPr/>
          <p:nvPr>
            <p:ph type="body" sz="full" idx="1"/>
          </p:nvPr>
        </p:nvSpPr>
        <p:spPr>
          <a:xfrm rot="0">
            <a:off x="822325" y="1100137"/>
            <a:ext cx="7521575" cy="3579812"/>
          </a:xfrm>
          <a:prstGeom prst="rect"/>
          <a:noFill/>
          <a:ln>
            <a:noFill/>
          </a:ln>
        </p:spPr>
        <p:txBody>
          <a:bodyPr anchor="t" bIns="45720" lIns="91440" rIns="91440" tIns="45720" vert="horz"/>
          <a:p>
            <a:pPr lvl="0"/>
            <a:r>
              <a:rPr altLang="en-US" lang="en-US"/>
              <a:t>Click to edit Master text styles</a:t>
            </a:r>
          </a:p>
          <a:p>
            <a:pPr lvl="1"/>
            <a:r>
              <a:rPr altLang="en-US" lang="en-US"/>
              <a:t>Second level</a:t>
            </a:r>
          </a:p>
          <a:p>
            <a:pPr lvl="2"/>
            <a:r>
              <a:rPr altLang="en-US" lang="en-US"/>
              <a:t>Third level</a:t>
            </a:r>
          </a:p>
          <a:p>
            <a:pPr lvl="3"/>
            <a:r>
              <a:rPr altLang="en-US" lang="en-US"/>
              <a:t>Fourth level</a:t>
            </a:r>
          </a:p>
          <a:p>
            <a:pPr lvl="4"/>
            <a:r>
              <a:rPr altLang="en-US" lang="en-US"/>
              <a:t>Fifth level</a:t>
            </a:r>
          </a:p>
        </p:txBody>
      </p:sp>
      <p:sp>
        <p:nvSpPr>
          <p:cNvPr id="1048852"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853"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
        <p:nvSpPr>
          <p:cNvPr id="1048854"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Tree>
  </p:cSld>
  <p:clrMap accent1="accent1" accent2="accent2" accent3="accent3" accent4="accent4" accent5="accent5" accent6="accent6" bg1="lt1" bg2="dk2" tx1="dk1" tx2="lt2"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Lst>
  <p:hf dt="0" ftr="0" hdr="0" sldNum="0"/>
  <p:txStyles>
    <p:title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p:titleStyle>
    <p:body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p:bodyStyle>
    <p:other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bwMode="white">
      <p:bgPr>
        <a:solidFill>
          <a:srgbClr val="FFFFFF"/>
        </a:solidFill>
      </p:bgPr>
    </p:bg>
    <p:spTree>
      <p:nvGrpSpPr>
        <p:cNvPr id="240" name=""/>
        <p:cNvGrpSpPr/>
        <p:nvPr/>
      </p:nvGrpSpPr>
      <p:grpSpPr>
        <a:xfrm rot="0">
          <a:off x="0" y="0"/>
          <a:ext cx="0" cy="0"/>
          <a:chOff x="0" y="0"/>
          <a:chExt cx="0" cy="0"/>
        </a:xfrm>
      </p:grpSpPr>
      <p:sp>
        <p:nvSpPr>
          <p:cNvPr id="1048978" name=""/>
          <p:cNvSpPr/>
          <p:nvPr/>
        </p:nvSpPr>
        <p:spPr>
          <a:xfrm rot="0">
            <a:off x="0" y="2647950"/>
            <a:ext cx="3571875" cy="4210050"/>
          </a:xfrm>
          <a:prstGeom prst="rtTriangle"/>
          <a:solidFill>
            <a:srgbClr val="F96A1B"/>
          </a:solid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endParaRPr altLang="en-US" baseline="0" lang="en-US" u="none">
              <a:solidFill>
                <a:srgbClr val="FFFFFF"/>
              </a:solidFill>
              <a:latin typeface="Franklin Gothic Book" pitchFamily="34" charset="0"/>
              <a:sym typeface="Verdana" pitchFamily="34" charset="0"/>
            </a:endParaRPr>
          </a:p>
        </p:txBody>
      </p:sp>
      <p:sp>
        <p:nvSpPr>
          <p:cNvPr id="1048979" name=""/>
          <p:cNvSpPr/>
          <p:nvPr/>
        </p:nvSpPr>
        <p:spPr>
          <a:xfrm rot="5400000">
            <a:off x="433387" y="-433387"/>
            <a:ext cx="6858000" cy="7724775"/>
          </a:xfrm>
          <a:prstGeom prst="rtTriangle"/>
          <a:solidFill>
            <a:srgbClr val="08A1D9">
              <a:alpha val="79999"/>
            </a:srgbClr>
          </a:solid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endParaRPr altLang="en-US" baseline="0" lang="en-US" u="none">
              <a:solidFill>
                <a:srgbClr val="FFFFFF"/>
              </a:solidFill>
              <a:latin typeface="Franklin Gothic Book" pitchFamily="34" charset="0"/>
              <a:sym typeface="Verdana" pitchFamily="34" charset="0"/>
            </a:endParaRPr>
          </a:p>
        </p:txBody>
      </p:sp>
      <p:sp>
        <p:nvSpPr>
          <p:cNvPr id="1048980" name=""/>
          <p:cNvSpPr/>
          <p:nvPr>
            <p:ph type="title" sz="full" idx="0"/>
          </p:nvPr>
        </p:nvSpPr>
        <p:spPr>
          <a:xfrm rot="0">
            <a:off x="822325" y="365125"/>
            <a:ext cx="7521575" cy="549275"/>
          </a:xfrm>
          <a:prstGeom prst="rect"/>
          <a:noFill/>
          <a:ln>
            <a:noFill/>
          </a:ln>
        </p:spPr>
        <p:txBody>
          <a:bodyPr anchor="ctr" bIns="45720" lIns="91440" rIns="91440" tIns="45720" vert="horz"/>
          <a:p>
            <a:pPr lvl="0"/>
            <a:r>
              <a:rPr altLang="en-US" lang="en-US"/>
              <a:t>Click to edit Master title style</a:t>
            </a:r>
          </a:p>
        </p:txBody>
      </p:sp>
      <p:sp>
        <p:nvSpPr>
          <p:cNvPr id="1048981" name=""/>
          <p:cNvSpPr/>
          <p:nvPr>
            <p:ph type="body" sz="full" idx="1"/>
          </p:nvPr>
        </p:nvSpPr>
        <p:spPr>
          <a:xfrm rot="0">
            <a:off x="822325" y="1100137"/>
            <a:ext cx="7521575" cy="3579812"/>
          </a:xfrm>
          <a:prstGeom prst="rect"/>
          <a:noFill/>
          <a:ln>
            <a:noFill/>
          </a:ln>
        </p:spPr>
        <p:txBody>
          <a:bodyPr anchor="t" bIns="45720" lIns="91440" rIns="91440" tIns="45720" vert="horz"/>
          <a:p>
            <a:pPr lvl="0"/>
            <a:r>
              <a:rPr altLang="en-US" lang="en-US"/>
              <a:t>Click to edit Master text styles</a:t>
            </a:r>
          </a:p>
          <a:p>
            <a:pPr lvl="1"/>
            <a:r>
              <a:rPr altLang="en-US" lang="en-US"/>
              <a:t>Second level</a:t>
            </a:r>
          </a:p>
          <a:p>
            <a:pPr lvl="2"/>
            <a:r>
              <a:rPr altLang="en-US" lang="en-US"/>
              <a:t>Third level</a:t>
            </a:r>
          </a:p>
          <a:p>
            <a:pPr lvl="3"/>
            <a:r>
              <a:rPr altLang="en-US" lang="en-US"/>
              <a:t>Fourth level</a:t>
            </a:r>
          </a:p>
          <a:p>
            <a:pPr lvl="4"/>
            <a:r>
              <a:rPr altLang="en-US" lang="en-US"/>
              <a:t>Fifth level</a:t>
            </a:r>
          </a:p>
        </p:txBody>
      </p:sp>
      <p:sp>
        <p:nvSpPr>
          <p:cNvPr id="1048982"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983"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
        <p:nvSpPr>
          <p:cNvPr id="1048984"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Tree>
  </p:cSld>
  <p:clrMap accent1="accent1" accent2="accent2" accent3="accent3" accent4="accent4" accent5="accent5" accent6="accent6" bg1="lt1" bg2="dk2" tx1="dk1" tx2="lt2"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dt="0" ftr="0" hdr="0" sldNum="0"/>
  <p:txStyles>
    <p:title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p:titleStyle>
    <p:body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p:bodyStyle>
    <p:other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bwMode="white">
      <p:bgPr>
        <a:solidFill>
          <a:srgbClr val="FFFFFF"/>
        </a:solidFill>
      </p:bgPr>
    </p:bg>
    <p:spTree>
      <p:nvGrpSpPr>
        <p:cNvPr id="217" name=""/>
        <p:cNvGrpSpPr/>
        <p:nvPr/>
      </p:nvGrpSpPr>
      <p:grpSpPr>
        <a:xfrm rot="0">
          <a:off x="0" y="0"/>
          <a:ext cx="0" cy="0"/>
          <a:chOff x="0" y="0"/>
          <a:chExt cx="0" cy="0"/>
        </a:xfrm>
      </p:grpSpPr>
      <p:sp>
        <p:nvSpPr>
          <p:cNvPr id="1048913" name=""/>
          <p:cNvSpPr/>
          <p:nvPr/>
        </p:nvSpPr>
        <p:spPr>
          <a:xfrm rot="0">
            <a:off x="0" y="2647950"/>
            <a:ext cx="3571875" cy="4210050"/>
          </a:xfrm>
          <a:prstGeom prst="rtTriangle"/>
          <a:solidFill>
            <a:srgbClr val="F96A1B"/>
          </a:solid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endParaRPr altLang="en-US" baseline="0" lang="en-US" u="none">
              <a:solidFill>
                <a:srgbClr val="FFFFFF"/>
              </a:solidFill>
              <a:latin typeface="Franklin Gothic Book" pitchFamily="34" charset="0"/>
              <a:sym typeface="Verdana" pitchFamily="34" charset="0"/>
            </a:endParaRPr>
          </a:p>
        </p:txBody>
      </p:sp>
      <p:sp>
        <p:nvSpPr>
          <p:cNvPr id="1048914" name=""/>
          <p:cNvSpPr/>
          <p:nvPr/>
        </p:nvSpPr>
        <p:spPr>
          <a:xfrm rot="0">
            <a:off x="0" y="5048250"/>
            <a:ext cx="3571875" cy="1809750"/>
          </a:xfrm>
          <a:custGeom>
            <a:avLst/>
            <a:ahLst/>
            <a:rect l="0" t="0" r="r" b="b"/>
            <a:pathLst>
              <a:path w="3571875" h="1809750">
                <a:moveTo>
                  <a:pt x="0" y="1809750"/>
                </a:moveTo>
                <a:lnTo>
                  <a:pt x="2038350" y="0"/>
                </a:lnTo>
                <a:lnTo>
                  <a:pt x="3571875" y="1809750"/>
                </a:lnTo>
                <a:lnTo>
                  <a:pt x="0" y="1809750"/>
                </a:lnTo>
              </a:path>
            </a:pathLst>
          </a:custGeom>
          <a:solidFill>
            <a:srgbClr val="08A1D9">
              <a:alpha val="79999"/>
            </a:srgbClr>
          </a:solid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endParaRPr altLang="en-US" baseline="0" lang="en-US" u="none">
              <a:solidFill>
                <a:srgbClr val="FFFFFF"/>
              </a:solidFill>
              <a:latin typeface="Franklin Gothic Book" pitchFamily="34" charset="0"/>
              <a:sym typeface="Verdana" pitchFamily="34" charset="0"/>
            </a:endParaRPr>
          </a:p>
        </p:txBody>
      </p:sp>
      <p:sp>
        <p:nvSpPr>
          <p:cNvPr id="1048915" name=""/>
          <p:cNvSpPr/>
          <p:nvPr>
            <p:ph type="title" sz="full" idx="0"/>
          </p:nvPr>
        </p:nvSpPr>
        <p:spPr>
          <a:xfrm rot="0">
            <a:off x="822325" y="365125"/>
            <a:ext cx="7521575" cy="549275"/>
          </a:xfrm>
          <a:prstGeom prst="rect"/>
          <a:noFill/>
          <a:ln>
            <a:noFill/>
          </a:ln>
        </p:spPr>
        <p:txBody>
          <a:bodyPr anchor="ctr" bIns="45720" lIns="91440" rIns="91440" tIns="45720" vert="horz"/>
          <a:p>
            <a:pPr lvl="0"/>
            <a:r>
              <a:rPr altLang="en-US" lang="en-US"/>
              <a:t>Click to edit Master title style</a:t>
            </a:r>
          </a:p>
        </p:txBody>
      </p:sp>
      <p:sp>
        <p:nvSpPr>
          <p:cNvPr id="1048916" name=""/>
          <p:cNvSpPr/>
          <p:nvPr>
            <p:ph type="body" sz="full" idx="1"/>
          </p:nvPr>
        </p:nvSpPr>
        <p:spPr>
          <a:xfrm rot="0">
            <a:off x="822325" y="1100137"/>
            <a:ext cx="7521575" cy="3579812"/>
          </a:xfrm>
          <a:prstGeom prst="rect"/>
          <a:noFill/>
          <a:ln>
            <a:noFill/>
          </a:ln>
        </p:spPr>
        <p:txBody>
          <a:bodyPr anchor="t" bIns="45720" lIns="91440" rIns="91440" tIns="45720" vert="horz"/>
          <a:p>
            <a:pPr lvl="0"/>
            <a:r>
              <a:rPr altLang="en-US" lang="en-US"/>
              <a:t>Click to edit Master text styles</a:t>
            </a:r>
          </a:p>
          <a:p>
            <a:pPr lvl="1"/>
            <a:r>
              <a:rPr altLang="en-US" lang="en-US"/>
              <a:t>Second level</a:t>
            </a:r>
          </a:p>
          <a:p>
            <a:pPr lvl="2"/>
            <a:r>
              <a:rPr altLang="en-US" lang="en-US"/>
              <a:t>Third level</a:t>
            </a:r>
          </a:p>
          <a:p>
            <a:pPr lvl="3"/>
            <a:r>
              <a:rPr altLang="en-US" lang="en-US"/>
              <a:t>Fourth level</a:t>
            </a:r>
          </a:p>
          <a:p>
            <a:pPr lvl="4"/>
            <a:r>
              <a:rPr altLang="en-US" lang="en-US"/>
              <a:t>Fifth level</a:t>
            </a:r>
          </a:p>
        </p:txBody>
      </p:sp>
      <p:sp>
        <p:nvSpPr>
          <p:cNvPr id="1048917" name=""/>
          <p:cNvSpPr/>
          <p:nvPr>
            <p:ph type="dt" sz="half" idx="2"/>
          </p:nvPr>
        </p:nvSpPr>
        <p:spPr>
          <a:xfrm rot="19140000">
            <a:off x="201612" y="5870575"/>
            <a:ext cx="2176462" cy="201612"/>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b="0" sz="1200" i="0" lang="en-US" u="none">
              <a:solidFill>
                <a:srgbClr val="FFFFFF"/>
              </a:solidFill>
              <a:latin typeface="Franklin Gothic Book" pitchFamily="34" charset="0"/>
              <a:sym typeface="Verdana" pitchFamily="34" charset="0"/>
            </a:endParaRPr>
          </a:p>
        </p:txBody>
      </p:sp>
      <p:sp>
        <p:nvSpPr>
          <p:cNvPr id="1048918" name=""/>
          <p:cNvSpPr/>
          <p:nvPr>
            <p:ph type="ftr" sz="quarter" idx="3"/>
          </p:nvPr>
        </p:nvSpPr>
        <p:spPr>
          <a:xfrm rot="0">
            <a:off x="3517900" y="6284912"/>
            <a:ext cx="4724400" cy="274637"/>
          </a:xfrm>
          <a:prstGeom prst="rect"/>
          <a:noFill/>
          <a:ln>
            <a:noFill/>
          </a:ln>
        </p:spPr>
        <p:txBody>
          <a:bodyPr anchor="ctr" bIns="45720" lIns="91440" rIns="91440" tIns="45720"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r" eaLnBrk="1" fontAlgn="base" hangingPunct="1" indent="0" latinLnBrk="1" lvl="0" marL="0">
              <a:lnSpc>
                <a:spcPct val="100000"/>
              </a:lnSpc>
              <a:spcBef>
                <a:spcPct val="0"/>
              </a:spcBef>
              <a:spcAft>
                <a:spcPct val="0"/>
              </a:spcAft>
              <a:buFontTx/>
              <a:buNone/>
            </a:pPr>
            <a:endParaRPr altLang="en-US" baseline="0" b="0" sz="1000" i="0" lang="en-US" u="none">
              <a:solidFill>
                <a:srgbClr val="FFFFFF"/>
              </a:solidFill>
              <a:latin typeface="Franklin Gothic Book" pitchFamily="34" charset="0"/>
              <a:sym typeface="Verdana" pitchFamily="34" charset="0"/>
            </a:endParaRPr>
          </a:p>
        </p:txBody>
      </p:sp>
      <p:sp>
        <p:nvSpPr>
          <p:cNvPr id="1048919" name=""/>
          <p:cNvSpPr/>
          <p:nvPr>
            <p:ph type="sldNum" sz="quarter" idx="4"/>
          </p:nvPr>
        </p:nvSpPr>
        <p:spPr>
          <a:xfrm rot="0">
            <a:off x="8401050" y="6170612"/>
            <a:ext cx="503237" cy="503237"/>
          </a:xfrm>
          <a:prstGeom prst="ellipse"/>
          <a:noFill/>
          <a:ln w="19050" cap="flat" cmpd="sng">
            <a:solidFill>
              <a:srgbClr val="FFFFFF">
                <a:alpha val="100000"/>
              </a:srgbClr>
            </a:solidFill>
            <a:prstDash val="solid"/>
            <a:round/>
          </a:ln>
        </p:spPr>
        <p:txBody>
          <a:bodyPr anchor="ctr" bIns="9144" lIns="9144" rIns="9144" tIns="9144" vert="horz"/>
          <a:lst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a:lstStyle>
          <a:p>
            <a:pPr algn="ctr" eaLnBrk="1" fontAlgn="base" hangingPunct="1" indent="0" latinLnBrk="1" lvl="0" marL="0">
              <a:lnSpc>
                <a:spcPct val="100000"/>
              </a:lnSpc>
              <a:spcBef>
                <a:spcPct val="0"/>
              </a:spcBef>
              <a:spcAft>
                <a:spcPct val="0"/>
              </a:spcAft>
              <a:buFontTx/>
              <a:buNone/>
            </a:pPr>
            <a:fld id="{566ABCEB-ACFC-4714-9973-3DA970169C29}" type="slidenum">
              <a:rPr altLang="en-US" baseline="0" b="0" sz="1600" i="0" lang="en-US" u="none">
                <a:solidFill>
                  <a:srgbClr val="FFFFFF"/>
                </a:solidFill>
                <a:latin typeface="Franklin Gothic Book" pitchFamily="34" charset="0"/>
                <a:sym typeface="Verdana" pitchFamily="34" charset="0"/>
              </a:rPr>
              <a:pPr algn="ctr" eaLnBrk="1" fontAlgn="base" hangingPunct="1" indent="0" latinLnBrk="1" lvl="0" marL="0">
                <a:lnSpc>
                  <a:spcPct val="100000"/>
                </a:lnSpc>
                <a:spcBef>
                  <a:spcPct val="0"/>
                </a:spcBef>
                <a:spcAft>
                  <a:spcPct val="0"/>
                </a:spcAft>
                <a:buFontTx/>
                <a:buNone/>
              </a:pPr>
            </a:fld>
            <a:endParaRPr altLang="en-US" baseline="0" b="0" sz="1600" i="0" lang="en-US" u="none">
              <a:solidFill>
                <a:srgbClr val="FFFFFF"/>
              </a:solidFill>
              <a:latin typeface="Franklin Gothic Book" pitchFamily="34" charset="0"/>
              <a:sym typeface="Verdana" pitchFamily="34" charset="0"/>
            </a:endParaRPr>
          </a:p>
        </p:txBody>
      </p:sp>
    </p:spTree>
  </p:cSld>
  <p:clrMap accent1="accent1" accent2="accent2" accent3="accent3" accent4="accent4" accent5="accent5" accent6="accent6" bg1="lt1" bg2="dk2" tx1="dk1" tx2="lt2" hlink="hlink" folHlink="folHlink"/>
  <p:sldLayoutIdLst>
    <p:sldLayoutId id="2147483686" r:id="rId1"/>
    <p:sldLayoutId id="2147483687" r:id="rId2"/>
    <p:sldLayoutId id="2147483688" r:id="rId3"/>
    <p:sldLayoutId id="2147483689" r:id="rId4"/>
    <p:sldLayoutId id="2147483690" r:id="rId5"/>
    <p:sldLayoutId id="2147483691" r:id="rId6"/>
    <p:sldLayoutId id="2147483692" r:id="rId7"/>
    <p:sldLayoutId id="2147483693" r:id="rId8"/>
    <p:sldLayoutId id="2147483694" r:id="rId9"/>
    <p:sldLayoutId id="2147483695" r:id="rId10"/>
    <p:sldLayoutId id="2147483696" r:id="rId11"/>
  </p:sldLayoutIdLst>
  <p:hf dt="0" ftr="0" hdr="0" sldNum="0"/>
  <p:txStyles>
    <p:title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p:titleStyle>
    <p:body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p:bodyStyle>
    <p:otherStyle>
      <a:lvl1pPr algn="l" eaLnBrk="1" fontAlgn="base" hangingPunct="1" indent="0" latinLnBrk="1" marL="0">
        <a:buFontTx/>
        <a:buNone/>
        <a:defRPr b="0" sz="1800">
          <a:solidFill>
            <a:srgbClr val="000000"/>
          </a:solidFill>
          <a:latin typeface="Calibri" pitchFamily="0" charset="1"/>
          <a:ea typeface="宋体" pitchFamily="0" charset="-122"/>
        </a:defRPr>
      </a:lvl1pPr>
      <a:lvl2pPr algn="l" eaLnBrk="1" fontAlgn="base" hangingPunct="1" indent="-457200" latinLnBrk="1" marL="457200">
        <a:buFontTx/>
        <a:buNone/>
        <a:defRPr b="0" sz="1800">
          <a:solidFill>
            <a:srgbClr val="000000"/>
          </a:solidFill>
          <a:latin typeface="Calibri" pitchFamily="0" charset="1"/>
          <a:ea typeface="宋体" pitchFamily="0" charset="-122"/>
        </a:defRPr>
      </a:lvl2pPr>
      <a:lvl3pPr algn="l" eaLnBrk="1" fontAlgn="base" hangingPunct="1" indent="-914400" latinLnBrk="1" marL="914400">
        <a:buFontTx/>
        <a:buNone/>
        <a:defRPr b="0" sz="1800">
          <a:solidFill>
            <a:srgbClr val="000000"/>
          </a:solidFill>
          <a:latin typeface="Calibri" pitchFamily="0" charset="1"/>
          <a:ea typeface="宋体" pitchFamily="0" charset="-122"/>
        </a:defRPr>
      </a:lvl3pPr>
      <a:lvl4pPr algn="l" eaLnBrk="1" fontAlgn="base" hangingPunct="1" indent="-1371600" latinLnBrk="1" marL="1371600">
        <a:buFontTx/>
        <a:buNone/>
        <a:defRPr b="0" sz="1800">
          <a:solidFill>
            <a:srgbClr val="000000"/>
          </a:solidFill>
          <a:latin typeface="Calibri" pitchFamily="0" charset="1"/>
          <a:ea typeface="宋体" pitchFamily="0" charset="-122"/>
        </a:defRPr>
      </a:lvl4pPr>
      <a:lvl5pPr algn="l" eaLnBrk="1" fontAlgn="base" hangingPunct="1" indent="-1828800" latinLnBrk="1" marL="1828800">
        <a:buFontTx/>
        <a:buNone/>
        <a:defRPr b="0" sz="1800">
          <a:solidFill>
            <a:srgbClr val="000000"/>
          </a:solidFill>
          <a:latin typeface="Calibri" pitchFamily="0" charset="1"/>
          <a:ea typeface="宋体" pitchFamily="0" charset="-122"/>
        </a:defRPr>
      </a:lvl5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1">
  <p:cSld>
    <p:spTree>
      <p:nvGrpSpPr>
        <p:cNvPr id="29" name=""/>
        <p:cNvGrpSpPr/>
        <p:nvPr/>
      </p:nvGrpSpPr>
      <p:grpSpPr>
        <a:xfrm rot="0">
          <a:off x="0" y="0"/>
          <a:ext cx="0" cy="0"/>
          <a:chOff x="0" y="0"/>
          <a:chExt cx="0" cy="0"/>
        </a:xfrm>
      </p:grpSpPr>
      <p:sp>
        <p:nvSpPr>
          <p:cNvPr id="1048588"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r>
              <a:rPr altLang="en-US" baseline="0" b="1" lang="en-US" u="none">
                <a:solidFill>
                  <a:srgbClr val="FF0000"/>
                </a:solidFill>
                <a:latin typeface="Franklin Gothic Medium" pitchFamily="34" charset="0"/>
                <a:sym typeface="Verdana" pitchFamily="34" charset="0"/>
              </a:rPr>
              <a:t>FALLACIES</a:t>
            </a:r>
          </a:p>
        </p:txBody>
      </p:sp>
      <p:sp>
        <p:nvSpPr>
          <p:cNvPr id="1048589" name=""/>
          <p:cNvSpPr/>
          <p:nvPr>
            <p:ph sz="full" idx="1"/>
          </p:nvPr>
        </p:nvSpPr>
        <p:spPr>
          <a:xfrm rot="0">
            <a:off x="822325" y="1100137"/>
            <a:ext cx="7521575" cy="3579812"/>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Arial Narrow" pitchFamily="34" charset="0"/>
                <a:sym typeface="Verdana" pitchFamily="34" charset="0"/>
              </a:rPr>
              <a:t>A fallacy as </a:t>
            </a:r>
            <a:r>
              <a:rPr altLang="en-US" baseline="0" b="0" sz="3200" i="1" lang="en-GB" u="none">
                <a:solidFill>
                  <a:srgbClr val="000000"/>
                </a:solidFill>
                <a:latin typeface="Arial Narrow" pitchFamily="34" charset="0"/>
                <a:sym typeface="Verdana" pitchFamily="34" charset="0"/>
              </a:rPr>
              <a:t>an error in reasoning</a:t>
            </a:r>
            <a:r>
              <a:rPr altLang="en-US" baseline="0" b="0" sz="3200" lang="en-US" u="none">
                <a:solidFill>
                  <a:srgbClr val="000000"/>
                </a:solidFill>
                <a:latin typeface="Arial Narrow" pitchFamily="34" charset="0"/>
                <a:sym typeface="Verdana" pitchFamily="34" charset="0"/>
              </a:rPr>
              <a:t>. What this implies is that someone employs unsound reasoning that undermines the logic of his or her argument. In other words, a fallacy is the opposite of logic and it entails the process of unclear and disorganised thinking that leads to an unreasonable conclusion.</a:t>
            </a:r>
          </a:p>
          <a:p>
            <a:pPr algn="l" eaLnBrk="1" fontAlgn="base" hangingPunct="1" indent="-342900" latinLnBrk="1" lvl="0" marL="342900">
              <a:lnSpc>
                <a:spcPct val="100000"/>
              </a:lnSpc>
              <a:spcBef>
                <a:spcPts val="800"/>
              </a:spcBef>
              <a:spcAft>
                <a:spcPct val="0"/>
              </a:spcAft>
              <a:buSzPct val="100000"/>
              <a:buFontTx/>
              <a:buNone/>
            </a:pPr>
            <a:endParaRPr altLang="en-US" baseline="0" sz="3200" lang="en-US" u="none">
              <a:solidFill>
                <a:srgbClr val="000000"/>
              </a:solidFill>
              <a:latin typeface="Arial Narrow" pitchFamily="34" charset="0"/>
              <a:sym typeface="Verdana" pitchFamily="34" charset="0"/>
            </a:endParaRPr>
          </a:p>
        </p:txBody>
      </p:sp>
    </p:spTree>
  </p:cSld>
  <p:clrMapOvr>
    <a:masterClrMapping/>
  </p:clrMapOvr>
  <p:transition spd="fast" advClick="1">
    <p:comb dir="horz"/>
  </p:transition>
</p:sld>
</file>

<file path=ppt/slides/slide2.xml><?xml version="1.0" encoding="utf-8"?>
<p:sld xmlns:a="http://schemas.openxmlformats.org/drawingml/2006/main" xmlns:r="http://schemas.openxmlformats.org/officeDocument/2006/relationships" xmlns:p="http://schemas.openxmlformats.org/presentationml/2006/main" showMasterSp="1">
  <p:cSld>
    <p:spTree>
      <p:nvGrpSpPr>
        <p:cNvPr id="91" name=""/>
        <p:cNvGrpSpPr/>
        <p:nvPr/>
      </p:nvGrpSpPr>
      <p:grpSpPr>
        <a:xfrm rot="0">
          <a:off x="0" y="0"/>
          <a:ext cx="0" cy="0"/>
          <a:chOff x="0" y="0"/>
          <a:chExt cx="0" cy="0"/>
        </a:xfrm>
      </p:grpSpPr>
      <p:sp>
        <p:nvSpPr>
          <p:cNvPr id="1048590"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591" name=""/>
          <p:cNvSpPr/>
          <p:nvPr>
            <p:ph sz="full" idx="1"/>
          </p:nvPr>
        </p:nvSpPr>
        <p:spPr>
          <a:xfrm rot="0">
            <a:off x="381000" y="1524000"/>
            <a:ext cx="8534400" cy="4418012"/>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Arial Narrow" pitchFamily="34" charset="0"/>
                <a:sym typeface="Verdana" pitchFamily="34" charset="0"/>
              </a:rPr>
              <a:t>Fallacies are statements that might sound reasonable or superficially true but are actually flawed or dishonest. When readers detect them, these logical fallacies backfire by making the audience think the writer is (a) unintelligent or (b) deceptive. It is important to avoid them in your own arguments, and it is also important to be able to spot them in others' arguments so a false line of reasoning won't fool you.</a:t>
            </a:r>
          </a:p>
          <a:p>
            <a:pPr algn="l" eaLnBrk="1" fontAlgn="base" hangingPunct="1" indent="-342900" latinLnBrk="1" lvl="0" marL="342900">
              <a:lnSpc>
                <a:spcPct val="100000"/>
              </a:lnSpc>
              <a:spcBef>
                <a:spcPts val="800"/>
              </a:spcBef>
              <a:spcAft>
                <a:spcPct val="0"/>
              </a:spcAft>
              <a:buSzPct val="100000"/>
              <a:buFontTx/>
              <a:buNone/>
            </a:pPr>
            <a:endParaRPr altLang="en-US" baseline="0" sz="3200" lang="en-US" u="none">
              <a:solidFill>
                <a:srgbClr val="000000"/>
              </a:solidFill>
              <a:latin typeface="Arial Narrow" pitchFamily="34" charset="0"/>
              <a:sym typeface="Verdana" pitchFamily="34" charset="0"/>
            </a:endParaRPr>
          </a:p>
        </p:txBody>
      </p:sp>
    </p:spTree>
  </p:cSld>
  <p:clrMapOvr>
    <a:masterClrMapping/>
  </p:clrMapOvr>
  <p:transition spd="fast" advClick="1">
    <p:comb dir="horz"/>
  </p:transition>
</p:sld>
</file>

<file path=ppt/slides/slide3.xml><?xml version="1.0" encoding="utf-8"?>
<p:sld xmlns:a="http://schemas.openxmlformats.org/drawingml/2006/main" xmlns:r="http://schemas.openxmlformats.org/officeDocument/2006/relationships" xmlns:p="http://schemas.openxmlformats.org/presentationml/2006/main" showMasterSp="1">
  <p:cSld>
    <p:spTree>
      <p:nvGrpSpPr>
        <p:cNvPr id="92" name=""/>
        <p:cNvGrpSpPr/>
        <p:nvPr/>
      </p:nvGrpSpPr>
      <p:grpSpPr>
        <a:xfrm rot="0">
          <a:off x="0" y="0"/>
          <a:ext cx="0" cy="0"/>
          <a:chOff x="0" y="0"/>
          <a:chExt cx="0" cy="0"/>
        </a:xfrm>
      </p:grpSpPr>
      <p:sp>
        <p:nvSpPr>
          <p:cNvPr id="1048592"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fontAlgn="base"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593" name=""/>
          <p:cNvSpPr/>
          <p:nvPr>
            <p:ph sz="full" idx="1"/>
          </p:nvPr>
        </p:nvSpPr>
        <p:spPr>
          <a:xfrm rot="0">
            <a:off x="822325" y="1100137"/>
            <a:ext cx="7521575" cy="3579812"/>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l" fontAlgn="base" indent="-342900" latinLnBrk="1" lvl="0" marL="342900">
              <a:lnSpc>
                <a:spcPct val="100000"/>
              </a:lnSpc>
              <a:spcBef>
                <a:spcPts val="800"/>
              </a:spcBef>
              <a:spcAft>
                <a:spcPct val="0"/>
              </a:spcAft>
              <a:buSzPct val="100000"/>
              <a:buFontTx/>
              <a:buNone/>
            </a:pPr>
            <a:endParaRPr altLang="en-US" baseline="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4.xml><?xml version="1.0" encoding="utf-8"?>
<p:sld xmlns:a="http://schemas.openxmlformats.org/drawingml/2006/main" xmlns:r="http://schemas.openxmlformats.org/officeDocument/2006/relationships" xmlns:p="http://schemas.openxmlformats.org/presentationml/2006/main" showMasterSp="1">
  <p:cSld>
    <p:spTree>
      <p:nvGrpSpPr>
        <p:cNvPr id="93" name=""/>
        <p:cNvGrpSpPr/>
        <p:nvPr/>
      </p:nvGrpSpPr>
      <p:grpSpPr>
        <a:xfrm rot="0">
          <a:off x="0" y="0"/>
          <a:ext cx="0" cy="0"/>
          <a:chOff x="0" y="0"/>
          <a:chExt cx="0" cy="0"/>
        </a:xfrm>
      </p:grpSpPr>
      <p:sp>
        <p:nvSpPr>
          <p:cNvPr id="1048594"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595" name=""/>
          <p:cNvSpPr/>
          <p:nvPr>
            <p:ph sz="full" idx="1"/>
          </p:nvPr>
        </p:nvSpPr>
        <p:spPr>
          <a:xfrm rot="0">
            <a:off x="822325" y="1100137"/>
            <a:ext cx="7521575" cy="3579812"/>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Arial Narrow" pitchFamily="34" charset="0"/>
                <a:sym typeface="Verdana" pitchFamily="34" charset="0"/>
              </a:rPr>
              <a:t>Fallacies are committed in most cases and it is important to appreciate that they can be either illegitimate arguments or irrelevant points and are often identified because they lack evidence that supports their claim. </a:t>
            </a:r>
          </a:p>
        </p:txBody>
      </p:sp>
    </p:spTree>
  </p:cSld>
  <p:clrMapOvr>
    <a:masterClrMapping/>
  </p:clrMapOvr>
  <p:transition spd="fast" advClick="1">
    <p:comb dir="horz"/>
  </p:transition>
</p:sld>
</file>

<file path=ppt/slides/slide5.xml><?xml version="1.0" encoding="utf-8"?>
<p:sld xmlns:a="http://schemas.openxmlformats.org/drawingml/2006/main" xmlns:r="http://schemas.openxmlformats.org/officeDocument/2006/relationships" xmlns:p="http://schemas.openxmlformats.org/presentationml/2006/main" showMasterSp="1">
  <p:cSld>
    <p:spTree>
      <p:nvGrpSpPr>
        <p:cNvPr id="94" name=""/>
        <p:cNvGrpSpPr/>
        <p:nvPr/>
      </p:nvGrpSpPr>
      <p:grpSpPr>
        <a:xfrm rot="0">
          <a:off x="0" y="0"/>
          <a:ext cx="0" cy="0"/>
          <a:chOff x="0" y="0"/>
          <a:chExt cx="0" cy="0"/>
        </a:xfrm>
      </p:grpSpPr>
      <p:sp>
        <p:nvSpPr>
          <p:cNvPr id="1048596"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597" name=""/>
          <p:cNvSpPr/>
          <p:nvPr>
            <p:ph sz="full" idx="1"/>
          </p:nvPr>
        </p:nvSpPr>
        <p:spPr>
          <a:xfrm rot="0">
            <a:off x="838200" y="1827212"/>
            <a:ext cx="7845425" cy="41148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Arial Narrow" pitchFamily="34" charset="0"/>
                <a:sym typeface="Verdana" pitchFamily="34" charset="0"/>
              </a:rPr>
              <a:t>Generally, if you spare some time in analysing speeches, newspaper articles, editorial comments (on radio and in newspapers), advertisements and day to day conversations with others you are likely to come across countless fallacies. Your duty though, is to identify them and avoid using them yourself</a:t>
            </a:r>
            <a:r>
              <a:rPr altLang="en-US" baseline="0" b="0" sz="3200" lang="en-US" u="none">
                <a:solidFill>
                  <a:srgbClr val="CDD7D9"/>
                </a:solidFill>
                <a:latin typeface="Arial Narrow" pitchFamily="34" charset="0"/>
                <a:sym typeface="Verdana" pitchFamily="34" charset="0"/>
              </a:rPr>
              <a:t>.</a:t>
            </a:r>
          </a:p>
        </p:txBody>
      </p:sp>
    </p:spTree>
  </p:cSld>
  <p:clrMapOvr>
    <a:masterClrMapping/>
  </p:clrMapOvr>
  <p:transition spd="fast" advClick="1">
    <p:comb dir="horz"/>
  </p:transition>
</p:sld>
</file>

<file path=ppt/slides/slide6.xml><?xml version="1.0" encoding="utf-8"?>
<p:sld xmlns:a="http://schemas.openxmlformats.org/drawingml/2006/main" xmlns:r="http://schemas.openxmlformats.org/officeDocument/2006/relationships" xmlns:p="http://schemas.openxmlformats.org/presentationml/2006/main" showMasterSp="1">
  <p:cSld>
    <p:spTree>
      <p:nvGrpSpPr>
        <p:cNvPr id="95" name=""/>
        <p:cNvGrpSpPr/>
        <p:nvPr/>
      </p:nvGrpSpPr>
      <p:grpSpPr>
        <a:xfrm rot="0">
          <a:off x="0" y="0"/>
          <a:ext cx="0" cy="0"/>
          <a:chOff x="0" y="0"/>
          <a:chExt cx="0" cy="0"/>
        </a:xfrm>
      </p:grpSpPr>
      <p:sp>
        <p:nvSpPr>
          <p:cNvPr id="1048598"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599" name=""/>
          <p:cNvSpPr/>
          <p:nvPr>
            <p:ph sz="full" idx="1"/>
          </p:nvPr>
        </p:nvSpPr>
        <p:spPr>
          <a:xfrm rot="0">
            <a:off x="457200" y="1600200"/>
            <a:ext cx="8534400" cy="48768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Arial Narrow" pitchFamily="34" charset="0"/>
                <a:sym typeface="Verdana" pitchFamily="34" charset="0"/>
              </a:rPr>
              <a:t>You will appreciate that </a:t>
            </a:r>
            <a:r>
              <a:rPr altLang="en-US" baseline="0" sz="3200" i="1" lang="en-GB" u="none">
                <a:solidFill>
                  <a:srgbClr val="FF0000"/>
                </a:solidFill>
                <a:latin typeface="Arial Narrow" pitchFamily="34" charset="0"/>
                <a:sym typeface="Verdana" pitchFamily="34" charset="0"/>
              </a:rPr>
              <a:t>your ability to detect fallacies in the reasoning of others will sharpen your own reasoning powers and will help you to avoid errors in your own thinking and writing.</a:t>
            </a:r>
            <a:r>
              <a:rPr altLang="en-US" baseline="0" b="0" sz="3200" lang="en-US" u="none">
                <a:solidFill>
                  <a:srgbClr val="000000"/>
                </a:solidFill>
                <a:latin typeface="Arial Narrow" pitchFamily="34" charset="0"/>
                <a:sym typeface="Verdana" pitchFamily="34" charset="0"/>
              </a:rPr>
              <a:t> Always strive to be clear and organised in your writing in order to yield reasonable conclusions. More importantly, always avoid fallacies in your arguments and watch for them in the arguments of others.</a:t>
            </a:r>
          </a:p>
          <a:p>
            <a:pPr algn="l" eaLnBrk="1" fontAlgn="base" hangingPunct="1" indent="-342900" latinLnBrk="1" lvl="0" marL="342900">
              <a:lnSpc>
                <a:spcPct val="100000"/>
              </a:lnSpc>
              <a:spcBef>
                <a:spcPts val="800"/>
              </a:spcBef>
              <a:spcAft>
                <a:spcPct val="0"/>
              </a:spcAft>
              <a:buSzPct val="100000"/>
              <a:buFontTx/>
              <a:buNone/>
            </a:pPr>
            <a:endParaRPr altLang="en-US" baseline="0" b="0" sz="3200" lang="en-US" u="none">
              <a:solidFill>
                <a:srgbClr val="000000"/>
              </a:solidFill>
              <a:latin typeface="Arial Narrow" pitchFamily="34" charset="0"/>
              <a:sym typeface="Verdana" pitchFamily="34" charset="0"/>
            </a:endParaRPr>
          </a:p>
        </p:txBody>
      </p:sp>
    </p:spTree>
  </p:cSld>
  <p:clrMapOvr>
    <a:masterClrMapping/>
  </p:clrMapOvr>
  <p:transition spd="fast" advClick="1">
    <p:comb dir="horz"/>
  </p:transition>
</p:sld>
</file>

<file path=ppt/slides/slide7.xml><?xml version="1.0" encoding="utf-8"?>
<p:sld xmlns:a="http://schemas.openxmlformats.org/drawingml/2006/main" xmlns:r="http://schemas.openxmlformats.org/officeDocument/2006/relationships" xmlns:p="http://schemas.openxmlformats.org/presentationml/2006/main" showMasterSp="1">
  <p:cSld>
    <p:spTree>
      <p:nvGrpSpPr>
        <p:cNvPr id="96" name=""/>
        <p:cNvGrpSpPr/>
        <p:nvPr/>
      </p:nvGrpSpPr>
      <p:grpSpPr>
        <a:xfrm rot="0">
          <a:off x="0" y="0"/>
          <a:ext cx="0" cy="0"/>
          <a:chOff x="0" y="0"/>
          <a:chExt cx="0" cy="0"/>
        </a:xfrm>
      </p:grpSpPr>
      <p:sp>
        <p:nvSpPr>
          <p:cNvPr id="1048600"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r>
              <a:rPr altLang="en-US" baseline="0" b="1" sz="3200" lang="en-US" u="none">
                <a:solidFill>
                  <a:srgbClr val="FF0000"/>
                </a:solidFill>
                <a:latin typeface="Arial Narrow" pitchFamily="34" charset="0"/>
                <a:sym typeface="Verdana" pitchFamily="34" charset="0"/>
              </a:rPr>
              <a:t>IMPORTANT TERMS ASSOCIATED WITH FALLACIES</a:t>
            </a:r>
          </a:p>
        </p:txBody>
      </p:sp>
      <p:sp>
        <p:nvSpPr>
          <p:cNvPr id="1048601" name=""/>
          <p:cNvSpPr/>
          <p:nvPr>
            <p:ph sz="full" idx="1"/>
          </p:nvPr>
        </p:nvSpPr>
        <p:spPr>
          <a:xfrm rot="0">
            <a:off x="304800" y="1600200"/>
            <a:ext cx="8686800" cy="49530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l" eaLnBrk="1" fontAlgn="base" hangingPunct="1" indent="-342900" latinLnBrk="1" lvl="0" marL="342900">
              <a:lnSpc>
                <a:spcPct val="100000"/>
              </a:lnSpc>
              <a:spcBef>
                <a:spcPts val="800"/>
              </a:spcBef>
              <a:spcAft>
                <a:spcPct val="0"/>
              </a:spcAft>
              <a:buSzPct val="100000"/>
              <a:buFontTx/>
              <a:buNone/>
            </a:pPr>
            <a:r>
              <a:rPr altLang="en-US" baseline="0" sz="2800" lang="en-US" u="none">
                <a:solidFill>
                  <a:srgbClr val="000000"/>
                </a:solidFill>
                <a:latin typeface="Arial Narrow" pitchFamily="34" charset="0"/>
                <a:ea typeface="Arial" pitchFamily="0" charset="0"/>
                <a:sym typeface="Verdana" pitchFamily="34" charset="0"/>
              </a:rPr>
              <a:t>An argument</a:t>
            </a:r>
          </a:p>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2800" lang="en-GB" u="none">
                <a:solidFill>
                  <a:srgbClr val="000000"/>
                </a:solidFill>
                <a:latin typeface="Arial Narrow" pitchFamily="34" charset="0"/>
                <a:ea typeface="Arial" pitchFamily="0" charset="0"/>
                <a:sym typeface="Verdana" pitchFamily="34" charset="0"/>
              </a:rPr>
              <a:t>An argument</a:t>
            </a:r>
            <a:r>
              <a:rPr altLang="en-US" baseline="0" b="0" sz="2800" i="1" lang="en-GB" u="none">
                <a:solidFill>
                  <a:srgbClr val="000000"/>
                </a:solidFill>
                <a:latin typeface="Arial Narrow" pitchFamily="34" charset="0"/>
                <a:ea typeface="Arial" pitchFamily="0" charset="0"/>
                <a:sym typeface="Verdana" pitchFamily="34" charset="0"/>
              </a:rPr>
              <a:t> is</a:t>
            </a:r>
            <a:r>
              <a:rPr altLang="en-US" baseline="0" b="0" sz="2800" lang="en-GB" u="none">
                <a:solidFill>
                  <a:srgbClr val="000000"/>
                </a:solidFill>
                <a:latin typeface="Arial Narrow" pitchFamily="34" charset="0"/>
                <a:ea typeface="Arial" pitchFamily="0" charset="0"/>
                <a:sym typeface="Verdana" pitchFamily="34" charset="0"/>
              </a:rPr>
              <a:t> </a:t>
            </a:r>
            <a:r>
              <a:rPr altLang="en-US" baseline="0" b="0" sz="2800" i="1" lang="en-GB" u="none">
                <a:solidFill>
                  <a:srgbClr val="000000"/>
                </a:solidFill>
                <a:latin typeface="Arial Narrow" pitchFamily="34" charset="0"/>
                <a:ea typeface="Arial" pitchFamily="0" charset="0"/>
                <a:sym typeface="Verdana" pitchFamily="34" charset="0"/>
              </a:rPr>
              <a:t>a set of statements which has a premise and a conclusion.</a:t>
            </a:r>
            <a:r>
              <a:rPr altLang="en-US" baseline="0" b="0" sz="2800" lang="en-GB" u="none">
                <a:solidFill>
                  <a:srgbClr val="000000"/>
                </a:solidFill>
                <a:latin typeface="Arial Narrow" pitchFamily="34" charset="0"/>
                <a:ea typeface="Arial" pitchFamily="0" charset="0"/>
                <a:sym typeface="Verdana" pitchFamily="34" charset="0"/>
              </a:rPr>
              <a:t> The premise of an argument </a:t>
            </a:r>
            <a:r>
              <a:rPr altLang="en-US" baseline="0" b="0" sz="2800" i="1" lang="en-GB" u="none">
                <a:solidFill>
                  <a:srgbClr val="000000"/>
                </a:solidFill>
                <a:latin typeface="Arial Narrow" pitchFamily="34" charset="0"/>
                <a:ea typeface="Arial" pitchFamily="0" charset="0"/>
                <a:sym typeface="Verdana" pitchFamily="34" charset="0"/>
              </a:rPr>
              <a:t>is information that is used as support (evidence) for the conclusion.</a:t>
            </a:r>
            <a:r>
              <a:rPr altLang="en-US" baseline="0" b="0" sz="2800" lang="en-US" u="none">
                <a:solidFill>
                  <a:srgbClr val="000000"/>
                </a:solidFill>
                <a:latin typeface="Arial Narrow" pitchFamily="34" charset="0"/>
                <a:ea typeface="Arial" pitchFamily="0" charset="0"/>
                <a:sym typeface="Verdana" pitchFamily="34" charset="0"/>
              </a:rPr>
              <a:t> The premise may be adequate or inadequate in a given case but the set of statements counts as an argument as long as one statement is affirmed on the basis of others.</a:t>
            </a:r>
          </a:p>
        </p:txBody>
      </p:sp>
    </p:spTree>
  </p:cSld>
  <p:clrMapOvr>
    <a:masterClrMapping/>
  </p:clrMapOvr>
  <p:transition spd="fast" advClick="1">
    <p:comb dir="horz"/>
  </p:transition>
</p:sld>
</file>

<file path=ppt/slides/slide8.xml><?xml version="1.0" encoding="utf-8"?>
<p:sld xmlns:a="http://schemas.openxmlformats.org/drawingml/2006/main" xmlns:r="http://schemas.openxmlformats.org/officeDocument/2006/relationships" xmlns:p="http://schemas.openxmlformats.org/presentationml/2006/main" showMasterSp="1">
  <p:cSld>
    <p:spTree>
      <p:nvGrpSpPr>
        <p:cNvPr id="97" name=""/>
        <p:cNvGrpSpPr/>
        <p:nvPr/>
      </p:nvGrpSpPr>
      <p:grpSpPr>
        <a:xfrm rot="0">
          <a:off x="0" y="0"/>
          <a:ext cx="0" cy="0"/>
          <a:chOff x="0" y="0"/>
          <a:chExt cx="0" cy="0"/>
        </a:xfrm>
      </p:grpSpPr>
      <p:sp>
        <p:nvSpPr>
          <p:cNvPr id="1048602"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03" name=""/>
          <p:cNvSpPr/>
          <p:nvPr>
            <p:ph sz="full" idx="1"/>
          </p:nvPr>
        </p:nvSpPr>
        <p:spPr>
          <a:xfrm rot="0">
            <a:off x="304800" y="1143000"/>
            <a:ext cx="8610600" cy="52578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Tx/>
              <a:buNone/>
            </a:pPr>
            <a:r>
              <a:rPr altLang="en-US" baseline="0" b="0" sz="2800" lang="en-GB" u="none">
                <a:solidFill>
                  <a:srgbClr val="000000"/>
                </a:solidFill>
                <a:latin typeface="Arial Narrow" pitchFamily="34" charset="0"/>
                <a:sym typeface="Verdana" pitchFamily="34" charset="0"/>
              </a:rPr>
              <a:t>Let us now at look at the example of an argument: </a:t>
            </a:r>
          </a:p>
          <a:p>
            <a:pPr algn="just" eaLnBrk="1" fontAlgn="base" hangingPunct="1" indent="-342900" latinLnBrk="1" lvl="0" marL="342900">
              <a:lnSpc>
                <a:spcPct val="100000"/>
              </a:lnSpc>
              <a:spcBef>
                <a:spcPts val="800"/>
              </a:spcBef>
              <a:spcAft>
                <a:spcPct val="0"/>
              </a:spcAft>
              <a:buSzPct val="100000"/>
              <a:buFontTx/>
              <a:buNone/>
            </a:pPr>
            <a:r>
              <a:rPr altLang="en-US" baseline="0" b="0" sz="2800" lang="en-GB" u="none">
                <a:solidFill>
                  <a:srgbClr val="000000"/>
                </a:solidFill>
                <a:latin typeface="Arial Narrow" pitchFamily="34" charset="0"/>
                <a:sym typeface="Verdana" pitchFamily="34" charset="0"/>
              </a:rPr>
              <a:t>	All Northerners support AFORD. Joshua is a Northerner. Therefore 	Joshua supports AFORD.</a:t>
            </a:r>
          </a:p>
          <a:p>
            <a:pPr algn="just" eaLnBrk="1" fontAlgn="base" hangingPunct="1" indent="-342900" latinLnBrk="1" lvl="0" marL="342900">
              <a:lnSpc>
                <a:spcPct val="100000"/>
              </a:lnSpc>
              <a:spcBef>
                <a:spcPts val="800"/>
              </a:spcBef>
              <a:spcAft>
                <a:spcPct val="0"/>
              </a:spcAft>
              <a:buSzPct val="100000"/>
              <a:buFontTx/>
              <a:buNone/>
            </a:pPr>
            <a:r>
              <a:rPr altLang="en-US" baseline="0" b="0" sz="2800" lang="en-GB" u="none">
                <a:solidFill>
                  <a:srgbClr val="000000"/>
                </a:solidFill>
                <a:latin typeface="Arial Narrow" pitchFamily="34" charset="0"/>
                <a:sym typeface="Verdana" pitchFamily="34" charset="0"/>
              </a:rPr>
              <a:t>The word </a:t>
            </a:r>
            <a:r>
              <a:rPr altLang="en-US" baseline="0" b="0" sz="2800" i="1" lang="en-GB" u="none">
                <a:solidFill>
                  <a:srgbClr val="000000"/>
                </a:solidFill>
                <a:latin typeface="Arial Narrow" pitchFamily="34" charset="0"/>
                <a:sym typeface="Verdana" pitchFamily="34" charset="0"/>
              </a:rPr>
              <a:t>therefore</a:t>
            </a:r>
            <a:r>
              <a:rPr altLang="en-US" baseline="0" b="0" sz="2800" lang="en-GB" u="none">
                <a:solidFill>
                  <a:srgbClr val="000000"/>
                </a:solidFill>
                <a:latin typeface="Arial Narrow" pitchFamily="34" charset="0"/>
                <a:sym typeface="Verdana" pitchFamily="34" charset="0"/>
              </a:rPr>
              <a:t> indicates that the conclusion of this argument is </a:t>
            </a:r>
            <a:r>
              <a:rPr altLang="en-US" baseline="0" b="0" sz="2800" i="1" lang="en-GB" u="none">
                <a:solidFill>
                  <a:srgbClr val="000000"/>
                </a:solidFill>
                <a:latin typeface="Arial Narrow" pitchFamily="34" charset="0"/>
                <a:sym typeface="Verdana" pitchFamily="34" charset="0"/>
              </a:rPr>
              <a:t>Joshua supports AFORD </a:t>
            </a:r>
            <a:r>
              <a:rPr altLang="en-US" baseline="0" b="0" sz="2800" lang="en-GB" u="none">
                <a:solidFill>
                  <a:srgbClr val="000000"/>
                </a:solidFill>
                <a:latin typeface="Arial Narrow" pitchFamily="34" charset="0"/>
                <a:sym typeface="Verdana" pitchFamily="34" charset="0"/>
              </a:rPr>
              <a:t>and the argument has two premises- </a:t>
            </a:r>
            <a:r>
              <a:rPr altLang="en-US" baseline="0" b="0" sz="2800" i="1" lang="en-GB" u="none">
                <a:solidFill>
                  <a:srgbClr val="000000"/>
                </a:solidFill>
                <a:latin typeface="Arial Narrow" pitchFamily="34" charset="0"/>
                <a:sym typeface="Verdana" pitchFamily="34" charset="0"/>
              </a:rPr>
              <a:t>All Northerners support AFORD </a:t>
            </a:r>
            <a:r>
              <a:rPr altLang="en-US" baseline="0" b="0" sz="2800" lang="en-GB" u="none">
                <a:solidFill>
                  <a:srgbClr val="000000"/>
                </a:solidFill>
                <a:latin typeface="Arial Narrow" pitchFamily="34" charset="0"/>
                <a:sym typeface="Verdana" pitchFamily="34" charset="0"/>
              </a:rPr>
              <a:t>and </a:t>
            </a:r>
            <a:r>
              <a:rPr altLang="en-US" baseline="0" b="0" sz="2800" i="1" lang="en-GB" u="none">
                <a:solidFill>
                  <a:srgbClr val="000000"/>
                </a:solidFill>
                <a:latin typeface="Arial Narrow" pitchFamily="34" charset="0"/>
                <a:sym typeface="Verdana" pitchFamily="34" charset="0"/>
              </a:rPr>
              <a:t>Joshua is a Northerner.</a:t>
            </a:r>
            <a:r>
              <a:rPr altLang="en-US" baseline="0" b="0" sz="2800" lang="en-US" u="none">
                <a:solidFill>
                  <a:srgbClr val="000000"/>
                </a:solidFill>
                <a:latin typeface="Arial Narrow" pitchFamily="34" charset="0"/>
                <a:sym typeface="Verdana" pitchFamily="34" charset="0"/>
              </a:rPr>
              <a:t>  Can you think of another example?</a:t>
            </a:r>
          </a:p>
          <a:p>
            <a:pPr algn="l" eaLnBrk="1" fontAlgn="base" hangingPunct="1" indent="-342900" latinLnBrk="1" lvl="0" marL="342900">
              <a:lnSpc>
                <a:spcPct val="100000"/>
              </a:lnSpc>
              <a:spcBef>
                <a:spcPts val="800"/>
              </a:spcBef>
              <a:spcAft>
                <a:spcPct val="0"/>
              </a:spcAft>
              <a:buSzPct val="100000"/>
              <a:buFontTx/>
              <a:buNone/>
            </a:pPr>
            <a:endParaRPr altLang="en-US" baseline="0" b="0" sz="2800" lang="en-US" u="none">
              <a:solidFill>
                <a:srgbClr val="000000"/>
              </a:solidFill>
              <a:latin typeface="Arial Narrow" pitchFamily="34" charset="0"/>
              <a:sym typeface="Verdana" pitchFamily="34" charset="0"/>
            </a:endParaRPr>
          </a:p>
        </p:txBody>
      </p:sp>
    </p:spTree>
  </p:cSld>
  <p:clrMapOvr>
    <a:masterClrMapping/>
  </p:clrMapOvr>
  <p:transition spd="fast" advClick="1">
    <p:comb dir="horz"/>
  </p:transition>
</p:sld>
</file>

<file path=ppt/slides/slide9.xml><?xml version="1.0" encoding="utf-8"?>
<p:sld xmlns:a="http://schemas.openxmlformats.org/drawingml/2006/main" xmlns:r="http://schemas.openxmlformats.org/officeDocument/2006/relationships" xmlns:p="http://schemas.openxmlformats.org/presentationml/2006/main" showMasterSp="1">
  <p:cSld>
    <p:spTree>
      <p:nvGrpSpPr>
        <p:cNvPr id="98" name=""/>
        <p:cNvGrpSpPr/>
        <p:nvPr/>
      </p:nvGrpSpPr>
      <p:grpSpPr>
        <a:xfrm rot="0">
          <a:off x="0" y="0"/>
          <a:ext cx="0" cy="0"/>
          <a:chOff x="0" y="0"/>
          <a:chExt cx="0" cy="0"/>
        </a:xfrm>
      </p:grpSpPr>
      <p:sp>
        <p:nvSpPr>
          <p:cNvPr id="1048604"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05" name=""/>
          <p:cNvSpPr/>
          <p:nvPr>
            <p:ph sz="full" idx="1"/>
          </p:nvPr>
        </p:nvSpPr>
        <p:spPr>
          <a:xfrm rot="0">
            <a:off x="381000" y="1295400"/>
            <a:ext cx="8610600" cy="52578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Tx/>
              <a:buNone/>
            </a:pPr>
            <a:endParaRPr altLang="en-US" baseline="0" lang="en-US" u="none">
              <a:solidFill>
                <a:srgbClr val="CDD7D9"/>
              </a:solidFill>
              <a:latin typeface="Franklin Gothic Book" pitchFamily="34" charset="0"/>
              <a:sym typeface="Verdana" pitchFamily="34" charset="0"/>
            </a:endParaRPr>
          </a:p>
          <a:p>
            <a:pPr algn="just" eaLnBrk="1" fontAlgn="base" hangingPunct="1" indent="-342900" latinLnBrk="1" lvl="0" marL="342900">
              <a:lnSpc>
                <a:spcPct val="100000"/>
              </a:lnSpc>
              <a:spcBef>
                <a:spcPts val="800"/>
              </a:spcBef>
              <a:spcAft>
                <a:spcPct val="0"/>
              </a:spcAft>
              <a:buSzPct val="100000"/>
              <a:buFontTx/>
              <a:buNone/>
            </a:pPr>
            <a:r>
              <a:rPr altLang="en-US" baseline="0" sz="2800" lang="en-US" u="none">
                <a:solidFill>
                  <a:srgbClr val="000000"/>
                </a:solidFill>
                <a:latin typeface="Arial Narrow" pitchFamily="34" charset="0"/>
                <a:sym typeface="Verdana" pitchFamily="34" charset="0"/>
              </a:rPr>
              <a:t>The Conclusion</a:t>
            </a:r>
          </a:p>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2800" lang="en-GB" u="none">
                <a:solidFill>
                  <a:srgbClr val="000000"/>
                </a:solidFill>
                <a:latin typeface="Arial Narrow" pitchFamily="34" charset="0"/>
                <a:sym typeface="Verdana" pitchFamily="34" charset="0"/>
              </a:rPr>
              <a:t>The conclusion </a:t>
            </a:r>
            <a:r>
              <a:rPr altLang="en-US" baseline="0" b="0" sz="2800" i="1" lang="en-GB" u="none">
                <a:solidFill>
                  <a:srgbClr val="000000"/>
                </a:solidFill>
                <a:latin typeface="Arial Narrow" pitchFamily="34" charset="0"/>
                <a:sym typeface="Verdana" pitchFamily="34" charset="0"/>
              </a:rPr>
              <a:t>is the statement that is affirmed on the basis of the premises. </a:t>
            </a:r>
            <a:r>
              <a:rPr altLang="en-US" baseline="0" b="0" sz="2800" lang="en-US" u="none">
                <a:solidFill>
                  <a:srgbClr val="000000"/>
                </a:solidFill>
                <a:latin typeface="Arial Narrow" pitchFamily="34" charset="0"/>
                <a:sym typeface="Verdana" pitchFamily="34" charset="0"/>
              </a:rPr>
              <a:t> In a well-constructed argument, the premises give good reasons for believing that the conclusion is true. However, this is not always the case. There are other premises that are false or poorly constructed thereby compromising the validity and reliability of an argument.</a:t>
            </a:r>
          </a:p>
          <a:p>
            <a:pPr algn="just" eaLnBrk="1" fontAlgn="base" hangingPunct="1" indent="-342900" latinLnBrk="1" lvl="0" marL="342900">
              <a:lnSpc>
                <a:spcPct val="100000"/>
              </a:lnSpc>
              <a:spcBef>
                <a:spcPts val="800"/>
              </a:spcBef>
              <a:spcAft>
                <a:spcPct val="0"/>
              </a:spcAft>
              <a:buSzPct val="100000"/>
              <a:buFont typeface="Wingdings" pitchFamily="2" charset="2"/>
              <a:buChar char="Ø"/>
            </a:pPr>
            <a:endParaRPr altLang="en-US" baseline="0" b="0" sz="2800" lang="en-US" u="none">
              <a:solidFill>
                <a:srgbClr val="000000"/>
              </a:solidFill>
              <a:latin typeface="Arial Narrow" pitchFamily="34" charset="0"/>
              <a:sym typeface="Verdana" pitchFamily="34" charset="0"/>
            </a:endParaRPr>
          </a:p>
        </p:txBody>
      </p:sp>
    </p:spTree>
  </p:cSld>
  <p:clrMapOvr>
    <a:masterClrMapping/>
  </p:clrMapOvr>
  <p:transition spd="fast" advClick="1">
    <p:comb dir="horz"/>
  </p:transition>
</p:sld>
</file>

<file path=ppt/slides/slide10.xml><?xml version="1.0" encoding="utf-8"?>
<p:sld xmlns:a="http://schemas.openxmlformats.org/drawingml/2006/main" xmlns:r="http://schemas.openxmlformats.org/officeDocument/2006/relationships" xmlns:p="http://schemas.openxmlformats.org/presentationml/2006/main" showMasterSp="1">
  <p:cSld>
    <p:spTree>
      <p:nvGrpSpPr>
        <p:cNvPr id="99" name=""/>
        <p:cNvGrpSpPr/>
        <p:nvPr/>
      </p:nvGrpSpPr>
      <p:grpSpPr>
        <a:xfrm rot="0">
          <a:off x="0" y="0"/>
          <a:ext cx="0" cy="0"/>
          <a:chOff x="0" y="0"/>
          <a:chExt cx="0" cy="0"/>
        </a:xfrm>
      </p:grpSpPr>
      <p:sp>
        <p:nvSpPr>
          <p:cNvPr id="1048606"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07" name=""/>
          <p:cNvSpPr/>
          <p:nvPr>
            <p:ph sz="full" idx="1"/>
          </p:nvPr>
        </p:nvSpPr>
        <p:spPr>
          <a:xfrm rot="0">
            <a:off x="762000" y="1219200"/>
            <a:ext cx="7921625" cy="4722812"/>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Tx/>
              <a:buNone/>
            </a:pPr>
            <a:r>
              <a:rPr altLang="en-US" baseline="0" sz="3200" lang="en-US" u="none">
                <a:solidFill>
                  <a:srgbClr val="000000"/>
                </a:solidFill>
                <a:latin typeface="Arial Narrow" pitchFamily="34" charset="0"/>
                <a:sym typeface="Verdana" pitchFamily="34" charset="0"/>
              </a:rPr>
              <a:t>A Statement</a:t>
            </a:r>
          </a:p>
          <a:p>
            <a:pPr algn="l"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sz="3200" lang="en-GB" u="none">
                <a:solidFill>
                  <a:srgbClr val="000000"/>
                </a:solidFill>
                <a:latin typeface="Franklin Gothic Book" pitchFamily="34" charset="0"/>
                <a:sym typeface="Verdana" pitchFamily="34" charset="0"/>
              </a:rPr>
              <a:t>A statement </a:t>
            </a:r>
            <a:r>
              <a:rPr altLang="en-US" baseline="0" sz="3200" i="1" lang="en-GB" u="none">
                <a:solidFill>
                  <a:srgbClr val="000000"/>
                </a:solidFill>
                <a:latin typeface="Franklin Gothic Book" pitchFamily="34" charset="0"/>
                <a:sym typeface="Verdana" pitchFamily="34" charset="0"/>
              </a:rPr>
              <a:t>is a sentence that is either true or false</a:t>
            </a:r>
            <a:r>
              <a:rPr altLang="en-US" baseline="0" sz="3200" lang="en-US" u="none">
                <a:solidFill>
                  <a:srgbClr val="000000"/>
                </a:solidFill>
                <a:latin typeface="Franklin Gothic Book" pitchFamily="34" charset="0"/>
                <a:sym typeface="Verdana" pitchFamily="34" charset="0"/>
              </a:rPr>
              <a:t>. For example:</a:t>
            </a:r>
          </a:p>
          <a:p>
            <a:pPr algn="l" eaLnBrk="1" fontAlgn="base" hangingPunct="1" indent="-342900" latinLnBrk="1" lvl="1" marL="171450">
              <a:lnSpc>
                <a:spcPct val="100000"/>
              </a:lnSpc>
              <a:spcBef>
                <a:spcPts val="300"/>
              </a:spcBef>
              <a:spcAft>
                <a:spcPct val="0"/>
              </a:spcAft>
              <a:buClr>
                <a:srgbClr val="F96A1B"/>
              </a:buClr>
              <a:buSzPct val="100000"/>
              <a:buFont typeface="Wingdings" pitchFamily="2" charset="2"/>
              <a:buChar char="§"/>
            </a:pPr>
            <a:r>
              <a:rPr altLang="en-US" baseline="0" sz="2800" lang="en-GB" u="none">
                <a:solidFill>
                  <a:srgbClr val="000000"/>
                </a:solidFill>
                <a:latin typeface="Franklin Gothic Book" pitchFamily="34" charset="0"/>
                <a:sym typeface="Verdana" pitchFamily="34" charset="0"/>
              </a:rPr>
              <a:t>Some students are females</a:t>
            </a:r>
          </a:p>
          <a:p>
            <a:pPr algn="l" eaLnBrk="1" fontAlgn="base" hangingPunct="1" indent="-342900" latinLnBrk="1" lvl="1" marL="171450">
              <a:lnSpc>
                <a:spcPct val="100000"/>
              </a:lnSpc>
              <a:spcBef>
                <a:spcPts val="300"/>
              </a:spcBef>
              <a:spcAft>
                <a:spcPct val="0"/>
              </a:spcAft>
              <a:buClr>
                <a:srgbClr val="F96A1B"/>
              </a:buClr>
              <a:buSzPct val="100000"/>
              <a:buFont typeface="Wingdings" pitchFamily="2" charset="2"/>
              <a:buChar char="§"/>
            </a:pPr>
            <a:r>
              <a:rPr altLang="en-US" baseline="0" sz="2800" lang="en-GB" u="none">
                <a:solidFill>
                  <a:srgbClr val="000000"/>
                </a:solidFill>
                <a:latin typeface="Franklin Gothic Book" pitchFamily="34" charset="0"/>
                <a:sym typeface="Verdana" pitchFamily="34" charset="0"/>
              </a:rPr>
              <a:t>Mzuzu city is the most beautiful place in the world</a:t>
            </a:r>
          </a:p>
          <a:p>
            <a:pPr algn="l" eaLnBrk="1" fontAlgn="base" hangingPunct="1" indent="-342900" latinLnBrk="1" lvl="1" marL="171450">
              <a:lnSpc>
                <a:spcPct val="100000"/>
              </a:lnSpc>
              <a:spcBef>
                <a:spcPts val="300"/>
              </a:spcBef>
              <a:spcAft>
                <a:spcPct val="0"/>
              </a:spcAft>
              <a:buClr>
                <a:srgbClr val="F96A1B"/>
              </a:buClr>
              <a:buSzPct val="100000"/>
              <a:buFont typeface="Wingdings" pitchFamily="2" charset="2"/>
              <a:buChar char="§"/>
            </a:pPr>
            <a:r>
              <a:rPr altLang="en-US" baseline="0" sz="2800" lang="en-GB" u="none">
                <a:solidFill>
                  <a:srgbClr val="000000"/>
                </a:solidFill>
                <a:latin typeface="Franklin Gothic Book" pitchFamily="34" charset="0"/>
                <a:sym typeface="Verdana" pitchFamily="34" charset="0"/>
              </a:rPr>
              <a:t>Madness is caused by extensive studying </a:t>
            </a:r>
          </a:p>
          <a:p>
            <a:pPr algn="just" eaLnBrk="1" fontAlgn="base" hangingPunct="1" indent="-342900" latinLnBrk="1" lvl="0" marL="342900">
              <a:lnSpc>
                <a:spcPct val="100000"/>
              </a:lnSpc>
              <a:spcBef>
                <a:spcPts val="800"/>
              </a:spcBef>
              <a:spcAft>
                <a:spcPct val="0"/>
              </a:spcAft>
              <a:buSzPct val="100000"/>
              <a:buFont typeface="Wingdings" pitchFamily="2" charset="2"/>
              <a:buChar char="Ø"/>
            </a:pPr>
            <a:endParaRPr altLang="en-US" baseline="0" lang="en-US" u="none">
              <a:solidFill>
                <a:srgbClr val="CDD7D9"/>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11.xml><?xml version="1.0" encoding="utf-8"?>
<p:sld xmlns:a="http://schemas.openxmlformats.org/drawingml/2006/main" xmlns:r="http://schemas.openxmlformats.org/officeDocument/2006/relationships" xmlns:p="http://schemas.openxmlformats.org/presentationml/2006/main" showMasterSp="1">
  <p:cSld>
    <p:spTree>
      <p:nvGrpSpPr>
        <p:cNvPr id="100" name=""/>
        <p:cNvGrpSpPr/>
        <p:nvPr/>
      </p:nvGrpSpPr>
      <p:grpSpPr>
        <a:xfrm rot="0">
          <a:off x="0" y="0"/>
          <a:ext cx="0" cy="0"/>
          <a:chOff x="0" y="0"/>
          <a:chExt cx="0" cy="0"/>
        </a:xfrm>
      </p:grpSpPr>
      <p:sp>
        <p:nvSpPr>
          <p:cNvPr id="1048608"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r>
              <a:rPr altLang="en-US" baseline="0" b="1" lang="en-US" u="none">
                <a:solidFill>
                  <a:srgbClr val="FF0000"/>
                </a:solidFill>
                <a:latin typeface="Franklin Gothic Medium" pitchFamily="34" charset="0"/>
                <a:sym typeface="Verdana" pitchFamily="34" charset="0"/>
              </a:rPr>
              <a:t>TYPES OF FALLACIES</a:t>
            </a:r>
          </a:p>
        </p:txBody>
      </p:sp>
      <p:sp>
        <p:nvSpPr>
          <p:cNvPr id="1048609" name=""/>
          <p:cNvSpPr/>
          <p:nvPr>
            <p:ph sz="full" idx="1"/>
          </p:nvPr>
        </p:nvSpPr>
        <p:spPr>
          <a:xfrm rot="0">
            <a:off x="822325" y="1100137"/>
            <a:ext cx="7521575" cy="3579812"/>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l" eaLnBrk="1" fontAlgn="base" hangingPunct="1" indent="-514350" latinLnBrk="1" lvl="0" marL="514350">
              <a:lnSpc>
                <a:spcPct val="100000"/>
              </a:lnSpc>
              <a:spcBef>
                <a:spcPts val="800"/>
              </a:spcBef>
              <a:spcAft>
                <a:spcPct val="0"/>
              </a:spcAft>
              <a:buSzPct val="100000"/>
              <a:buFontTx/>
              <a:buAutoNum type="arabicPeriod" startAt="1"/>
            </a:pPr>
            <a:r>
              <a:rPr altLang="en-US" baseline="0" sz="3200" lang="en-US" u="none">
                <a:solidFill>
                  <a:srgbClr val="FF0000"/>
                </a:solidFill>
                <a:latin typeface="Arial Narrow" pitchFamily="34" charset="0"/>
                <a:sym typeface="Verdana" pitchFamily="34" charset="0"/>
              </a:rPr>
              <a:t>Hasty generalisation</a:t>
            </a:r>
          </a:p>
          <a:p>
            <a:pPr algn="just" eaLnBrk="1" fontAlgn="base" hangingPunct="1" indent="-514350" latinLnBrk="1" lvl="0" marL="51435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Arial Narrow" pitchFamily="34" charset="0"/>
                <a:sym typeface="Verdana" pitchFamily="34" charset="0"/>
              </a:rPr>
              <a:t>This type is also called </a:t>
            </a:r>
            <a:r>
              <a:rPr altLang="en-US" baseline="0" sz="3200" i="1" lang="en-GB" u="none">
                <a:solidFill>
                  <a:srgbClr val="FF0000"/>
                </a:solidFill>
                <a:latin typeface="Arial Narrow" pitchFamily="34" charset="0"/>
                <a:sym typeface="Verdana" pitchFamily="34" charset="0"/>
              </a:rPr>
              <a:t>Oversimplification fallacy.</a:t>
            </a:r>
            <a:r>
              <a:rPr altLang="en-US" baseline="0" b="0" sz="3200" i="1" lang="en-GB" u="none">
                <a:solidFill>
                  <a:srgbClr val="000000"/>
                </a:solidFill>
                <a:latin typeface="Arial Narrow" pitchFamily="34" charset="0"/>
                <a:sym typeface="Verdana" pitchFamily="34" charset="0"/>
              </a:rPr>
              <a:t> </a:t>
            </a:r>
            <a:r>
              <a:rPr altLang="en-US" baseline="0" b="0" sz="3200" lang="en-US" u="none">
                <a:solidFill>
                  <a:srgbClr val="000000"/>
                </a:solidFill>
                <a:latin typeface="Arial Narrow" pitchFamily="34" charset="0"/>
                <a:sym typeface="Verdana" pitchFamily="34" charset="0"/>
              </a:rPr>
              <a:t>It refers to an argument in which a conclusion is made on the basis of scanty evidence (insufficient data or limited sample). </a:t>
            </a:r>
          </a:p>
        </p:txBody>
      </p:sp>
    </p:spTree>
  </p:cSld>
  <p:clrMapOvr>
    <a:masterClrMapping/>
  </p:clrMapOvr>
  <p:transition spd="fast" advClick="1">
    <p:comb dir="horz"/>
  </p:transition>
</p:sld>
</file>

<file path=ppt/slides/slide12.xml><?xml version="1.0" encoding="utf-8"?>
<p:sld xmlns:a="http://schemas.openxmlformats.org/drawingml/2006/main" xmlns:r="http://schemas.openxmlformats.org/officeDocument/2006/relationships" xmlns:p="http://schemas.openxmlformats.org/presentationml/2006/main" showMasterSp="1">
  <p:cSld>
    <p:spTree>
      <p:nvGrpSpPr>
        <p:cNvPr id="101" name=""/>
        <p:cNvGrpSpPr/>
        <p:nvPr/>
      </p:nvGrpSpPr>
      <p:grpSpPr>
        <a:xfrm rot="0">
          <a:off x="0" y="0"/>
          <a:ext cx="0" cy="0"/>
          <a:chOff x="0" y="0"/>
          <a:chExt cx="0" cy="0"/>
        </a:xfrm>
      </p:grpSpPr>
      <p:sp>
        <p:nvSpPr>
          <p:cNvPr id="1048610"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11" name=""/>
          <p:cNvSpPr/>
          <p:nvPr>
            <p:ph sz="full" idx="1"/>
          </p:nvPr>
        </p:nvSpPr>
        <p:spPr>
          <a:xfrm rot="0">
            <a:off x="990600" y="1371600"/>
            <a:ext cx="7693025" cy="4570412"/>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Arial Narrow" pitchFamily="34" charset="0"/>
                <a:sym typeface="Verdana" pitchFamily="34" charset="0"/>
              </a:rPr>
              <a:t>In other words, it is a fallacy in which you rush to a conclusion before you have all the relevant facts. When committing this fallacy an individual draws a conclusion about some class or category on the basis of inadequate or atypical examples. If enough sample is available, the argument made is not fallacious.</a:t>
            </a:r>
          </a:p>
        </p:txBody>
      </p:sp>
    </p:spTree>
  </p:cSld>
  <p:clrMapOvr>
    <a:masterClrMapping/>
  </p:clrMapOvr>
  <p:transition spd="fast" advClick="1">
    <p:comb dir="horz"/>
  </p:transition>
</p:sld>
</file>

<file path=ppt/slides/slide13.xml><?xml version="1.0" encoding="utf-8"?>
<p:sld xmlns:a="http://schemas.openxmlformats.org/drawingml/2006/main" xmlns:r="http://schemas.openxmlformats.org/officeDocument/2006/relationships" xmlns:p="http://schemas.openxmlformats.org/presentationml/2006/main" showMasterSp="1">
  <p:cSld>
    <p:spTree>
      <p:nvGrpSpPr>
        <p:cNvPr id="102" name=""/>
        <p:cNvGrpSpPr/>
        <p:nvPr/>
      </p:nvGrpSpPr>
      <p:grpSpPr>
        <a:xfrm rot="0">
          <a:off x="0" y="0"/>
          <a:ext cx="0" cy="0"/>
          <a:chOff x="0" y="0"/>
          <a:chExt cx="0" cy="0"/>
        </a:xfrm>
      </p:grpSpPr>
      <p:sp>
        <p:nvSpPr>
          <p:cNvPr id="1048612"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13" name=""/>
          <p:cNvSpPr/>
          <p:nvPr>
            <p:ph sz="full" idx="1"/>
          </p:nvPr>
        </p:nvSpPr>
        <p:spPr>
          <a:xfrm rot="0">
            <a:off x="457200" y="1219200"/>
            <a:ext cx="8458200" cy="50292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Arial Narrow" pitchFamily="34" charset="0"/>
                <a:sym typeface="Verdana" pitchFamily="34" charset="0"/>
              </a:rPr>
              <a:t>It is ok to generalise or oversimplify by using words such as  “</a:t>
            </a:r>
            <a:r>
              <a:rPr altLang="en-US" baseline="0" b="0" sz="3200" i="1" lang="en-GB" u="none">
                <a:solidFill>
                  <a:srgbClr val="000000"/>
                </a:solidFill>
                <a:latin typeface="Arial Narrow" pitchFamily="34" charset="0"/>
                <a:sym typeface="Verdana" pitchFamily="34" charset="0"/>
              </a:rPr>
              <a:t>many, most, </a:t>
            </a:r>
            <a:r>
              <a:rPr altLang="en-US" baseline="0" b="0" sz="3200" lang="en-GB" u="none">
                <a:solidFill>
                  <a:srgbClr val="000000"/>
                </a:solidFill>
                <a:latin typeface="Arial Narrow" pitchFamily="34" charset="0"/>
                <a:sym typeface="Verdana" pitchFamily="34" charset="0"/>
              </a:rPr>
              <a:t> and </a:t>
            </a:r>
            <a:r>
              <a:rPr altLang="en-US" baseline="0" b="0" sz="3200" i="1" lang="en-GB" u="none">
                <a:solidFill>
                  <a:srgbClr val="000000"/>
                </a:solidFill>
                <a:latin typeface="Arial Narrow" pitchFamily="34" charset="0"/>
                <a:sym typeface="Verdana" pitchFamily="34" charset="0"/>
              </a:rPr>
              <a:t>all”</a:t>
            </a:r>
            <a:r>
              <a:rPr altLang="en-US" baseline="0" b="0" sz="3200" lang="en-US" u="none">
                <a:solidFill>
                  <a:srgbClr val="000000"/>
                </a:solidFill>
                <a:latin typeface="Arial Narrow" pitchFamily="34" charset="0"/>
                <a:sym typeface="Verdana" pitchFamily="34" charset="0"/>
              </a:rPr>
              <a:t> provided you have adequate evidence to support your claim but do not merely generalise hastily or oversimplify in the absence of reasonable sample because in most cases small samples are unrepresentative. People commonly commit Hasty Generalisations because of laziness or sloppiness.</a:t>
            </a:r>
          </a:p>
        </p:txBody>
      </p:sp>
    </p:spTree>
  </p:cSld>
  <p:clrMapOvr>
    <a:masterClrMapping/>
  </p:clrMapOvr>
  <p:transition spd="fast" advClick="1">
    <p:comb dir="horz"/>
  </p:transition>
</p:sld>
</file>

<file path=ppt/slides/slide14.xml><?xml version="1.0" encoding="utf-8"?>
<p:sld xmlns:a="http://schemas.openxmlformats.org/drawingml/2006/main" xmlns:r="http://schemas.openxmlformats.org/officeDocument/2006/relationships" xmlns:p="http://schemas.openxmlformats.org/presentationml/2006/main" showMasterSp="1">
  <p:cSld>
    <p:spTree>
      <p:nvGrpSpPr>
        <p:cNvPr id="103" name=""/>
        <p:cNvGrpSpPr/>
        <p:nvPr/>
      </p:nvGrpSpPr>
      <p:grpSpPr>
        <a:xfrm rot="0">
          <a:off x="0" y="0"/>
          <a:ext cx="0" cy="0"/>
          <a:chOff x="0" y="0"/>
          <a:chExt cx="0" cy="0"/>
        </a:xfrm>
      </p:grpSpPr>
      <p:sp>
        <p:nvSpPr>
          <p:cNvPr id="1048614"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15" name=""/>
          <p:cNvSpPr/>
          <p:nvPr>
            <p:ph sz="full" idx="1"/>
          </p:nvPr>
        </p:nvSpPr>
        <p:spPr>
          <a:xfrm rot="0">
            <a:off x="685800" y="1219200"/>
            <a:ext cx="7997825" cy="4722812"/>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Arial Narrow" pitchFamily="34" charset="0"/>
                <a:sym typeface="Verdana" pitchFamily="34" charset="0"/>
              </a:rPr>
              <a:t>Let us now look at an example:</a:t>
            </a:r>
          </a:p>
          <a:p>
            <a:pPr algn="just"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Arial Narrow" pitchFamily="34" charset="0"/>
                <a:sym typeface="Verdana" pitchFamily="34" charset="0"/>
              </a:rPr>
              <a:t>	Even though it’s only the first day, I can tell this is going to be a boring course.</a:t>
            </a:r>
          </a:p>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Arial Narrow" pitchFamily="34" charset="0"/>
                <a:sym typeface="Verdana" pitchFamily="34" charset="0"/>
              </a:rPr>
              <a:t>In this example, the speaker  is basing his/her evaluation of the entire course on only one class, and on the first day which is notoriously boring and full house keeping tasks for most courses. </a:t>
            </a:r>
          </a:p>
        </p:txBody>
      </p:sp>
    </p:spTree>
  </p:cSld>
  <p:clrMapOvr>
    <a:masterClrMapping/>
  </p:clrMapOvr>
  <p:transition spd="fast" advClick="1">
    <p:comb dir="horz"/>
  </p:transition>
</p:sld>
</file>

<file path=ppt/slides/slide15.xml><?xml version="1.0" encoding="utf-8"?>
<p:sld xmlns:a="http://schemas.openxmlformats.org/drawingml/2006/main" xmlns:r="http://schemas.openxmlformats.org/officeDocument/2006/relationships" xmlns:p="http://schemas.openxmlformats.org/presentationml/2006/main" showMasterSp="1">
  <p:cSld>
    <p:spTree>
      <p:nvGrpSpPr>
        <p:cNvPr id="104" name=""/>
        <p:cNvGrpSpPr/>
        <p:nvPr/>
      </p:nvGrpSpPr>
      <p:grpSpPr>
        <a:xfrm rot="0">
          <a:off x="0" y="0"/>
          <a:ext cx="0" cy="0"/>
          <a:chOff x="0" y="0"/>
          <a:chExt cx="0" cy="0"/>
        </a:xfrm>
      </p:grpSpPr>
      <p:sp>
        <p:nvSpPr>
          <p:cNvPr id="1048616"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17" name=""/>
          <p:cNvSpPr/>
          <p:nvPr>
            <p:ph sz="full" idx="1"/>
          </p:nvPr>
        </p:nvSpPr>
        <p:spPr>
          <a:xfrm rot="0">
            <a:off x="990600" y="1827212"/>
            <a:ext cx="7693025" cy="41148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Arial Narrow" pitchFamily="34" charset="0"/>
                <a:sym typeface="Verdana" pitchFamily="34" charset="0"/>
              </a:rPr>
              <a:t>To make a fair and reasonable evaluation, the speaker must attend several classes and possibly even examine the textbook being used, talk to the professor handling the course, or talk to others who have previously taken the course in order to have sufficient evidence to base a conclusion on.</a:t>
            </a:r>
          </a:p>
          <a:p>
            <a:pPr algn="l" eaLnBrk="1" fontAlgn="base" hangingPunct="1" indent="-342900" latinLnBrk="1" lvl="0" marL="342900">
              <a:lnSpc>
                <a:spcPct val="100000"/>
              </a:lnSpc>
              <a:spcBef>
                <a:spcPts val="800"/>
              </a:spcBef>
              <a:spcAft>
                <a:spcPct val="0"/>
              </a:spcAft>
              <a:buSzPct val="100000"/>
              <a:buFontTx/>
              <a:buNone/>
            </a:pPr>
            <a:endParaRPr altLang="en-US" baseline="0" b="0" sz="3200" lang="en-US" u="none">
              <a:solidFill>
                <a:srgbClr val="000000"/>
              </a:solidFill>
              <a:latin typeface="Arial Narrow" pitchFamily="34" charset="0"/>
              <a:sym typeface="Verdana" pitchFamily="34" charset="0"/>
            </a:endParaRPr>
          </a:p>
        </p:txBody>
      </p:sp>
    </p:spTree>
  </p:cSld>
  <p:clrMapOvr>
    <a:masterClrMapping/>
  </p:clrMapOvr>
  <p:transition spd="fast" advClick="1">
    <p:comb dir="horz"/>
  </p:transition>
</p:sld>
</file>

<file path=ppt/slides/slide16.xml><?xml version="1.0" encoding="utf-8"?>
<p:sld xmlns:a="http://schemas.openxmlformats.org/drawingml/2006/main" xmlns:r="http://schemas.openxmlformats.org/officeDocument/2006/relationships" xmlns:p="http://schemas.openxmlformats.org/presentationml/2006/main" showMasterSp="1">
  <p:cSld>
    <p:spTree>
      <p:nvGrpSpPr>
        <p:cNvPr id="105" name=""/>
        <p:cNvGrpSpPr/>
        <p:nvPr/>
      </p:nvGrpSpPr>
      <p:grpSpPr>
        <a:xfrm rot="0">
          <a:off x="0" y="0"/>
          <a:ext cx="0" cy="0"/>
          <a:chOff x="0" y="0"/>
          <a:chExt cx="0" cy="0"/>
        </a:xfrm>
      </p:grpSpPr>
      <p:sp>
        <p:nvSpPr>
          <p:cNvPr id="1048618"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19" name=""/>
          <p:cNvSpPr/>
          <p:nvPr>
            <p:ph sz="full" idx="1"/>
          </p:nvPr>
        </p:nvSpPr>
        <p:spPr>
          <a:xfrm rot="0">
            <a:off x="685800" y="1371600"/>
            <a:ext cx="7997825" cy="4570412"/>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Arial Narrow" pitchFamily="34" charset="0"/>
                <a:sym typeface="Verdana" pitchFamily="34" charset="0"/>
              </a:rPr>
              <a:t>Let’s consider another example:</a:t>
            </a:r>
          </a:p>
          <a:p>
            <a:pPr algn="just"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Arial Narrow" pitchFamily="34" charset="0"/>
                <a:sym typeface="Verdana" pitchFamily="34" charset="0"/>
              </a:rPr>
              <a:t>Evidence:	</a:t>
            </a:r>
          </a:p>
          <a:p>
            <a:pPr algn="just"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Arial Narrow" pitchFamily="34" charset="0"/>
                <a:sym typeface="Verdana" pitchFamily="34" charset="0"/>
              </a:rPr>
              <a:t>A black Mamba is a poisonous snake</a:t>
            </a:r>
          </a:p>
          <a:p>
            <a:pPr algn="just"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Arial Narrow" pitchFamily="34" charset="0"/>
                <a:sym typeface="Verdana" pitchFamily="34" charset="0"/>
              </a:rPr>
              <a:t>A rattle snake is a poisonous snake</a:t>
            </a:r>
          </a:p>
          <a:p>
            <a:pPr algn="just"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Arial Narrow" pitchFamily="34" charset="0"/>
                <a:sym typeface="Verdana" pitchFamily="34" charset="0"/>
              </a:rPr>
              <a:t>A cobra is a poisonous snake</a:t>
            </a:r>
          </a:p>
          <a:p>
            <a:pPr algn="just"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Arial Narrow" pitchFamily="34" charset="0"/>
                <a:sym typeface="Verdana" pitchFamily="34" charset="0"/>
              </a:rPr>
              <a:t>Conclusion:	All snakes are poisonous</a:t>
            </a:r>
          </a:p>
          <a:p>
            <a:pPr algn="l" eaLnBrk="1" fontAlgn="base" hangingPunct="1" indent="-342900" latinLnBrk="1" lvl="0" marL="342900">
              <a:lnSpc>
                <a:spcPct val="100000"/>
              </a:lnSpc>
              <a:spcBef>
                <a:spcPts val="800"/>
              </a:spcBef>
              <a:spcAft>
                <a:spcPct val="0"/>
              </a:spcAft>
              <a:buSzPct val="100000"/>
              <a:buFontTx/>
              <a:buNone/>
            </a:pPr>
            <a:endParaRPr altLang="en-US" baseline="0" b="0" sz="3200" lang="en-US" u="none">
              <a:solidFill>
                <a:srgbClr val="000000"/>
              </a:solidFill>
              <a:latin typeface="Arial Narrow" pitchFamily="34" charset="0"/>
              <a:sym typeface="Verdana" pitchFamily="34" charset="0"/>
            </a:endParaRPr>
          </a:p>
        </p:txBody>
      </p:sp>
    </p:spTree>
  </p:cSld>
  <p:clrMapOvr>
    <a:masterClrMapping/>
  </p:clrMapOvr>
  <p:transition spd="fast" advClick="1">
    <p:comb dir="horz"/>
  </p:transition>
</p:sld>
</file>

<file path=ppt/slides/slide17.xml><?xml version="1.0" encoding="utf-8"?>
<p:sld xmlns:a="http://schemas.openxmlformats.org/drawingml/2006/main" xmlns:r="http://schemas.openxmlformats.org/officeDocument/2006/relationships" xmlns:p="http://schemas.openxmlformats.org/presentationml/2006/main" showMasterSp="1">
  <p:cSld>
    <p:spTree>
      <p:nvGrpSpPr>
        <p:cNvPr id="106" name=""/>
        <p:cNvGrpSpPr/>
        <p:nvPr/>
      </p:nvGrpSpPr>
      <p:grpSpPr>
        <a:xfrm rot="0">
          <a:off x="0" y="0"/>
          <a:ext cx="0" cy="0"/>
          <a:chOff x="0" y="0"/>
          <a:chExt cx="0" cy="0"/>
        </a:xfrm>
      </p:grpSpPr>
      <p:sp>
        <p:nvSpPr>
          <p:cNvPr id="1048620"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21" name=""/>
          <p:cNvSpPr/>
          <p:nvPr>
            <p:ph sz="full" idx="1"/>
          </p:nvPr>
        </p:nvSpPr>
        <p:spPr>
          <a:xfrm rot="0">
            <a:off x="381000" y="1371600"/>
            <a:ext cx="8534400" cy="46482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l"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Arial Narrow" pitchFamily="34" charset="0"/>
                <a:sym typeface="Verdana" pitchFamily="34" charset="0"/>
              </a:rPr>
              <a:t>More examples of hasty generalisation</a:t>
            </a:r>
          </a:p>
          <a:p>
            <a:pPr algn="l"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Arial Narrow" pitchFamily="34" charset="0"/>
                <a:sym typeface="Verdana" pitchFamily="34" charset="0"/>
              </a:rPr>
              <a:t>Evidence:</a:t>
            </a:r>
          </a:p>
          <a:p>
            <a:pPr algn="just"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Arial Narrow" pitchFamily="34" charset="0"/>
                <a:sym typeface="Verdana" pitchFamily="34" charset="0"/>
              </a:rPr>
              <a:t>	All football players are womanisers.</a:t>
            </a:r>
          </a:p>
          <a:p>
            <a:pPr algn="just"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Arial Narrow" pitchFamily="34" charset="0"/>
                <a:sym typeface="Verdana" pitchFamily="34" charset="0"/>
              </a:rPr>
              <a:t>	John is a footballer.</a:t>
            </a:r>
          </a:p>
          <a:p>
            <a:pPr algn="just"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Arial Narrow" pitchFamily="34" charset="0"/>
                <a:sym typeface="Verdana" pitchFamily="34" charset="0"/>
              </a:rPr>
              <a:t>Conclusion:	John is a womaniser.</a:t>
            </a:r>
          </a:p>
          <a:p>
            <a:pPr algn="just"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Arial Narrow" pitchFamily="34" charset="0"/>
                <a:sym typeface="Verdana" pitchFamily="34" charset="0"/>
              </a:rPr>
              <a:t> 	My brother vomited after eating beans, so I will never eat beans 			because they cause one to vomit.</a:t>
            </a:r>
          </a:p>
          <a:p>
            <a:pPr algn="l" eaLnBrk="1" fontAlgn="base" hangingPunct="1" indent="-342900" latinLnBrk="1" lvl="0" marL="342900">
              <a:lnSpc>
                <a:spcPct val="100000"/>
              </a:lnSpc>
              <a:spcBef>
                <a:spcPts val="800"/>
              </a:spcBef>
              <a:spcAft>
                <a:spcPct val="0"/>
              </a:spcAft>
              <a:buSzPct val="100000"/>
              <a:buFontTx/>
              <a:buNone/>
            </a:pPr>
            <a:endParaRPr altLang="en-US" baseline="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18.xml><?xml version="1.0" encoding="utf-8"?>
<p:sld xmlns:a="http://schemas.openxmlformats.org/drawingml/2006/main" xmlns:r="http://schemas.openxmlformats.org/officeDocument/2006/relationships" xmlns:p="http://schemas.openxmlformats.org/presentationml/2006/main" showMasterSp="1">
  <p:cSld>
    <p:spTree>
      <p:nvGrpSpPr>
        <p:cNvPr id="107" name=""/>
        <p:cNvGrpSpPr/>
        <p:nvPr/>
      </p:nvGrpSpPr>
      <p:grpSpPr>
        <a:xfrm rot="0">
          <a:off x="0" y="0"/>
          <a:ext cx="0" cy="0"/>
          <a:chOff x="0" y="0"/>
          <a:chExt cx="0" cy="0"/>
        </a:xfrm>
      </p:grpSpPr>
      <p:sp>
        <p:nvSpPr>
          <p:cNvPr id="1048622"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r>
              <a:rPr altLang="en-US" baseline="0" b="1" lang="en-US" u="none">
                <a:solidFill>
                  <a:srgbClr val="FF0000"/>
                </a:solidFill>
                <a:latin typeface="Franklin Gothic Medium" pitchFamily="34" charset="0"/>
                <a:sym typeface="Verdana" pitchFamily="34" charset="0"/>
              </a:rPr>
              <a:t>2. STEREOTYPE FALLACIES</a:t>
            </a:r>
          </a:p>
        </p:txBody>
      </p:sp>
      <p:sp>
        <p:nvSpPr>
          <p:cNvPr id="1048623" name=""/>
          <p:cNvSpPr/>
          <p:nvPr>
            <p:ph sz="full" idx="1"/>
          </p:nvPr>
        </p:nvSpPr>
        <p:spPr>
          <a:xfrm rot="0">
            <a:off x="457200" y="1371600"/>
            <a:ext cx="8226425" cy="4570412"/>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Arial Narrow" pitchFamily="34" charset="0"/>
                <a:sym typeface="Verdana" pitchFamily="34" charset="0"/>
              </a:rPr>
              <a:t>Stereotype refers </a:t>
            </a:r>
            <a:r>
              <a:rPr altLang="en-US" baseline="0" b="0" sz="3200" i="1" lang="en-GB" u="none">
                <a:solidFill>
                  <a:srgbClr val="000000"/>
                </a:solidFill>
                <a:latin typeface="Arial Narrow" pitchFamily="34" charset="0"/>
                <a:sym typeface="Verdana" pitchFamily="34" charset="0"/>
              </a:rPr>
              <a:t>to a fixed idea or image that many people have of particular person or thing, but often which is not true in reality.</a:t>
            </a:r>
            <a:r>
              <a:rPr altLang="en-US" baseline="0" b="0" sz="3200" lang="en-US" u="none">
                <a:solidFill>
                  <a:srgbClr val="000000"/>
                </a:solidFill>
                <a:latin typeface="Arial Narrow" pitchFamily="34" charset="0"/>
                <a:sym typeface="Verdana" pitchFamily="34" charset="0"/>
              </a:rPr>
              <a:t> Or to put it in simple words, a stereotype refers to standardised idea of a type of a person or thing. </a:t>
            </a:r>
          </a:p>
        </p:txBody>
      </p:sp>
    </p:spTree>
  </p:cSld>
  <p:clrMapOvr>
    <a:masterClrMapping/>
  </p:clrMapOvr>
  <p:transition spd="fast" advClick="1">
    <p:comb dir="horz"/>
  </p:transition>
</p:sld>
</file>

<file path=ppt/slides/slide19.xml><?xml version="1.0" encoding="utf-8"?>
<p:sld xmlns:a="http://schemas.openxmlformats.org/drawingml/2006/main" xmlns:r="http://schemas.openxmlformats.org/officeDocument/2006/relationships" xmlns:p="http://schemas.openxmlformats.org/presentationml/2006/main" showMasterSp="1">
  <p:cSld>
    <p:spTree>
      <p:nvGrpSpPr>
        <p:cNvPr id="108" name=""/>
        <p:cNvGrpSpPr/>
        <p:nvPr/>
      </p:nvGrpSpPr>
      <p:grpSpPr>
        <a:xfrm rot="0">
          <a:off x="0" y="0"/>
          <a:ext cx="0" cy="0"/>
          <a:chOff x="0" y="0"/>
          <a:chExt cx="0" cy="0"/>
        </a:xfrm>
      </p:grpSpPr>
      <p:sp>
        <p:nvSpPr>
          <p:cNvPr id="1048624"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25" name=""/>
          <p:cNvSpPr/>
          <p:nvPr>
            <p:ph sz="full" idx="1"/>
          </p:nvPr>
        </p:nvSpPr>
        <p:spPr>
          <a:xfrm rot="0">
            <a:off x="914400" y="1827212"/>
            <a:ext cx="7769225" cy="41148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Arial Narrow" pitchFamily="34" charset="0"/>
                <a:sym typeface="Verdana" pitchFamily="34" charset="0"/>
              </a:rPr>
              <a:t>By token of these definitions, when we mention a stereotype fallacy, we mean </a:t>
            </a:r>
            <a:r>
              <a:rPr altLang="en-US" baseline="0" b="0" sz="3200" i="1" lang="en-GB" u="none">
                <a:solidFill>
                  <a:srgbClr val="000000"/>
                </a:solidFill>
                <a:latin typeface="Arial Narrow" pitchFamily="34" charset="0"/>
                <a:sym typeface="Verdana" pitchFamily="34" charset="0"/>
              </a:rPr>
              <a:t>a particular kind of hasty generalisation and it refers to a fixed idea about characteristics of a particular group of people. </a:t>
            </a:r>
          </a:p>
        </p:txBody>
      </p:sp>
    </p:spTree>
  </p:cSld>
  <p:clrMapOvr>
    <a:masterClrMapping/>
  </p:clrMapOvr>
  <p:transition spd="fast" advClick="1">
    <p:comb dir="horz"/>
  </p:transition>
</p:sld>
</file>

<file path=ppt/slides/slide20.xml><?xml version="1.0" encoding="utf-8"?>
<p:sld xmlns:a="http://schemas.openxmlformats.org/drawingml/2006/main" xmlns:r="http://schemas.openxmlformats.org/officeDocument/2006/relationships" xmlns:p="http://schemas.openxmlformats.org/presentationml/2006/main" showMasterSp="1">
  <p:cSld>
    <p:spTree>
      <p:nvGrpSpPr>
        <p:cNvPr id="109" name=""/>
        <p:cNvGrpSpPr/>
        <p:nvPr/>
      </p:nvGrpSpPr>
      <p:grpSpPr>
        <a:xfrm rot="0">
          <a:off x="0" y="0"/>
          <a:ext cx="0" cy="0"/>
          <a:chOff x="0" y="0"/>
          <a:chExt cx="0" cy="0"/>
        </a:xfrm>
      </p:grpSpPr>
      <p:sp>
        <p:nvSpPr>
          <p:cNvPr id="1048626"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27" name=""/>
          <p:cNvSpPr/>
          <p:nvPr>
            <p:ph sz="full" idx="1"/>
          </p:nvPr>
        </p:nvSpPr>
        <p:spPr>
          <a:xfrm rot="0">
            <a:off x="838200" y="1676400"/>
            <a:ext cx="7845425" cy="45720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2800" lang="en-GB" u="none">
                <a:solidFill>
                  <a:srgbClr val="000000"/>
                </a:solidFill>
                <a:latin typeface="Franklin Gothic Book" pitchFamily="34" charset="0"/>
                <a:sym typeface="Verdana" pitchFamily="34" charset="0"/>
              </a:rPr>
              <a:t>In this fallacy, people ascribe individual characteristics to an entire group- thus, what one does or says as an individual is deemed as a representation of the entire group without considering individual differences or uniqueness of human beings. People often commit stereotype fallacies because of bias or prejudice</a:t>
            </a:r>
            <a:r>
              <a:rPr altLang="en-US" baseline="0" lang="en-US" u="none">
                <a:solidFill>
                  <a:srgbClr val="CDD7D9"/>
                </a:solidFill>
                <a:latin typeface="Franklin Gothic Book" pitchFamily="34" charset="0"/>
                <a:sym typeface="Verdana" pitchFamily="34" charset="0"/>
              </a:rPr>
              <a:t>.</a:t>
            </a:r>
          </a:p>
        </p:txBody>
      </p:sp>
    </p:spTree>
  </p:cSld>
  <p:clrMapOvr>
    <a:masterClrMapping/>
  </p:clrMapOvr>
  <p:transition spd="fast" advClick="1">
    <p:comb dir="horz"/>
  </p:transition>
</p:sld>
</file>

<file path=ppt/slides/slide21.xml><?xml version="1.0" encoding="utf-8"?>
<p:sld xmlns:a="http://schemas.openxmlformats.org/drawingml/2006/main" xmlns:r="http://schemas.openxmlformats.org/officeDocument/2006/relationships" xmlns:p="http://schemas.openxmlformats.org/presentationml/2006/main" showMasterSp="1">
  <p:cSld>
    <p:spTree>
      <p:nvGrpSpPr>
        <p:cNvPr id="110" name=""/>
        <p:cNvGrpSpPr/>
        <p:nvPr/>
      </p:nvGrpSpPr>
      <p:grpSpPr>
        <a:xfrm rot="0">
          <a:off x="0" y="0"/>
          <a:ext cx="0" cy="0"/>
          <a:chOff x="0" y="0"/>
          <a:chExt cx="0" cy="0"/>
        </a:xfrm>
      </p:grpSpPr>
      <p:sp>
        <p:nvSpPr>
          <p:cNvPr id="1048628"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29" name=""/>
          <p:cNvSpPr/>
          <p:nvPr>
            <p:ph sz="full" idx="1"/>
          </p:nvPr>
        </p:nvSpPr>
        <p:spPr>
          <a:xfrm rot="0">
            <a:off x="685800" y="1827212"/>
            <a:ext cx="8229600" cy="4573587"/>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Tx/>
              <a:buNone/>
            </a:pPr>
            <a:r>
              <a:rPr altLang="en-US" baseline="0" b="0" sz="2800" lang="en-GB" u="none">
                <a:solidFill>
                  <a:srgbClr val="000000"/>
                </a:solidFill>
                <a:latin typeface="Franklin Gothic Book" pitchFamily="34" charset="0"/>
                <a:sym typeface="Verdana" pitchFamily="34" charset="0"/>
              </a:rPr>
              <a:t>For example, someone who is a sexist might conclude that all women are unfit to fly jet fighters because one woman crashed one. </a:t>
            </a:r>
          </a:p>
          <a:p>
            <a:pPr algn="just" eaLnBrk="1" fontAlgn="base" hangingPunct="1" indent="-342900" latinLnBrk="1" lvl="0" marL="342900">
              <a:lnSpc>
                <a:spcPct val="100000"/>
              </a:lnSpc>
              <a:spcBef>
                <a:spcPts val="800"/>
              </a:spcBef>
              <a:spcAft>
                <a:spcPct val="0"/>
              </a:spcAft>
              <a:buSzPct val="100000"/>
              <a:buFontTx/>
              <a:buNone/>
            </a:pPr>
            <a:r>
              <a:rPr altLang="en-US" baseline="0" b="0" sz="2800" lang="en-GB" u="none">
                <a:solidFill>
                  <a:srgbClr val="000000"/>
                </a:solidFill>
                <a:latin typeface="Franklin Gothic Book" pitchFamily="34" charset="0"/>
                <a:sym typeface="Verdana" pitchFamily="34" charset="0"/>
              </a:rPr>
              <a:t>Henry a Lomwe Man who worked  for a certain company embezzled K200 000 and disappeared. Now everybody in that company goes about 	saying that Lomwe’s can’t be trusted.</a:t>
            </a:r>
          </a:p>
          <a:p>
            <a:pPr algn="just" eaLnBrk="1" fontAlgn="base" hangingPunct="1" indent="-342900" latinLnBrk="1" lvl="0" marL="342900">
              <a:lnSpc>
                <a:spcPct val="100000"/>
              </a:lnSpc>
              <a:spcBef>
                <a:spcPts val="800"/>
              </a:spcBef>
              <a:spcAft>
                <a:spcPct val="0"/>
              </a:spcAft>
              <a:buSzPct val="100000"/>
              <a:buFontTx/>
              <a:buNone/>
            </a:pPr>
            <a:endParaRPr altLang="en-US" baseline="0" b="0" sz="2800" lang="en-US" u="none">
              <a:solidFill>
                <a:srgbClr val="CDD7D9"/>
              </a:solidFill>
              <a:latin typeface="Franklin Gothic Book" pitchFamily="34" charset="0"/>
              <a:sym typeface="Verdana" pitchFamily="34" charset="0"/>
            </a:endParaRPr>
          </a:p>
          <a:p>
            <a:pPr algn="l" eaLnBrk="1" fontAlgn="base" hangingPunct="1" indent="-342900" latinLnBrk="1" lvl="0" marL="342900">
              <a:lnSpc>
                <a:spcPct val="100000"/>
              </a:lnSpc>
              <a:spcBef>
                <a:spcPts val="800"/>
              </a:spcBef>
              <a:spcAft>
                <a:spcPct val="0"/>
              </a:spcAft>
              <a:buSzPct val="100000"/>
              <a:buFontTx/>
              <a:buNone/>
            </a:pPr>
            <a:endParaRPr altLang="en-US" baseline="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22.xml><?xml version="1.0" encoding="utf-8"?>
<p:sld xmlns:a="http://schemas.openxmlformats.org/drawingml/2006/main" xmlns:r="http://schemas.openxmlformats.org/officeDocument/2006/relationships" xmlns:p="http://schemas.openxmlformats.org/presentationml/2006/main" showMasterSp="1">
  <p:cSld>
    <p:spTree>
      <p:nvGrpSpPr>
        <p:cNvPr id="111" name=""/>
        <p:cNvGrpSpPr/>
        <p:nvPr/>
      </p:nvGrpSpPr>
      <p:grpSpPr>
        <a:xfrm rot="0">
          <a:off x="0" y="0"/>
          <a:ext cx="0" cy="0"/>
          <a:chOff x="0" y="0"/>
          <a:chExt cx="0" cy="0"/>
        </a:xfrm>
      </p:grpSpPr>
      <p:sp>
        <p:nvSpPr>
          <p:cNvPr id="1048630"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31" name=""/>
          <p:cNvSpPr/>
          <p:nvPr>
            <p:ph sz="full" idx="1"/>
          </p:nvPr>
        </p:nvSpPr>
        <p:spPr>
          <a:xfrm rot="0">
            <a:off x="381000" y="1752600"/>
            <a:ext cx="8534400" cy="44958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2800" lang="en-GB" u="none">
                <a:solidFill>
                  <a:srgbClr val="000000"/>
                </a:solidFill>
                <a:latin typeface="Franklin Gothic Book" pitchFamily="34" charset="0"/>
                <a:sym typeface="Verdana" pitchFamily="34" charset="0"/>
              </a:rPr>
              <a:t>In this example, on the basis of one bad experience from one individual, it is an error to generalise about a whole group of people (the Lomwe). It may be that only Henry is not trustworthy and that most Lomwe’s are trustworthy. The correct thing is to see each person as in individual human being instead of dressing him or her in the evils committed by other individuals.</a:t>
            </a:r>
          </a:p>
          <a:p>
            <a:pPr algn="l" eaLnBrk="1" fontAlgn="base" hangingPunct="1" indent="-342900" latinLnBrk="1" lvl="0" marL="342900">
              <a:lnSpc>
                <a:spcPct val="100000"/>
              </a:lnSpc>
              <a:spcBef>
                <a:spcPts val="800"/>
              </a:spcBef>
              <a:spcAft>
                <a:spcPct val="0"/>
              </a:spcAft>
              <a:buSzPct val="100000"/>
              <a:buFontTx/>
              <a:buNone/>
            </a:pPr>
            <a:endParaRPr altLang="en-US" baseline="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23.xml><?xml version="1.0" encoding="utf-8"?>
<p:sld xmlns:a="http://schemas.openxmlformats.org/drawingml/2006/main" xmlns:r="http://schemas.openxmlformats.org/officeDocument/2006/relationships" xmlns:p="http://schemas.openxmlformats.org/presentationml/2006/main" showMasterSp="1">
  <p:cSld>
    <p:spTree>
      <p:nvGrpSpPr>
        <p:cNvPr id="112" name=""/>
        <p:cNvGrpSpPr/>
        <p:nvPr/>
      </p:nvGrpSpPr>
      <p:grpSpPr>
        <a:xfrm rot="0">
          <a:off x="0" y="0"/>
          <a:ext cx="0" cy="0"/>
          <a:chOff x="0" y="0"/>
          <a:chExt cx="0" cy="0"/>
        </a:xfrm>
      </p:grpSpPr>
      <p:sp>
        <p:nvSpPr>
          <p:cNvPr id="1048632"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33" name=""/>
          <p:cNvSpPr/>
          <p:nvPr>
            <p:ph sz="full" idx="1"/>
          </p:nvPr>
        </p:nvSpPr>
        <p:spPr>
          <a:xfrm rot="0">
            <a:off x="685800" y="1827212"/>
            <a:ext cx="7997825" cy="41148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Franklin Gothic Book" pitchFamily="34" charset="0"/>
                <a:sym typeface="Verdana" pitchFamily="34" charset="0"/>
              </a:rPr>
              <a:t>Let’s consider another example:</a:t>
            </a:r>
          </a:p>
          <a:p>
            <a:pPr algn="just"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Franklin Gothic Book" pitchFamily="34" charset="0"/>
                <a:sym typeface="Verdana" pitchFamily="34" charset="0"/>
              </a:rPr>
              <a:t>	I am not surprised by this news. Men are the same. They like chasing 	after skirts. </a:t>
            </a:r>
          </a:p>
          <a:p>
            <a:pPr algn="just"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Franklin Gothic Book" pitchFamily="34" charset="0"/>
                <a:sym typeface="Verdana" pitchFamily="34" charset="0"/>
              </a:rPr>
              <a:t>Here again, we see that all men are labelled skirt chasers yet there are some men who do not do this.</a:t>
            </a:r>
          </a:p>
          <a:p>
            <a:pPr algn="l" eaLnBrk="1" fontAlgn="base" hangingPunct="1" indent="-342900" latinLnBrk="1" lvl="0" marL="342900">
              <a:lnSpc>
                <a:spcPct val="100000"/>
              </a:lnSpc>
              <a:spcBef>
                <a:spcPts val="800"/>
              </a:spcBef>
              <a:spcAft>
                <a:spcPct val="0"/>
              </a:spcAft>
              <a:buSzPct val="100000"/>
              <a:buFontTx/>
              <a:buNone/>
            </a:pPr>
            <a:endParaRPr altLang="en-US" baseline="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24.xml><?xml version="1.0" encoding="utf-8"?>
<p:sld xmlns:a="http://schemas.openxmlformats.org/drawingml/2006/main" xmlns:r="http://schemas.openxmlformats.org/officeDocument/2006/relationships" xmlns:p="http://schemas.openxmlformats.org/presentationml/2006/main" showMasterSp="1">
  <p:cSld>
    <p:spTree>
      <p:nvGrpSpPr>
        <p:cNvPr id="113" name=""/>
        <p:cNvGrpSpPr/>
        <p:nvPr/>
      </p:nvGrpSpPr>
      <p:grpSpPr>
        <a:xfrm rot="0">
          <a:off x="0" y="0"/>
          <a:ext cx="0" cy="0"/>
          <a:chOff x="0" y="0"/>
          <a:chExt cx="0" cy="0"/>
        </a:xfrm>
      </p:grpSpPr>
      <p:sp>
        <p:nvSpPr>
          <p:cNvPr id="1048634"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35" name=""/>
          <p:cNvSpPr/>
          <p:nvPr>
            <p:ph sz="full" idx="1"/>
          </p:nvPr>
        </p:nvSpPr>
        <p:spPr>
          <a:xfrm rot="0">
            <a:off x="685800" y="1827212"/>
            <a:ext cx="7997825" cy="41148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Franklin Gothic Book" pitchFamily="34" charset="0"/>
                <a:sym typeface="Verdana" pitchFamily="34" charset="0"/>
              </a:rPr>
              <a:t>Another example:</a:t>
            </a:r>
          </a:p>
          <a:p>
            <a:pPr algn="just"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Franklin Gothic Book" pitchFamily="34" charset="0"/>
                <a:sym typeface="Verdana" pitchFamily="34" charset="0"/>
              </a:rPr>
              <a:t>My former boss was a Tumbuka. I tell you he was so nepotistic. All salary raises were only offered to Northerners and nothing was given to 	Southerners or Centrallers.  I will never work for a company headed by 	a Northerner.</a:t>
            </a:r>
          </a:p>
          <a:p>
            <a:pPr algn="l" eaLnBrk="1" fontAlgn="base" hangingPunct="1" indent="-342900" latinLnBrk="1" lvl="0" marL="342900">
              <a:lnSpc>
                <a:spcPct val="100000"/>
              </a:lnSpc>
              <a:spcBef>
                <a:spcPts val="800"/>
              </a:spcBef>
              <a:spcAft>
                <a:spcPct val="0"/>
              </a:spcAft>
              <a:buSzPct val="100000"/>
              <a:buFontTx/>
              <a:buNone/>
            </a:pPr>
            <a:endParaRPr altLang="en-US" baseline="0" sz="240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25.xml><?xml version="1.0" encoding="utf-8"?>
<p:sld xmlns:a="http://schemas.openxmlformats.org/drawingml/2006/main" xmlns:r="http://schemas.openxmlformats.org/officeDocument/2006/relationships" xmlns:p="http://schemas.openxmlformats.org/presentationml/2006/main" showMasterSp="1">
  <p:cSld>
    <p:spTree>
      <p:nvGrpSpPr>
        <p:cNvPr id="114" name=""/>
        <p:cNvGrpSpPr/>
        <p:nvPr/>
      </p:nvGrpSpPr>
      <p:grpSpPr>
        <a:xfrm rot="0">
          <a:off x="0" y="0"/>
          <a:ext cx="0" cy="0"/>
          <a:chOff x="0" y="0"/>
          <a:chExt cx="0" cy="0"/>
        </a:xfrm>
      </p:grpSpPr>
      <p:sp>
        <p:nvSpPr>
          <p:cNvPr id="1048636"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ctr" eaLnBrk="1" fontAlgn="base" hangingPunct="1" indent="0" latinLnBrk="1" lvl="0" marL="0">
              <a:lnSpc>
                <a:spcPct val="100000"/>
              </a:lnSpc>
              <a:spcBef>
                <a:spcPct val="0"/>
              </a:spcBef>
              <a:spcAft>
                <a:spcPct val="0"/>
              </a:spcAft>
              <a:buFontTx/>
              <a:buNone/>
            </a:pPr>
            <a:r>
              <a:rPr altLang="en-US" baseline="0" b="1" lang="en-US" u="none">
                <a:solidFill>
                  <a:srgbClr val="FF0000"/>
                </a:solidFill>
                <a:latin typeface="Franklin Gothic Medium" pitchFamily="34" charset="0"/>
                <a:sym typeface="Verdana" pitchFamily="34" charset="0"/>
              </a:rPr>
              <a:t>3</a:t>
            </a:r>
            <a:r>
              <a:rPr altLang="en-US" baseline="0" b="1" lang="en-US" u="none">
                <a:solidFill>
                  <a:srgbClr val="CDD7D9"/>
                </a:solidFill>
                <a:latin typeface="Franklin Gothic Medium" pitchFamily="34" charset="0"/>
                <a:sym typeface="Verdana" pitchFamily="34" charset="0"/>
              </a:rPr>
              <a:t>.	</a:t>
            </a:r>
            <a:r>
              <a:rPr altLang="en-US" baseline="0" b="1" lang="en-US" u="none">
                <a:solidFill>
                  <a:srgbClr val="FF0000"/>
                </a:solidFill>
                <a:latin typeface="Franklin Gothic Medium" pitchFamily="34" charset="0"/>
                <a:sym typeface="Verdana" pitchFamily="34" charset="0"/>
              </a:rPr>
              <a:t>DEPENDENCE ON UNQUALIFIED AUTHORITY</a:t>
            </a:r>
          </a:p>
        </p:txBody>
      </p:sp>
      <p:sp>
        <p:nvSpPr>
          <p:cNvPr id="1048637" name=""/>
          <p:cNvSpPr/>
          <p:nvPr>
            <p:ph sz="full" idx="1"/>
          </p:nvPr>
        </p:nvSpPr>
        <p:spPr>
          <a:xfrm rot="0">
            <a:off x="381000" y="1827212"/>
            <a:ext cx="8302625" cy="41148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Franklin Gothic Book" pitchFamily="34" charset="0"/>
                <a:sym typeface="Verdana" pitchFamily="34" charset="0"/>
              </a:rPr>
              <a:t>This fallacy is also is also called Dependence on unreliable authority. And it is an appeal to an authority when the reliability of the authority may reasonably be doubted.</a:t>
            </a:r>
          </a:p>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Franklin Gothic Book" pitchFamily="34" charset="0"/>
                <a:sym typeface="Verdana" pitchFamily="34" charset="0"/>
              </a:rPr>
              <a:t>These fallacies are common in advertising where celebrities who lack relevant expertise or authority endorse products.</a:t>
            </a:r>
          </a:p>
          <a:p>
            <a:pPr algn="l"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Franklin Gothic Book" pitchFamily="34" charset="0"/>
                <a:sym typeface="Verdana" pitchFamily="34" charset="0"/>
              </a:rPr>
              <a:t> </a:t>
            </a:r>
          </a:p>
          <a:p>
            <a:pPr algn="just" eaLnBrk="1" fontAlgn="base" hangingPunct="1" indent="-342900" latinLnBrk="1" lvl="0" marL="342900">
              <a:lnSpc>
                <a:spcPct val="100000"/>
              </a:lnSpc>
              <a:spcBef>
                <a:spcPts val="800"/>
              </a:spcBef>
              <a:spcAft>
                <a:spcPct val="0"/>
              </a:spcAft>
              <a:buSzPct val="100000"/>
              <a:buFont typeface="Wingdings" pitchFamily="2" charset="2"/>
              <a:buChar char="Ø"/>
            </a:pPr>
            <a:endParaRPr altLang="en-US" baseline="0" lang="en-US" u="none">
              <a:solidFill>
                <a:srgbClr val="CDD7D9"/>
              </a:solidFill>
              <a:latin typeface="Franklin Gothic Book" pitchFamily="34" charset="0"/>
              <a:sym typeface="Verdana" pitchFamily="34" charset="0"/>
            </a:endParaRPr>
          </a:p>
          <a:p>
            <a:pPr algn="l" eaLnBrk="1" fontAlgn="base" hangingPunct="1" indent="-342900" latinLnBrk="1" lvl="0" marL="342900">
              <a:lnSpc>
                <a:spcPct val="100000"/>
              </a:lnSpc>
              <a:spcBef>
                <a:spcPts val="800"/>
              </a:spcBef>
              <a:spcAft>
                <a:spcPct val="0"/>
              </a:spcAft>
              <a:buSzPct val="100000"/>
              <a:buFontTx/>
              <a:buNone/>
            </a:pPr>
            <a:endParaRPr altLang="en-US" baseline="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26.xml><?xml version="1.0" encoding="utf-8"?>
<p:sld xmlns:a="http://schemas.openxmlformats.org/drawingml/2006/main" xmlns:r="http://schemas.openxmlformats.org/officeDocument/2006/relationships" xmlns:p="http://schemas.openxmlformats.org/presentationml/2006/main" showMasterSp="1">
  <p:cSld>
    <p:spTree>
      <p:nvGrpSpPr>
        <p:cNvPr id="115" name=""/>
        <p:cNvGrpSpPr/>
        <p:nvPr/>
      </p:nvGrpSpPr>
      <p:grpSpPr>
        <a:xfrm rot="0">
          <a:off x="0" y="0"/>
          <a:ext cx="0" cy="0"/>
          <a:chOff x="0" y="0"/>
          <a:chExt cx="0" cy="0"/>
        </a:xfrm>
      </p:grpSpPr>
      <p:sp>
        <p:nvSpPr>
          <p:cNvPr id="1048638"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39" name=""/>
          <p:cNvSpPr/>
          <p:nvPr>
            <p:ph sz="full" idx="1"/>
          </p:nvPr>
        </p:nvSpPr>
        <p:spPr>
          <a:xfrm rot="0">
            <a:off x="381000" y="1447800"/>
            <a:ext cx="8534400" cy="48768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Franklin Gothic Book" pitchFamily="34" charset="0"/>
                <a:sym typeface="Verdana" pitchFamily="34" charset="0"/>
              </a:rPr>
              <a:t>A reliable or qualified authority is one who can be counted on, for most part, to provide correct information in a given area. And it is important to keep in mind that an appeal to reliable authority is generally appropriate. For example, when we cite encyclopaedias, dictionaries, text books, or maps, we make an appeal to the authority of experts.</a:t>
            </a:r>
          </a:p>
          <a:p>
            <a:pPr algn="l" eaLnBrk="1" fontAlgn="base" hangingPunct="1" indent="-342900" latinLnBrk="1" lvl="0" marL="342900">
              <a:lnSpc>
                <a:spcPct val="100000"/>
              </a:lnSpc>
              <a:spcBef>
                <a:spcPts val="800"/>
              </a:spcBef>
              <a:spcAft>
                <a:spcPct val="0"/>
              </a:spcAft>
              <a:buSzPct val="100000"/>
              <a:buFontTx/>
              <a:buNone/>
            </a:pPr>
            <a:endParaRPr altLang="en-US" baseline="0" sz="320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27.xml><?xml version="1.0" encoding="utf-8"?>
<p:sld xmlns:a="http://schemas.openxmlformats.org/drawingml/2006/main" xmlns:r="http://schemas.openxmlformats.org/officeDocument/2006/relationships" xmlns:p="http://schemas.openxmlformats.org/presentationml/2006/main" showMasterSp="1">
  <p:cSld>
    <p:spTree>
      <p:nvGrpSpPr>
        <p:cNvPr id="116" name=""/>
        <p:cNvGrpSpPr/>
        <p:nvPr/>
      </p:nvGrpSpPr>
      <p:grpSpPr>
        <a:xfrm rot="0">
          <a:off x="0" y="0"/>
          <a:ext cx="0" cy="0"/>
          <a:chOff x="0" y="0"/>
          <a:chExt cx="0" cy="0"/>
        </a:xfrm>
      </p:grpSpPr>
      <p:sp>
        <p:nvSpPr>
          <p:cNvPr id="1048640"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41" name=""/>
          <p:cNvSpPr/>
          <p:nvPr>
            <p:ph sz="full" idx="1"/>
          </p:nvPr>
        </p:nvSpPr>
        <p:spPr>
          <a:xfrm rot="0">
            <a:off x="838200" y="1827212"/>
            <a:ext cx="7845425" cy="41148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Franklin Gothic Book" pitchFamily="34" charset="0"/>
                <a:sym typeface="Verdana" pitchFamily="34" charset="0"/>
              </a:rPr>
              <a:t>Let’s now consider an example:</a:t>
            </a:r>
          </a:p>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Franklin Gothic Book" pitchFamily="34" charset="0"/>
                <a:sym typeface="Verdana" pitchFamily="34" charset="0"/>
              </a:rPr>
              <a:t>Miss Malawi, the beauty Queen says that BBC is a highly reputable private college, that produces qualified and disciplined individuals. So BBC is the place to send your son or daughter.</a:t>
            </a:r>
          </a:p>
          <a:p>
            <a:pPr algn="l" eaLnBrk="1" fontAlgn="base" hangingPunct="1" indent="-342900" latinLnBrk="1" lvl="0" marL="342900">
              <a:lnSpc>
                <a:spcPct val="100000"/>
              </a:lnSpc>
              <a:spcBef>
                <a:spcPts val="800"/>
              </a:spcBef>
              <a:spcAft>
                <a:spcPct val="0"/>
              </a:spcAft>
              <a:buSzPct val="100000"/>
              <a:buFontTx/>
              <a:buNone/>
            </a:pPr>
            <a:endParaRPr altLang="en-US" baseline="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28.xml><?xml version="1.0" encoding="utf-8"?>
<p:sld xmlns:a="http://schemas.openxmlformats.org/drawingml/2006/main" xmlns:r="http://schemas.openxmlformats.org/officeDocument/2006/relationships" xmlns:p="http://schemas.openxmlformats.org/presentationml/2006/main" showMasterSp="1">
  <p:cSld>
    <p:spTree>
      <p:nvGrpSpPr>
        <p:cNvPr id="117" name=""/>
        <p:cNvGrpSpPr/>
        <p:nvPr/>
      </p:nvGrpSpPr>
      <p:grpSpPr>
        <a:xfrm rot="0">
          <a:off x="0" y="0"/>
          <a:ext cx="0" cy="0"/>
          <a:chOff x="0" y="0"/>
          <a:chExt cx="0" cy="0"/>
        </a:xfrm>
      </p:grpSpPr>
      <p:sp>
        <p:nvSpPr>
          <p:cNvPr id="1048642"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43" name=""/>
          <p:cNvSpPr/>
          <p:nvPr>
            <p:ph sz="full" idx="1"/>
          </p:nvPr>
        </p:nvSpPr>
        <p:spPr>
          <a:xfrm rot="0">
            <a:off x="838200" y="1827212"/>
            <a:ext cx="7845425" cy="41148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Franklin Gothic Book" pitchFamily="34" charset="0"/>
                <a:sym typeface="Verdana" pitchFamily="34" charset="0"/>
              </a:rPr>
              <a:t>In the above example, Miss Malawi may be charming beautiful, but we need to know whether she is an expert in education, and the argument leaves us in a doubt on that point.</a:t>
            </a:r>
          </a:p>
          <a:p>
            <a:pPr algn="l" eaLnBrk="1" fontAlgn="base" hangingPunct="1" indent="-342900" latinLnBrk="1" lvl="0" marL="342900">
              <a:lnSpc>
                <a:spcPct val="100000"/>
              </a:lnSpc>
              <a:spcBef>
                <a:spcPts val="800"/>
              </a:spcBef>
              <a:spcAft>
                <a:spcPct val="0"/>
              </a:spcAft>
              <a:buSzPct val="100000"/>
              <a:buFontTx/>
              <a:buNone/>
            </a:pPr>
            <a:endParaRPr altLang="en-US" baseline="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29.xml><?xml version="1.0" encoding="utf-8"?>
<p:sld xmlns:a="http://schemas.openxmlformats.org/drawingml/2006/main" xmlns:r="http://schemas.openxmlformats.org/officeDocument/2006/relationships" xmlns:p="http://schemas.openxmlformats.org/presentationml/2006/main" showMasterSp="1">
  <p:cSld>
    <p:spTree>
      <p:nvGrpSpPr>
        <p:cNvPr id="118" name=""/>
        <p:cNvGrpSpPr/>
        <p:nvPr/>
      </p:nvGrpSpPr>
      <p:grpSpPr>
        <a:xfrm rot="0">
          <a:off x="0" y="0"/>
          <a:ext cx="0" cy="0"/>
          <a:chOff x="0" y="0"/>
          <a:chExt cx="0" cy="0"/>
        </a:xfrm>
      </p:grpSpPr>
      <p:sp>
        <p:nvSpPr>
          <p:cNvPr id="1048644"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r>
              <a:rPr altLang="en-US" baseline="0" b="1" sz="4000" lang="en-US" u="none">
                <a:solidFill>
                  <a:srgbClr val="FF0000"/>
                </a:solidFill>
                <a:latin typeface="Franklin Gothic Medium" pitchFamily="34" charset="0"/>
                <a:sym typeface="Verdana" pitchFamily="34" charset="0"/>
              </a:rPr>
              <a:t>4.	FALSE ANALOGY FALLACY</a:t>
            </a:r>
          </a:p>
        </p:txBody>
      </p:sp>
      <p:sp>
        <p:nvSpPr>
          <p:cNvPr id="1048645" name=""/>
          <p:cNvSpPr/>
          <p:nvPr>
            <p:ph sz="full" idx="1"/>
          </p:nvPr>
        </p:nvSpPr>
        <p:spPr>
          <a:xfrm rot="0">
            <a:off x="228600" y="1371600"/>
            <a:ext cx="8455025" cy="4570412"/>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Franklin Gothic Book" pitchFamily="34" charset="0"/>
                <a:sym typeface="Verdana" pitchFamily="34" charset="0"/>
              </a:rPr>
              <a:t>An analogy is a comparison done to show similarity in some respects. And a false analogy is a comparison in which two </a:t>
            </a:r>
            <a:r>
              <a:rPr altLang="en-US" baseline="0" b="0" sz="3200" i="1" lang="en-GB" u="none">
                <a:solidFill>
                  <a:srgbClr val="000000"/>
                </a:solidFill>
                <a:latin typeface="Franklin Gothic Book" pitchFamily="34" charset="0"/>
                <a:sym typeface="Verdana" pitchFamily="34" charset="0"/>
              </a:rPr>
              <a:t>dissimilar </a:t>
            </a:r>
            <a:r>
              <a:rPr altLang="en-US" baseline="0" b="0" sz="3200" lang="en-US" u="none">
                <a:solidFill>
                  <a:srgbClr val="000000"/>
                </a:solidFill>
                <a:latin typeface="Franklin Gothic Book" pitchFamily="34" charset="0"/>
                <a:sym typeface="Verdana" pitchFamily="34" charset="0"/>
              </a:rPr>
              <a:t>things are shown to have something in common. This is fallacy because the speaker or writer compares things that are apparently different therefore he or she is not reasonable in doing so.</a:t>
            </a:r>
          </a:p>
          <a:p>
            <a:pPr algn="l" eaLnBrk="1" fontAlgn="base" hangingPunct="1" indent="-342900" latinLnBrk="1" lvl="0" marL="342900">
              <a:lnSpc>
                <a:spcPct val="100000"/>
              </a:lnSpc>
              <a:spcBef>
                <a:spcPts val="800"/>
              </a:spcBef>
              <a:spcAft>
                <a:spcPct val="0"/>
              </a:spcAft>
              <a:buSzPct val="100000"/>
              <a:buFont typeface="Wingdings" pitchFamily="2" charset="2"/>
              <a:buChar char="Ø"/>
            </a:pPr>
            <a:endParaRPr altLang="en-US" baseline="0" sz="320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30.xml><?xml version="1.0" encoding="utf-8"?>
<p:sld xmlns:a="http://schemas.openxmlformats.org/drawingml/2006/main" xmlns:r="http://schemas.openxmlformats.org/officeDocument/2006/relationships" xmlns:p="http://schemas.openxmlformats.org/presentationml/2006/main" showMasterSp="1">
  <p:cSld>
    <p:spTree>
      <p:nvGrpSpPr>
        <p:cNvPr id="119" name=""/>
        <p:cNvGrpSpPr/>
        <p:nvPr/>
      </p:nvGrpSpPr>
      <p:grpSpPr>
        <a:xfrm rot="0">
          <a:off x="0" y="0"/>
          <a:ext cx="0" cy="0"/>
          <a:chOff x="0" y="0"/>
          <a:chExt cx="0" cy="0"/>
        </a:xfrm>
      </p:grpSpPr>
      <p:sp>
        <p:nvSpPr>
          <p:cNvPr id="1048646"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47" name=""/>
          <p:cNvSpPr/>
          <p:nvPr>
            <p:ph sz="full" idx="1"/>
          </p:nvPr>
        </p:nvSpPr>
        <p:spPr>
          <a:xfrm rot="0">
            <a:off x="304800" y="1295400"/>
            <a:ext cx="8534400" cy="46482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l"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Franklin Gothic Book" pitchFamily="34" charset="0"/>
                <a:sym typeface="Verdana" pitchFamily="34" charset="0"/>
              </a:rPr>
              <a:t>Let’s consider an example:</a:t>
            </a:r>
          </a:p>
          <a:p>
            <a:pPr algn="just"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Franklin Gothic Book" pitchFamily="34" charset="0"/>
                <a:sym typeface="Verdana" pitchFamily="34" charset="0"/>
              </a:rPr>
              <a:t>Being a parent is like having a full-time job. The responsibilities are enormous and doing a good job requires a tremendous amount of time, 	energy and expense. Therefore parents should be paid by the 	government 	for caring for their children.</a:t>
            </a:r>
          </a:p>
          <a:p>
            <a:pPr algn="l" eaLnBrk="1" fontAlgn="base" hangingPunct="1" indent="-342900" latinLnBrk="1" lvl="0" marL="342900">
              <a:lnSpc>
                <a:spcPct val="100000"/>
              </a:lnSpc>
              <a:spcBef>
                <a:spcPts val="800"/>
              </a:spcBef>
              <a:spcAft>
                <a:spcPct val="0"/>
              </a:spcAft>
              <a:buSzPct val="100000"/>
              <a:buFontTx/>
              <a:buNone/>
            </a:pPr>
            <a:endParaRPr altLang="en-US" baseline="0" sz="280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31.xml><?xml version="1.0" encoding="utf-8"?>
<p:sld xmlns:a="http://schemas.openxmlformats.org/drawingml/2006/main" xmlns:r="http://schemas.openxmlformats.org/officeDocument/2006/relationships" xmlns:p="http://schemas.openxmlformats.org/presentationml/2006/main" showMasterSp="1">
  <p:cSld>
    <p:spTree>
      <p:nvGrpSpPr>
        <p:cNvPr id="120" name=""/>
        <p:cNvGrpSpPr/>
        <p:nvPr/>
      </p:nvGrpSpPr>
      <p:grpSpPr>
        <a:xfrm rot="0">
          <a:off x="0" y="0"/>
          <a:ext cx="0" cy="0"/>
          <a:chOff x="0" y="0"/>
          <a:chExt cx="0" cy="0"/>
        </a:xfrm>
      </p:grpSpPr>
      <p:sp>
        <p:nvSpPr>
          <p:cNvPr id="1048648"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49" name=""/>
          <p:cNvSpPr/>
          <p:nvPr>
            <p:ph sz="full" idx="1"/>
          </p:nvPr>
        </p:nvSpPr>
        <p:spPr>
          <a:xfrm rot="0">
            <a:off x="381000" y="1600200"/>
            <a:ext cx="8302625" cy="4341812"/>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Franklin Gothic Book" pitchFamily="34" charset="0"/>
                <a:sym typeface="Verdana" pitchFamily="34" charset="0"/>
              </a:rPr>
              <a:t>This analogy makes a false comparison because being a parent is not like having a full-time job. One is hired for a full-time job and one can resign form a full-time job. Neither of these is true of being a parent.</a:t>
            </a:r>
          </a:p>
          <a:p>
            <a:pPr algn="l" eaLnBrk="1" fontAlgn="base" hangingPunct="1" indent="-342900" latinLnBrk="1" lvl="0" marL="342900">
              <a:lnSpc>
                <a:spcPct val="100000"/>
              </a:lnSpc>
              <a:spcBef>
                <a:spcPts val="800"/>
              </a:spcBef>
              <a:spcAft>
                <a:spcPct val="0"/>
              </a:spcAft>
              <a:buSzPct val="100000"/>
              <a:buFontTx/>
              <a:buNone/>
            </a:pPr>
            <a:endParaRPr altLang="en-US" baseline="0" b="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32.xml><?xml version="1.0" encoding="utf-8"?>
<p:sld xmlns:a="http://schemas.openxmlformats.org/drawingml/2006/main" xmlns:r="http://schemas.openxmlformats.org/officeDocument/2006/relationships" xmlns:p="http://schemas.openxmlformats.org/presentationml/2006/main" showMasterSp="1">
  <p:cSld>
    <p:spTree>
      <p:nvGrpSpPr>
        <p:cNvPr id="121" name=""/>
        <p:cNvGrpSpPr/>
        <p:nvPr/>
      </p:nvGrpSpPr>
      <p:grpSpPr>
        <a:xfrm rot="0">
          <a:off x="0" y="0"/>
          <a:ext cx="0" cy="0"/>
          <a:chOff x="0" y="0"/>
          <a:chExt cx="0" cy="0"/>
        </a:xfrm>
      </p:grpSpPr>
      <p:sp>
        <p:nvSpPr>
          <p:cNvPr id="1048650"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51" name=""/>
          <p:cNvSpPr/>
          <p:nvPr>
            <p:ph sz="full" idx="1"/>
          </p:nvPr>
        </p:nvSpPr>
        <p:spPr>
          <a:xfrm rot="0">
            <a:off x="914400" y="1827212"/>
            <a:ext cx="7769225" cy="41148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Franklin Gothic Book" pitchFamily="34" charset="0"/>
                <a:sym typeface="Verdana" pitchFamily="34" charset="0"/>
              </a:rPr>
              <a:t>Employers are nails. Just as nails must be hit in the head in order to make them work so must employees.</a:t>
            </a:r>
          </a:p>
          <a:p>
            <a:pPr algn="just"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Franklin Gothic Book" pitchFamily="34" charset="0"/>
                <a:sym typeface="Verdana" pitchFamily="34" charset="0"/>
              </a:rPr>
              <a:t>People are like dogs. They respond best to clear discipline.</a:t>
            </a:r>
          </a:p>
          <a:p>
            <a:pPr algn="l" eaLnBrk="1" fontAlgn="base" hangingPunct="1" indent="-342900" latinLnBrk="1" lvl="0" marL="342900">
              <a:lnSpc>
                <a:spcPct val="100000"/>
              </a:lnSpc>
              <a:spcBef>
                <a:spcPts val="800"/>
              </a:spcBef>
              <a:spcAft>
                <a:spcPct val="0"/>
              </a:spcAft>
              <a:buSzPct val="100000"/>
              <a:buFontTx/>
              <a:buNone/>
            </a:pPr>
            <a:endParaRPr altLang="en-US" baseline="0" sz="3200" lang="en-US" u="none">
              <a:solidFill>
                <a:srgbClr val="000000"/>
              </a:solidFill>
              <a:latin typeface="Franklin Gothic Book" pitchFamily="34" charset="0"/>
              <a:sym typeface="Verdana" pitchFamily="34" charset="0"/>
            </a:endParaRPr>
          </a:p>
          <a:p>
            <a:pPr algn="l" eaLnBrk="1" fontAlgn="base" hangingPunct="1" indent="-342900" latinLnBrk="1" lvl="0" marL="342900">
              <a:lnSpc>
                <a:spcPct val="100000"/>
              </a:lnSpc>
              <a:spcBef>
                <a:spcPts val="800"/>
              </a:spcBef>
              <a:spcAft>
                <a:spcPct val="0"/>
              </a:spcAft>
              <a:buSzPct val="100000"/>
              <a:buFontTx/>
              <a:buNone/>
            </a:pPr>
            <a:endParaRPr altLang="en-US" baseline="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33.xml><?xml version="1.0" encoding="utf-8"?>
<p:sld xmlns:a="http://schemas.openxmlformats.org/drawingml/2006/main" xmlns:r="http://schemas.openxmlformats.org/officeDocument/2006/relationships" xmlns:p="http://schemas.openxmlformats.org/presentationml/2006/main" showMasterSp="1">
  <p:cSld>
    <p:spTree>
      <p:nvGrpSpPr>
        <p:cNvPr id="122" name=""/>
        <p:cNvGrpSpPr/>
        <p:nvPr/>
      </p:nvGrpSpPr>
      <p:grpSpPr>
        <a:xfrm rot="0">
          <a:off x="0" y="0"/>
          <a:ext cx="0" cy="0"/>
          <a:chOff x="0" y="0"/>
          <a:chExt cx="0" cy="0"/>
        </a:xfrm>
      </p:grpSpPr>
      <p:sp>
        <p:nvSpPr>
          <p:cNvPr id="1048652"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53" name=""/>
          <p:cNvSpPr/>
          <p:nvPr>
            <p:ph sz="full" idx="1"/>
          </p:nvPr>
        </p:nvSpPr>
        <p:spPr>
          <a:xfrm rot="0">
            <a:off x="914400" y="1827212"/>
            <a:ext cx="7769225" cy="41148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600" lang="en-GB" u="none">
                <a:solidFill>
                  <a:srgbClr val="000000"/>
                </a:solidFill>
                <a:latin typeface="Franklin Gothic Book" pitchFamily="34" charset="0"/>
                <a:sym typeface="Verdana" pitchFamily="34" charset="0"/>
              </a:rPr>
              <a:t>The above examples are false analogies because you cannot compare a person with a dog neither can a nail be equated to human beings. </a:t>
            </a:r>
          </a:p>
          <a:p>
            <a:pPr algn="l" eaLnBrk="1" fontAlgn="base" hangingPunct="1" indent="-342900" latinLnBrk="1" lvl="0" marL="342900">
              <a:lnSpc>
                <a:spcPct val="100000"/>
              </a:lnSpc>
              <a:spcBef>
                <a:spcPts val="800"/>
              </a:spcBef>
              <a:spcAft>
                <a:spcPct val="0"/>
              </a:spcAft>
              <a:buSzPct val="100000"/>
              <a:buFontTx/>
              <a:buNone/>
            </a:pPr>
            <a:endParaRPr altLang="en-US" baseline="0" sz="360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34.xml><?xml version="1.0" encoding="utf-8"?>
<p:sld xmlns:a="http://schemas.openxmlformats.org/drawingml/2006/main" xmlns:r="http://schemas.openxmlformats.org/officeDocument/2006/relationships" xmlns:p="http://schemas.openxmlformats.org/presentationml/2006/main" showMasterSp="1">
  <p:cSld>
    <p:spTree>
      <p:nvGrpSpPr>
        <p:cNvPr id="123" name=""/>
        <p:cNvGrpSpPr/>
        <p:nvPr/>
      </p:nvGrpSpPr>
      <p:grpSpPr>
        <a:xfrm rot="0">
          <a:off x="0" y="0"/>
          <a:ext cx="0" cy="0"/>
          <a:chOff x="0" y="0"/>
          <a:chExt cx="0" cy="0"/>
        </a:xfrm>
      </p:grpSpPr>
      <p:sp>
        <p:nvSpPr>
          <p:cNvPr id="1048654"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r>
              <a:rPr altLang="en-US" baseline="0" b="1" lang="en-US" u="none">
                <a:solidFill>
                  <a:srgbClr val="FF0000"/>
                </a:solidFill>
                <a:latin typeface="Franklin Gothic Medium" pitchFamily="34" charset="0"/>
                <a:sym typeface="Verdana" pitchFamily="34" charset="0"/>
              </a:rPr>
              <a:t>5.	CAUSE AND EFFECT FALLACIES</a:t>
            </a:r>
          </a:p>
        </p:txBody>
      </p:sp>
      <p:sp>
        <p:nvSpPr>
          <p:cNvPr id="1048655" name=""/>
          <p:cNvSpPr/>
          <p:nvPr>
            <p:ph sz="full" idx="1"/>
          </p:nvPr>
        </p:nvSpPr>
        <p:spPr>
          <a:xfrm rot="0">
            <a:off x="457200" y="1524000"/>
            <a:ext cx="8226425" cy="4418012"/>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Franklin Gothic Book" pitchFamily="34" charset="0"/>
                <a:sym typeface="Verdana" pitchFamily="34" charset="0"/>
              </a:rPr>
              <a:t>A cause is </a:t>
            </a:r>
            <a:r>
              <a:rPr altLang="en-US" baseline="0" b="0" sz="3200" i="1" lang="en-GB" u="none">
                <a:solidFill>
                  <a:srgbClr val="000000"/>
                </a:solidFill>
                <a:latin typeface="Franklin Gothic Book" pitchFamily="34" charset="0"/>
                <a:sym typeface="Verdana" pitchFamily="34" charset="0"/>
              </a:rPr>
              <a:t>something that brings about some action or result. </a:t>
            </a:r>
            <a:r>
              <a:rPr altLang="en-US" baseline="0" b="0" sz="3200" lang="en-GB" u="none">
                <a:solidFill>
                  <a:srgbClr val="000000"/>
                </a:solidFill>
                <a:latin typeface="Franklin Gothic Book" pitchFamily="34" charset="0"/>
                <a:sym typeface="Verdana" pitchFamily="34" charset="0"/>
              </a:rPr>
              <a:t>On the other hand, an effect is </a:t>
            </a:r>
            <a:r>
              <a:rPr altLang="en-US" baseline="0" b="0" sz="3200" i="1" lang="en-GB" u="none">
                <a:solidFill>
                  <a:srgbClr val="000000"/>
                </a:solidFill>
                <a:latin typeface="Franklin Gothic Book" pitchFamily="34" charset="0"/>
                <a:sym typeface="Verdana" pitchFamily="34" charset="0"/>
              </a:rPr>
              <a:t>what happens as a result of the cause.</a:t>
            </a:r>
            <a:r>
              <a:rPr altLang="en-US" baseline="0" b="0" sz="3200" lang="en-GB" u="none">
                <a:solidFill>
                  <a:srgbClr val="000000"/>
                </a:solidFill>
                <a:latin typeface="Franklin Gothic Book" pitchFamily="34" charset="0"/>
                <a:sym typeface="Verdana" pitchFamily="34" charset="0"/>
              </a:rPr>
              <a:t> So when we talk about </a:t>
            </a:r>
            <a:r>
              <a:rPr altLang="en-US" baseline="0" b="0" sz="3200" i="1" lang="en-GB" u="none">
                <a:solidFill>
                  <a:srgbClr val="000000"/>
                </a:solidFill>
                <a:latin typeface="Franklin Gothic Book" pitchFamily="34" charset="0"/>
                <a:sym typeface="Verdana" pitchFamily="34" charset="0"/>
              </a:rPr>
              <a:t>cause</a:t>
            </a:r>
            <a:r>
              <a:rPr altLang="en-US" baseline="0" b="0" sz="3200" lang="en-GB" u="none">
                <a:solidFill>
                  <a:srgbClr val="000000"/>
                </a:solidFill>
                <a:latin typeface="Franklin Gothic Book" pitchFamily="34" charset="0"/>
                <a:sym typeface="Verdana" pitchFamily="34" charset="0"/>
              </a:rPr>
              <a:t> </a:t>
            </a:r>
            <a:r>
              <a:rPr altLang="en-US" baseline="0" b="0" sz="3200" i="1" lang="en-GB" u="none">
                <a:solidFill>
                  <a:srgbClr val="000000"/>
                </a:solidFill>
                <a:latin typeface="Franklin Gothic Book" pitchFamily="34" charset="0"/>
                <a:sym typeface="Verdana" pitchFamily="34" charset="0"/>
              </a:rPr>
              <a:t>and effect fallacies</a:t>
            </a:r>
            <a:r>
              <a:rPr altLang="en-US" baseline="0" b="0" sz="3200" lang="en-GB" u="none">
                <a:solidFill>
                  <a:srgbClr val="000000"/>
                </a:solidFill>
                <a:latin typeface="Franklin Gothic Book" pitchFamily="34" charset="0"/>
                <a:sym typeface="Verdana" pitchFamily="34" charset="0"/>
              </a:rPr>
              <a:t> also called </a:t>
            </a:r>
            <a:r>
              <a:rPr altLang="en-US" baseline="0" b="0" sz="3200" i="1" lang="en-GB" u="none">
                <a:solidFill>
                  <a:srgbClr val="000000"/>
                </a:solidFill>
                <a:latin typeface="Franklin Gothic Book" pitchFamily="34" charset="0"/>
                <a:sym typeface="Verdana" pitchFamily="34" charset="0"/>
              </a:rPr>
              <a:t>false cause fallacies</a:t>
            </a:r>
            <a:r>
              <a:rPr altLang="en-US" baseline="0" b="0" sz="3200" lang="en-US" u="none">
                <a:solidFill>
                  <a:srgbClr val="000000"/>
                </a:solidFill>
                <a:latin typeface="Franklin Gothic Book" pitchFamily="34" charset="0"/>
                <a:sym typeface="Verdana" pitchFamily="34" charset="0"/>
              </a:rPr>
              <a:t> we mean unsound reasoning in which one thing is held to cause another. </a:t>
            </a:r>
          </a:p>
        </p:txBody>
      </p:sp>
    </p:spTree>
  </p:cSld>
  <p:clrMapOvr>
    <a:masterClrMapping/>
  </p:clrMapOvr>
  <p:transition spd="fast" advClick="1">
    <p:comb dir="horz"/>
  </p:transition>
</p:sld>
</file>

<file path=ppt/slides/slide35.xml><?xml version="1.0" encoding="utf-8"?>
<p:sld xmlns:a="http://schemas.openxmlformats.org/drawingml/2006/main" xmlns:r="http://schemas.openxmlformats.org/officeDocument/2006/relationships" xmlns:p="http://schemas.openxmlformats.org/presentationml/2006/main" showMasterSp="1">
  <p:cSld>
    <p:spTree>
      <p:nvGrpSpPr>
        <p:cNvPr id="124" name=""/>
        <p:cNvGrpSpPr/>
        <p:nvPr/>
      </p:nvGrpSpPr>
      <p:grpSpPr>
        <a:xfrm rot="0">
          <a:off x="0" y="0"/>
          <a:ext cx="0" cy="0"/>
          <a:chOff x="0" y="0"/>
          <a:chExt cx="0" cy="0"/>
        </a:xfrm>
      </p:grpSpPr>
      <p:sp>
        <p:nvSpPr>
          <p:cNvPr id="1048656"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57" name=""/>
          <p:cNvSpPr/>
          <p:nvPr>
            <p:ph sz="full" idx="1"/>
          </p:nvPr>
        </p:nvSpPr>
        <p:spPr>
          <a:xfrm rot="0">
            <a:off x="762000" y="1676400"/>
            <a:ext cx="7921625" cy="44958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Franklin Gothic Book" pitchFamily="34" charset="0"/>
                <a:sym typeface="Verdana" pitchFamily="34" charset="0"/>
              </a:rPr>
              <a:t>They occur when one possible cause of a phenomenon is assumed to be a (or the) cause although reasons are lacking for excluding other possible causes. Cause and effect fallacies also entail unsound reasoning where one thing is believed to be the cause or solution of a complex problem. </a:t>
            </a:r>
          </a:p>
          <a:p>
            <a:pPr algn="l" eaLnBrk="1" fontAlgn="base" hangingPunct="1" indent="-342900" latinLnBrk="1" lvl="0" marL="342900">
              <a:lnSpc>
                <a:spcPct val="100000"/>
              </a:lnSpc>
              <a:spcBef>
                <a:spcPts val="800"/>
              </a:spcBef>
              <a:spcAft>
                <a:spcPct val="0"/>
              </a:spcAft>
              <a:buSzPct val="100000"/>
              <a:buFontTx/>
              <a:buNone/>
            </a:pPr>
            <a:r>
              <a:rPr altLang="en-US" baseline="0" sz="3200" lang="en-GB" u="none">
                <a:solidFill>
                  <a:srgbClr val="000000"/>
                </a:solidFill>
                <a:latin typeface="Franklin Gothic Book" pitchFamily="34" charset="0"/>
                <a:sym typeface="Verdana" pitchFamily="34" charset="0"/>
              </a:rPr>
              <a:t> </a:t>
            </a:r>
          </a:p>
          <a:p>
            <a:pPr algn="l" eaLnBrk="1" fontAlgn="base" hangingPunct="1" indent="-342900" latinLnBrk="1" lvl="0" marL="342900">
              <a:lnSpc>
                <a:spcPct val="100000"/>
              </a:lnSpc>
              <a:spcBef>
                <a:spcPts val="800"/>
              </a:spcBef>
              <a:spcAft>
                <a:spcPct val="0"/>
              </a:spcAft>
              <a:buSzPct val="100000"/>
              <a:buFontTx/>
              <a:buNone/>
            </a:pPr>
            <a:endParaRPr altLang="en-US" baseline="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36.xml><?xml version="1.0" encoding="utf-8"?>
<p:sld xmlns:a="http://schemas.openxmlformats.org/drawingml/2006/main" xmlns:r="http://schemas.openxmlformats.org/officeDocument/2006/relationships" xmlns:p="http://schemas.openxmlformats.org/presentationml/2006/main" showMasterSp="1">
  <p:cSld>
    <p:spTree>
      <p:nvGrpSpPr>
        <p:cNvPr id="125" name=""/>
        <p:cNvGrpSpPr/>
        <p:nvPr/>
      </p:nvGrpSpPr>
      <p:grpSpPr>
        <a:xfrm rot="0">
          <a:off x="0" y="0"/>
          <a:ext cx="0" cy="0"/>
          <a:chOff x="0" y="0"/>
          <a:chExt cx="0" cy="0"/>
        </a:xfrm>
      </p:grpSpPr>
      <p:sp>
        <p:nvSpPr>
          <p:cNvPr id="1048658"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59" name=""/>
          <p:cNvSpPr/>
          <p:nvPr>
            <p:ph sz="full" idx="1"/>
          </p:nvPr>
        </p:nvSpPr>
        <p:spPr>
          <a:xfrm rot="0">
            <a:off x="822325" y="1100137"/>
            <a:ext cx="7521575" cy="3579812"/>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l"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Franklin Gothic Book" pitchFamily="34" charset="0"/>
                <a:sym typeface="Verdana" pitchFamily="34" charset="0"/>
              </a:rPr>
              <a:t>These fallacies are divided into two namely:	</a:t>
            </a:r>
          </a:p>
          <a:p>
            <a:pPr algn="l"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Franklin Gothic Book" pitchFamily="34" charset="0"/>
                <a:sym typeface="Verdana" pitchFamily="34" charset="0"/>
              </a:rPr>
              <a:t>		i) post hoc fallacy</a:t>
            </a:r>
          </a:p>
          <a:p>
            <a:pPr algn="l"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Franklin Gothic Book" pitchFamily="34" charset="0"/>
                <a:sym typeface="Verdana" pitchFamily="34" charset="0"/>
              </a:rPr>
              <a:t>		ii) only-cause fallacy</a:t>
            </a:r>
          </a:p>
          <a:p>
            <a:pPr algn="l" eaLnBrk="1" fontAlgn="base" hangingPunct="1" indent="-342900" latinLnBrk="1" lvl="0" marL="342900">
              <a:lnSpc>
                <a:spcPct val="100000"/>
              </a:lnSpc>
              <a:spcBef>
                <a:spcPts val="800"/>
              </a:spcBef>
              <a:spcAft>
                <a:spcPct val="0"/>
              </a:spcAft>
              <a:buSzPct val="100000"/>
              <a:buFontTx/>
              <a:buNone/>
            </a:pPr>
            <a:endParaRPr altLang="en-US" baseline="0" sz="320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37.xml><?xml version="1.0" encoding="utf-8"?>
<p:sld xmlns:a="http://schemas.openxmlformats.org/drawingml/2006/main" xmlns:r="http://schemas.openxmlformats.org/officeDocument/2006/relationships" xmlns:p="http://schemas.openxmlformats.org/presentationml/2006/main" showMasterSp="1">
  <p:cSld>
    <p:spTree>
      <p:nvGrpSpPr>
        <p:cNvPr id="126" name=""/>
        <p:cNvGrpSpPr/>
        <p:nvPr/>
      </p:nvGrpSpPr>
      <p:grpSpPr>
        <a:xfrm rot="0">
          <a:off x="0" y="0"/>
          <a:ext cx="0" cy="0"/>
          <a:chOff x="0" y="0"/>
          <a:chExt cx="0" cy="0"/>
        </a:xfrm>
      </p:grpSpPr>
      <p:sp>
        <p:nvSpPr>
          <p:cNvPr id="1048660"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r>
              <a:rPr altLang="en-US" baseline="0" b="1" lang="en-US" u="none">
                <a:solidFill>
                  <a:srgbClr val="FF0000"/>
                </a:solidFill>
                <a:latin typeface="Franklin Gothic Medium" pitchFamily="34" charset="0"/>
                <a:sym typeface="Verdana" pitchFamily="34" charset="0"/>
              </a:rPr>
              <a:t>I) POST HOC FALLACY</a:t>
            </a:r>
          </a:p>
        </p:txBody>
      </p:sp>
      <p:sp>
        <p:nvSpPr>
          <p:cNvPr id="1048661" name=""/>
          <p:cNvSpPr/>
          <p:nvPr>
            <p:ph sz="full" idx="1"/>
          </p:nvPr>
        </p:nvSpPr>
        <p:spPr>
          <a:xfrm rot="0">
            <a:off x="838200" y="1827212"/>
            <a:ext cx="8001000" cy="41148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Franklin Gothic Book" pitchFamily="34" charset="0"/>
                <a:sym typeface="Verdana" pitchFamily="34" charset="0"/>
              </a:rPr>
              <a:t>This fallacy is called </a:t>
            </a:r>
            <a:r>
              <a:rPr altLang="en-US" baseline="0" b="0" sz="3200" i="1" lang="en-GB" u="none">
                <a:solidFill>
                  <a:srgbClr val="000000"/>
                </a:solidFill>
                <a:latin typeface="Franklin Gothic Book" pitchFamily="34" charset="0"/>
                <a:sym typeface="Verdana" pitchFamily="34" charset="0"/>
              </a:rPr>
              <a:t>ergo propter hoc </a:t>
            </a:r>
            <a:r>
              <a:rPr altLang="en-US" baseline="0" b="0" sz="3200" lang="en-GB" u="none">
                <a:solidFill>
                  <a:srgbClr val="000000"/>
                </a:solidFill>
                <a:latin typeface="Franklin Gothic Book" pitchFamily="34" charset="0"/>
                <a:sym typeface="Verdana" pitchFamily="34" charset="0"/>
              </a:rPr>
              <a:t>which means </a:t>
            </a:r>
            <a:r>
              <a:rPr altLang="en-US" baseline="0" b="0" sz="3200" i="1" lang="en-GB" u="none">
                <a:solidFill>
                  <a:srgbClr val="000000"/>
                </a:solidFill>
                <a:latin typeface="Franklin Gothic Book" pitchFamily="34" charset="0"/>
                <a:sym typeface="Verdana" pitchFamily="34" charset="0"/>
              </a:rPr>
              <a:t>after this, therefore or because of </a:t>
            </a:r>
            <a:r>
              <a:rPr altLang="en-US" baseline="0" b="0" sz="3200" lang="en-US" u="none">
                <a:solidFill>
                  <a:srgbClr val="000000"/>
                </a:solidFill>
                <a:latin typeface="Franklin Gothic Book" pitchFamily="34" charset="0"/>
                <a:sym typeface="Verdana" pitchFamily="34" charset="0"/>
              </a:rPr>
              <a:t>and is based on coincidence.  It occurs when a person assumes that one event must cause another just because the events occur together or follow each other. </a:t>
            </a:r>
          </a:p>
        </p:txBody>
      </p:sp>
    </p:spTree>
  </p:cSld>
  <p:clrMapOvr>
    <a:masterClrMapping/>
  </p:clrMapOvr>
  <p:transition spd="fast" advClick="1">
    <p:comb dir="horz"/>
  </p:transition>
</p:sld>
</file>

<file path=ppt/slides/slide38.xml><?xml version="1.0" encoding="utf-8"?>
<p:sld xmlns:a="http://schemas.openxmlformats.org/drawingml/2006/main" xmlns:r="http://schemas.openxmlformats.org/officeDocument/2006/relationships" xmlns:p="http://schemas.openxmlformats.org/presentationml/2006/main" showMasterSp="1">
  <p:cSld>
    <p:spTree>
      <p:nvGrpSpPr>
        <p:cNvPr id="127" name=""/>
        <p:cNvGrpSpPr/>
        <p:nvPr/>
      </p:nvGrpSpPr>
      <p:grpSpPr>
        <a:xfrm rot="0">
          <a:off x="0" y="0"/>
          <a:ext cx="0" cy="0"/>
          <a:chOff x="0" y="0"/>
          <a:chExt cx="0" cy="0"/>
        </a:xfrm>
      </p:grpSpPr>
      <p:sp>
        <p:nvSpPr>
          <p:cNvPr id="1048662"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63" name=""/>
          <p:cNvSpPr/>
          <p:nvPr>
            <p:ph sz="full" idx="1"/>
          </p:nvPr>
        </p:nvSpPr>
        <p:spPr>
          <a:xfrm rot="0">
            <a:off x="457200" y="1827212"/>
            <a:ext cx="8226425" cy="41148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2800" lang="en-GB" u="none">
                <a:solidFill>
                  <a:srgbClr val="000000"/>
                </a:solidFill>
                <a:latin typeface="Franklin Gothic Book" pitchFamily="34" charset="0"/>
                <a:sym typeface="Verdana" pitchFamily="34" charset="0"/>
              </a:rPr>
              <a:t>The fact that one thing happened soon after or at the same time as another does not mean the first thing was the cause of the second thing. It was just a coincidence. The general idea behind this fallacy is that it is an error in reasoning to conclude that one thing causes another simply because the two are associated on a regular basis</a:t>
            </a:r>
            <a:r>
              <a:rPr altLang="en-US" baseline="0" lang="en-US" u="none">
                <a:solidFill>
                  <a:srgbClr val="CDD7D9"/>
                </a:solidFill>
                <a:latin typeface="Franklin Gothic Book" pitchFamily="34" charset="0"/>
                <a:sym typeface="Verdana" pitchFamily="34" charset="0"/>
              </a:rPr>
              <a:t>.</a:t>
            </a:r>
          </a:p>
        </p:txBody>
      </p:sp>
    </p:spTree>
  </p:cSld>
  <p:clrMapOvr>
    <a:masterClrMapping/>
  </p:clrMapOvr>
  <p:transition spd="fast" advClick="1">
    <p:comb dir="horz"/>
  </p:transition>
</p:sld>
</file>

<file path=ppt/slides/slide39.xml><?xml version="1.0" encoding="utf-8"?>
<p:sld xmlns:a="http://schemas.openxmlformats.org/drawingml/2006/main" xmlns:r="http://schemas.openxmlformats.org/officeDocument/2006/relationships" xmlns:p="http://schemas.openxmlformats.org/presentationml/2006/main" showMasterSp="1">
  <p:cSld>
    <p:spTree>
      <p:nvGrpSpPr>
        <p:cNvPr id="128" name=""/>
        <p:cNvGrpSpPr/>
        <p:nvPr/>
      </p:nvGrpSpPr>
      <p:grpSpPr>
        <a:xfrm rot="0">
          <a:off x="0" y="0"/>
          <a:ext cx="0" cy="0"/>
          <a:chOff x="0" y="0"/>
          <a:chExt cx="0" cy="0"/>
        </a:xfrm>
      </p:grpSpPr>
      <p:sp>
        <p:nvSpPr>
          <p:cNvPr id="1048664"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65" name=""/>
          <p:cNvSpPr/>
          <p:nvPr>
            <p:ph sz="full" idx="1"/>
          </p:nvPr>
        </p:nvSpPr>
        <p:spPr>
          <a:xfrm rot="0">
            <a:off x="990600" y="1827212"/>
            <a:ext cx="7693025" cy="41148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Franklin Gothic Book" pitchFamily="34" charset="0"/>
                <a:sym typeface="Verdana" pitchFamily="34" charset="0"/>
              </a:rPr>
              <a:t>More formally, this fallacy involves drawing the conclusion A is the cause of B simply because A  and B are in regular conjunction. The mistake being made is that the causal conclusion is being drawn without adequate justification</a:t>
            </a:r>
            <a:r>
              <a:rPr altLang="en-US" baseline="0" sz="3200" lang="en-US" u="none">
                <a:solidFill>
                  <a:srgbClr val="000000"/>
                </a:solidFill>
                <a:latin typeface="Franklin Gothic Book" pitchFamily="34" charset="0"/>
                <a:sym typeface="Verdana" pitchFamily="34" charset="0"/>
              </a:rPr>
              <a:t>.</a:t>
            </a:r>
          </a:p>
          <a:p>
            <a:pPr algn="l" eaLnBrk="1" fontAlgn="base" hangingPunct="1" indent="-342900" latinLnBrk="1" lvl="0" marL="342900">
              <a:lnSpc>
                <a:spcPct val="100000"/>
              </a:lnSpc>
              <a:spcBef>
                <a:spcPts val="800"/>
              </a:spcBef>
              <a:spcAft>
                <a:spcPct val="0"/>
              </a:spcAft>
              <a:buSzPct val="100000"/>
              <a:buFontTx/>
              <a:buNone/>
            </a:pPr>
            <a:r>
              <a:rPr altLang="en-US" baseline="0" lang="en-GB" u="none">
                <a:solidFill>
                  <a:srgbClr val="000000"/>
                </a:solidFill>
                <a:latin typeface="Franklin Gothic Book" pitchFamily="34" charset="0"/>
                <a:sym typeface="Verdana" pitchFamily="34" charset="0"/>
              </a:rPr>
              <a:t> </a:t>
            </a:r>
          </a:p>
          <a:p>
            <a:pPr algn="l" eaLnBrk="1" fontAlgn="base" hangingPunct="1" indent="-342900" latinLnBrk="1" lvl="0" marL="342900">
              <a:lnSpc>
                <a:spcPct val="100000"/>
              </a:lnSpc>
              <a:spcBef>
                <a:spcPts val="800"/>
              </a:spcBef>
              <a:spcAft>
                <a:spcPct val="0"/>
              </a:spcAft>
              <a:buSzPct val="100000"/>
              <a:buFontTx/>
              <a:buNone/>
            </a:pPr>
            <a:endParaRPr altLang="en-US" baseline="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40.xml><?xml version="1.0" encoding="utf-8"?>
<p:sld xmlns:a="http://schemas.openxmlformats.org/drawingml/2006/main" xmlns:r="http://schemas.openxmlformats.org/officeDocument/2006/relationships" xmlns:p="http://schemas.openxmlformats.org/presentationml/2006/main" showMasterSp="1">
  <p:cSld>
    <p:spTree>
      <p:nvGrpSpPr>
        <p:cNvPr id="129" name=""/>
        <p:cNvGrpSpPr/>
        <p:nvPr/>
      </p:nvGrpSpPr>
      <p:grpSpPr>
        <a:xfrm rot="0">
          <a:off x="0" y="0"/>
          <a:ext cx="0" cy="0"/>
          <a:chOff x="0" y="0"/>
          <a:chExt cx="0" cy="0"/>
        </a:xfrm>
      </p:grpSpPr>
      <p:sp>
        <p:nvSpPr>
          <p:cNvPr id="1048666"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67" name=""/>
          <p:cNvSpPr/>
          <p:nvPr>
            <p:ph sz="full" idx="1"/>
          </p:nvPr>
        </p:nvSpPr>
        <p:spPr>
          <a:xfrm rot="0">
            <a:off x="762000" y="1827212"/>
            <a:ext cx="7921625" cy="41148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Tx/>
              <a:buNone/>
            </a:pPr>
            <a:r>
              <a:rPr altLang="en-US" baseline="0" b="0" sz="2800" lang="en-GB" u="none">
                <a:solidFill>
                  <a:srgbClr val="000000"/>
                </a:solidFill>
                <a:latin typeface="Franklin Gothic Book" pitchFamily="34" charset="0"/>
                <a:sym typeface="Verdana" pitchFamily="34" charset="0"/>
              </a:rPr>
              <a:t>For example:</a:t>
            </a:r>
          </a:p>
          <a:p>
            <a:pPr algn="just" eaLnBrk="1" fontAlgn="base" hangingPunct="1" indent="-342900" latinLnBrk="1" lvl="0" marL="342900">
              <a:lnSpc>
                <a:spcPct val="100000"/>
              </a:lnSpc>
              <a:spcBef>
                <a:spcPts val="800"/>
              </a:spcBef>
              <a:spcAft>
                <a:spcPct val="0"/>
              </a:spcAft>
              <a:buSzPct val="100000"/>
              <a:buFontTx/>
              <a:buNone/>
            </a:pPr>
            <a:r>
              <a:rPr altLang="en-US" baseline="0" b="0" sz="2800" lang="en-GB" u="none">
                <a:solidFill>
                  <a:srgbClr val="000000"/>
                </a:solidFill>
                <a:latin typeface="Franklin Gothic Book" pitchFamily="34" charset="0"/>
                <a:sym typeface="Verdana" pitchFamily="34" charset="0"/>
              </a:rPr>
              <a:t>Evidence:	Yesterday morning I ate chips with </a:t>
            </a:r>
            <a:r>
              <a:rPr altLang="en-US" baseline="0" b="0" sz="2800" i="1" lang="en-GB" u="none">
                <a:solidFill>
                  <a:srgbClr val="000000"/>
                </a:solidFill>
                <a:latin typeface="Franklin Gothic Book" pitchFamily="34" charset="0"/>
                <a:sym typeface="Verdana" pitchFamily="34" charset="0"/>
              </a:rPr>
              <a:t>chambo</a:t>
            </a:r>
            <a:r>
              <a:rPr altLang="en-US" baseline="0" b="0" sz="2800" lang="en-US" u="none">
                <a:solidFill>
                  <a:srgbClr val="000000"/>
                </a:solidFill>
                <a:latin typeface="Franklin Gothic Book" pitchFamily="34" charset="0"/>
                <a:sym typeface="Verdana" pitchFamily="34" charset="0"/>
              </a:rPr>
              <a:t> for breakfast</a:t>
            </a:r>
          </a:p>
          <a:p>
            <a:pPr algn="just" eaLnBrk="1" fontAlgn="base" hangingPunct="1" indent="-342900" latinLnBrk="1" lvl="0" marL="342900">
              <a:lnSpc>
                <a:spcPct val="100000"/>
              </a:lnSpc>
              <a:spcBef>
                <a:spcPts val="800"/>
              </a:spcBef>
              <a:spcAft>
                <a:spcPct val="0"/>
              </a:spcAft>
              <a:buSzPct val="100000"/>
              <a:buFontTx/>
              <a:buNone/>
            </a:pPr>
            <a:r>
              <a:rPr altLang="en-US" baseline="0" b="0" sz="2800" lang="en-GB" u="none">
                <a:solidFill>
                  <a:srgbClr val="000000"/>
                </a:solidFill>
                <a:latin typeface="Franklin Gothic Book" pitchFamily="34" charset="0"/>
                <a:sym typeface="Verdana" pitchFamily="34" charset="0"/>
              </a:rPr>
              <a:t>Yesterday afternoon I passed my biology test</a:t>
            </a:r>
          </a:p>
          <a:p>
            <a:pPr algn="just" eaLnBrk="1" fontAlgn="base" hangingPunct="1" indent="-342900" latinLnBrk="1" lvl="0" marL="342900">
              <a:lnSpc>
                <a:spcPct val="100000"/>
              </a:lnSpc>
              <a:spcBef>
                <a:spcPts val="800"/>
              </a:spcBef>
              <a:spcAft>
                <a:spcPct val="0"/>
              </a:spcAft>
              <a:buSzPct val="100000"/>
              <a:buFontTx/>
              <a:buNone/>
            </a:pPr>
            <a:r>
              <a:rPr altLang="en-US" baseline="0" b="0" sz="2800" lang="en-GB" u="none">
                <a:solidFill>
                  <a:srgbClr val="000000"/>
                </a:solidFill>
                <a:latin typeface="Franklin Gothic Book" pitchFamily="34" charset="0"/>
                <a:sym typeface="Verdana" pitchFamily="34" charset="0"/>
              </a:rPr>
              <a:t>Conclusion:	I passed my biology test because I had eaten chips with </a:t>
            </a:r>
            <a:r>
              <a:rPr altLang="en-US" baseline="0" b="0" sz="2800" i="1" lang="en-GB" u="none">
                <a:solidFill>
                  <a:srgbClr val="000000"/>
                </a:solidFill>
                <a:latin typeface="Franklin Gothic Book" pitchFamily="34" charset="0"/>
                <a:sym typeface="Verdana" pitchFamily="34" charset="0"/>
              </a:rPr>
              <a:t>chambo</a:t>
            </a:r>
          </a:p>
          <a:p>
            <a:pPr algn="l" eaLnBrk="1" fontAlgn="base" hangingPunct="1" indent="-342900" latinLnBrk="1" lvl="0" marL="342900">
              <a:lnSpc>
                <a:spcPct val="100000"/>
              </a:lnSpc>
              <a:spcBef>
                <a:spcPts val="800"/>
              </a:spcBef>
              <a:spcAft>
                <a:spcPct val="0"/>
              </a:spcAft>
              <a:buSzPct val="100000"/>
              <a:buFontTx/>
              <a:buNone/>
            </a:pPr>
            <a:endParaRPr altLang="en-US" baseline="0" sz="280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41.xml><?xml version="1.0" encoding="utf-8"?>
<p:sld xmlns:a="http://schemas.openxmlformats.org/drawingml/2006/main" xmlns:r="http://schemas.openxmlformats.org/officeDocument/2006/relationships" xmlns:p="http://schemas.openxmlformats.org/presentationml/2006/main" showMasterSp="1">
  <p:cSld>
    <p:spTree>
      <p:nvGrpSpPr>
        <p:cNvPr id="130" name=""/>
        <p:cNvGrpSpPr/>
        <p:nvPr/>
      </p:nvGrpSpPr>
      <p:grpSpPr>
        <a:xfrm rot="0">
          <a:off x="0" y="0"/>
          <a:ext cx="0" cy="0"/>
          <a:chOff x="0" y="0"/>
          <a:chExt cx="0" cy="0"/>
        </a:xfrm>
      </p:grpSpPr>
      <p:sp>
        <p:nvSpPr>
          <p:cNvPr id="1048668"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69" name=""/>
          <p:cNvSpPr/>
          <p:nvPr>
            <p:ph sz="full" idx="1"/>
          </p:nvPr>
        </p:nvSpPr>
        <p:spPr>
          <a:xfrm rot="0">
            <a:off x="152400" y="1143000"/>
            <a:ext cx="8763000" cy="57150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2800" lang="en-GB" u="none">
                <a:solidFill>
                  <a:srgbClr val="000000"/>
                </a:solidFill>
                <a:latin typeface="Franklin Gothic Book" pitchFamily="34" charset="0"/>
                <a:sym typeface="Verdana" pitchFamily="34" charset="0"/>
              </a:rPr>
              <a:t>It is wrong to assume that chips with chambo makes one pass exams. It needs scientists to establish the correlation. Scientists know that it takes careful experimenting to establish a cause-effect relationship. So whenever you see something attributed as a cause, make sure that the cause-effect relationship has been reliably and thoroughly established and that you are not witnessing a post hoc fallacy, which is based on coincidence</a:t>
            </a:r>
            <a:r>
              <a:rPr altLang="en-US" baseline="0" b="0" sz="2400" lang="en-US" u="none">
                <a:solidFill>
                  <a:srgbClr val="000000"/>
                </a:solidFill>
                <a:latin typeface="Franklin Gothic Book" pitchFamily="34" charset="0"/>
                <a:sym typeface="Verdana" pitchFamily="34" charset="0"/>
              </a:rPr>
              <a:t>.</a:t>
            </a:r>
          </a:p>
          <a:p>
            <a:pPr algn="l" eaLnBrk="1" fontAlgn="base" hangingPunct="1" indent="-342900" latinLnBrk="1" lvl="0" marL="342900">
              <a:lnSpc>
                <a:spcPct val="100000"/>
              </a:lnSpc>
              <a:spcBef>
                <a:spcPts val="800"/>
              </a:spcBef>
              <a:spcAft>
                <a:spcPct val="0"/>
              </a:spcAft>
              <a:buSzPct val="100000"/>
              <a:buFontTx/>
              <a:buNone/>
            </a:pPr>
            <a:endParaRPr altLang="en-US" baseline="0" b="0" sz="240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42.xml><?xml version="1.0" encoding="utf-8"?>
<p:sld xmlns:a="http://schemas.openxmlformats.org/drawingml/2006/main" xmlns:r="http://schemas.openxmlformats.org/officeDocument/2006/relationships" xmlns:p="http://schemas.openxmlformats.org/presentationml/2006/main" showMasterSp="1">
  <p:cSld>
    <p:spTree>
      <p:nvGrpSpPr>
        <p:cNvPr id="131" name=""/>
        <p:cNvGrpSpPr/>
        <p:nvPr/>
      </p:nvGrpSpPr>
      <p:grpSpPr>
        <a:xfrm rot="0">
          <a:off x="0" y="0"/>
          <a:ext cx="0" cy="0"/>
          <a:chOff x="0" y="0"/>
          <a:chExt cx="0" cy="0"/>
        </a:xfrm>
      </p:grpSpPr>
      <p:sp>
        <p:nvSpPr>
          <p:cNvPr id="1048670"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r>
              <a:rPr altLang="en-US" baseline="0" b="1" lang="en-US" u="none">
                <a:solidFill>
                  <a:srgbClr val="FF0000"/>
                </a:solidFill>
                <a:latin typeface="Franklin Gothic Medium" pitchFamily="34" charset="0"/>
                <a:sym typeface="Verdana" pitchFamily="34" charset="0"/>
              </a:rPr>
              <a:t>II)	ONLY-CAUSE FALLACY</a:t>
            </a:r>
          </a:p>
        </p:txBody>
      </p:sp>
      <p:sp>
        <p:nvSpPr>
          <p:cNvPr id="1048671" name=""/>
          <p:cNvSpPr/>
          <p:nvPr>
            <p:ph sz="full" idx="1"/>
          </p:nvPr>
        </p:nvSpPr>
        <p:spPr>
          <a:xfrm rot="0">
            <a:off x="304800" y="1295400"/>
            <a:ext cx="8610600" cy="4646612"/>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Franklin Gothic Book" pitchFamily="34" charset="0"/>
                <a:sym typeface="Verdana" pitchFamily="34" charset="0"/>
              </a:rPr>
              <a:t>This is also known as </a:t>
            </a:r>
            <a:r>
              <a:rPr altLang="en-US" baseline="0" b="0" sz="3200" i="1" lang="en-GB" u="none">
                <a:solidFill>
                  <a:srgbClr val="000000"/>
                </a:solidFill>
                <a:latin typeface="Franklin Gothic Book" pitchFamily="34" charset="0"/>
                <a:sym typeface="Verdana" pitchFamily="34" charset="0"/>
              </a:rPr>
              <a:t>joint effect</a:t>
            </a:r>
            <a:r>
              <a:rPr altLang="en-US" baseline="0" b="0" sz="3200" lang="en-GB" u="none">
                <a:solidFill>
                  <a:srgbClr val="000000"/>
                </a:solidFill>
                <a:latin typeface="Franklin Gothic Book" pitchFamily="34" charset="0"/>
                <a:sym typeface="Verdana" pitchFamily="34" charset="0"/>
              </a:rPr>
              <a:t> or </a:t>
            </a:r>
            <a:r>
              <a:rPr altLang="en-US" baseline="0" b="0" sz="3200" i="1" lang="en-GB" u="none">
                <a:solidFill>
                  <a:srgbClr val="000000"/>
                </a:solidFill>
                <a:latin typeface="Franklin Gothic Book" pitchFamily="34" charset="0"/>
                <a:sym typeface="Verdana" pitchFamily="34" charset="0"/>
              </a:rPr>
              <a:t>causal oversimplification fallacy.</a:t>
            </a:r>
            <a:r>
              <a:rPr altLang="en-US" baseline="0" b="0" sz="3200" lang="en-US" u="none">
                <a:solidFill>
                  <a:srgbClr val="000000"/>
                </a:solidFill>
                <a:latin typeface="Franklin Gothic Book" pitchFamily="34" charset="0"/>
                <a:sym typeface="Verdana" pitchFamily="34" charset="0"/>
              </a:rPr>
              <a:t> It is a logical fallacy of causation that occurs when it is assumed that there is one simple cause of an outcome when in reality it may be caused by of causes- both independently or jointly. The fallacy also occurs when one claims to have a simple solution to a complex issue.</a:t>
            </a:r>
          </a:p>
        </p:txBody>
      </p:sp>
    </p:spTree>
  </p:cSld>
  <p:clrMapOvr>
    <a:masterClrMapping/>
  </p:clrMapOvr>
  <p:transition spd="fast" advClick="1">
    <p:comb dir="horz"/>
  </p:transition>
</p:sld>
</file>

<file path=ppt/slides/slide43.xml><?xml version="1.0" encoding="utf-8"?>
<p:sld xmlns:a="http://schemas.openxmlformats.org/drawingml/2006/main" xmlns:r="http://schemas.openxmlformats.org/officeDocument/2006/relationships" xmlns:p="http://schemas.openxmlformats.org/presentationml/2006/main" showMasterSp="1">
  <p:cSld>
    <p:spTree>
      <p:nvGrpSpPr>
        <p:cNvPr id="132" name=""/>
        <p:cNvGrpSpPr/>
        <p:nvPr/>
      </p:nvGrpSpPr>
      <p:grpSpPr>
        <a:xfrm rot="0">
          <a:off x="0" y="0"/>
          <a:ext cx="0" cy="0"/>
          <a:chOff x="0" y="0"/>
          <a:chExt cx="0" cy="0"/>
        </a:xfrm>
      </p:grpSpPr>
      <p:sp>
        <p:nvSpPr>
          <p:cNvPr id="1048672"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73" name=""/>
          <p:cNvSpPr/>
          <p:nvPr>
            <p:ph sz="full" idx="1"/>
          </p:nvPr>
        </p:nvSpPr>
        <p:spPr>
          <a:xfrm rot="0">
            <a:off x="533400" y="1600200"/>
            <a:ext cx="8458200" cy="4341812"/>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l" eaLnBrk="1" fontAlgn="base" hangingPunct="1" indent="-342900" latinLnBrk="1" lvl="0" marL="342900">
              <a:lnSpc>
                <a:spcPct val="100000"/>
              </a:lnSpc>
              <a:spcBef>
                <a:spcPts val="800"/>
              </a:spcBef>
              <a:spcAft>
                <a:spcPct val="0"/>
              </a:spcAft>
              <a:buSzPct val="100000"/>
              <a:buFontTx/>
              <a:buNone/>
            </a:pPr>
            <a:r>
              <a:rPr altLang="en-US" baseline="0" b="0" sz="2800" lang="en-GB" u="none">
                <a:solidFill>
                  <a:srgbClr val="000000"/>
                </a:solidFill>
                <a:latin typeface="Franklin Gothic Book" pitchFamily="34" charset="0"/>
                <a:sym typeface="Verdana" pitchFamily="34" charset="0"/>
              </a:rPr>
              <a:t>For example:</a:t>
            </a:r>
          </a:p>
          <a:p>
            <a:pPr algn="just" eaLnBrk="1" fontAlgn="base" hangingPunct="1" indent="-342900" latinLnBrk="1" lvl="0" marL="342900">
              <a:lnSpc>
                <a:spcPct val="100000"/>
              </a:lnSpc>
              <a:spcBef>
                <a:spcPts val="800"/>
              </a:spcBef>
              <a:spcAft>
                <a:spcPct val="0"/>
              </a:spcAft>
              <a:buSzPct val="100000"/>
              <a:buFontTx/>
              <a:buNone/>
            </a:pPr>
            <a:r>
              <a:rPr altLang="en-US" baseline="0" b="0" sz="2800" lang="en-GB" u="none">
                <a:solidFill>
                  <a:srgbClr val="000000"/>
                </a:solidFill>
                <a:latin typeface="Franklin Gothic Book" pitchFamily="34" charset="0"/>
                <a:sym typeface="Verdana" pitchFamily="34" charset="0"/>
              </a:rPr>
              <a:t>Often after a tragedy it is asked “what was the cause of this?” Such language implies that there is one cause when instead there were a large 	number of contributing factors. However having produced a list of 	several contributing factors, it may be worthwhile to look for the 	strongest of the factors, or a single factor underlying several of them. </a:t>
            </a:r>
          </a:p>
          <a:p>
            <a:pPr algn="l" eaLnBrk="1" fontAlgn="base" hangingPunct="1" indent="-342900" latinLnBrk="1" lvl="0" marL="342900">
              <a:lnSpc>
                <a:spcPct val="100000"/>
              </a:lnSpc>
              <a:spcBef>
                <a:spcPts val="800"/>
              </a:spcBef>
              <a:spcAft>
                <a:spcPct val="0"/>
              </a:spcAft>
              <a:buSzPct val="100000"/>
              <a:buFontTx/>
              <a:buNone/>
            </a:pPr>
            <a:endParaRPr altLang="en-US" baseline="0" b="0" sz="280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44.xml><?xml version="1.0" encoding="utf-8"?>
<p:sld xmlns:a="http://schemas.openxmlformats.org/drawingml/2006/main" xmlns:r="http://schemas.openxmlformats.org/officeDocument/2006/relationships" xmlns:p="http://schemas.openxmlformats.org/presentationml/2006/main" showMasterSp="1">
  <p:cSld>
    <p:spTree>
      <p:nvGrpSpPr>
        <p:cNvPr id="133" name=""/>
        <p:cNvGrpSpPr/>
        <p:nvPr/>
      </p:nvGrpSpPr>
      <p:grpSpPr>
        <a:xfrm rot="0">
          <a:off x="0" y="0"/>
          <a:ext cx="0" cy="0"/>
          <a:chOff x="0" y="0"/>
          <a:chExt cx="0" cy="0"/>
        </a:xfrm>
      </p:grpSpPr>
      <p:sp>
        <p:nvSpPr>
          <p:cNvPr id="1048674"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75" name=""/>
          <p:cNvSpPr/>
          <p:nvPr>
            <p:ph sz="full" idx="1"/>
          </p:nvPr>
        </p:nvSpPr>
        <p:spPr>
          <a:xfrm rot="0">
            <a:off x="990600" y="1827212"/>
            <a:ext cx="7693025" cy="41148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Franklin Gothic Book" pitchFamily="34" charset="0"/>
                <a:sym typeface="Verdana" pitchFamily="34" charset="0"/>
              </a:rPr>
              <a:t>Another example would be saying that a </a:t>
            </a:r>
            <a:r>
              <a:rPr altLang="en-US" baseline="0" b="0" sz="3200" i="1" lang="en-GB" u="none">
                <a:solidFill>
                  <a:srgbClr val="000000"/>
                </a:solidFill>
                <a:latin typeface="Franklin Gothic Book" pitchFamily="34" charset="0"/>
                <a:sym typeface="Verdana" pitchFamily="34" charset="0"/>
              </a:rPr>
              <a:t>single thing </a:t>
            </a:r>
            <a:r>
              <a:rPr altLang="en-US" baseline="0" b="0" sz="3200" lang="en-US" u="none">
                <a:solidFill>
                  <a:srgbClr val="000000"/>
                </a:solidFill>
                <a:latin typeface="Franklin Gothic Book" pitchFamily="34" charset="0"/>
                <a:sym typeface="Verdana" pitchFamily="34" charset="0"/>
              </a:rPr>
              <a:t>causes wars, crimes, and economic problems because all these can be caused by different things.</a:t>
            </a:r>
          </a:p>
          <a:p>
            <a:pPr algn="l"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Franklin Gothic Book" pitchFamily="34" charset="0"/>
                <a:sym typeface="Verdana" pitchFamily="34" charset="0"/>
              </a:rPr>
              <a:t> </a:t>
            </a:r>
          </a:p>
          <a:p>
            <a:pPr algn="l" eaLnBrk="1" fontAlgn="base" hangingPunct="1" indent="-342900" latinLnBrk="1" lvl="0" marL="342900">
              <a:lnSpc>
                <a:spcPct val="100000"/>
              </a:lnSpc>
              <a:spcBef>
                <a:spcPts val="800"/>
              </a:spcBef>
              <a:spcAft>
                <a:spcPct val="0"/>
              </a:spcAft>
              <a:buSzPct val="100000"/>
              <a:buFontTx/>
              <a:buNone/>
            </a:pPr>
            <a:endParaRPr altLang="en-US" baseline="0" sz="320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45.xml><?xml version="1.0" encoding="utf-8"?>
<p:sld xmlns:a="http://schemas.openxmlformats.org/drawingml/2006/main" xmlns:r="http://schemas.openxmlformats.org/officeDocument/2006/relationships" xmlns:p="http://schemas.openxmlformats.org/presentationml/2006/main" showMasterSp="1">
  <p:cSld>
    <p:spTree>
      <p:nvGrpSpPr>
        <p:cNvPr id="134" name=""/>
        <p:cNvGrpSpPr/>
        <p:nvPr/>
      </p:nvGrpSpPr>
      <p:grpSpPr>
        <a:xfrm rot="0">
          <a:off x="0" y="0"/>
          <a:ext cx="0" cy="0"/>
          <a:chOff x="0" y="0"/>
          <a:chExt cx="0" cy="0"/>
        </a:xfrm>
      </p:grpSpPr>
      <p:sp>
        <p:nvSpPr>
          <p:cNvPr id="1048676"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r>
              <a:rPr altLang="en-US" baseline="0" b="1" lang="en-US" u="none">
                <a:solidFill>
                  <a:srgbClr val="FF0000"/>
                </a:solidFill>
                <a:latin typeface="Franklin Gothic Medium" pitchFamily="34" charset="0"/>
                <a:sym typeface="Verdana" pitchFamily="34" charset="0"/>
              </a:rPr>
              <a:t>6. BEGGING THE QUESTION FALLACY</a:t>
            </a:r>
            <a:r>
              <a:rPr altLang="en-US" baseline="0" b="1" lang="en-US" u="none">
                <a:solidFill>
                  <a:srgbClr val="CDD7D9"/>
                </a:solidFill>
                <a:latin typeface="Franklin Gothic Medium" pitchFamily="34" charset="0"/>
                <a:sym typeface="Verdana" pitchFamily="34" charset="0"/>
              </a:rPr>
              <a:t>	</a:t>
            </a:r>
          </a:p>
        </p:txBody>
      </p:sp>
      <p:sp>
        <p:nvSpPr>
          <p:cNvPr id="1048677" name=""/>
          <p:cNvSpPr/>
          <p:nvPr>
            <p:ph sz="full" idx="1"/>
          </p:nvPr>
        </p:nvSpPr>
        <p:spPr>
          <a:xfrm rot="0">
            <a:off x="685800" y="1371600"/>
            <a:ext cx="7997825" cy="4570412"/>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2800" lang="en-GB" u="none">
                <a:solidFill>
                  <a:srgbClr val="000000"/>
                </a:solidFill>
                <a:latin typeface="Franklin Gothic Book" pitchFamily="34" charset="0"/>
                <a:sym typeface="Verdana" pitchFamily="34" charset="0"/>
              </a:rPr>
              <a:t>This fallacy is also known as </a:t>
            </a:r>
            <a:r>
              <a:rPr altLang="en-US" baseline="0" b="0" sz="2800" i="1" lang="en-GB" u="none">
                <a:solidFill>
                  <a:srgbClr val="000000"/>
                </a:solidFill>
                <a:latin typeface="Franklin Gothic Book" pitchFamily="34" charset="0"/>
                <a:sym typeface="Verdana" pitchFamily="34" charset="0"/>
              </a:rPr>
              <a:t>Circular Reasoning, Reasoning in a Circle, Petitio Pricipii </a:t>
            </a:r>
            <a:r>
              <a:rPr altLang="en-US" baseline="0" b="0" sz="2800" lang="en-GB" u="none">
                <a:solidFill>
                  <a:srgbClr val="000000"/>
                </a:solidFill>
                <a:latin typeface="Franklin Gothic Book" pitchFamily="34" charset="0"/>
                <a:sym typeface="Verdana" pitchFamily="34" charset="0"/>
              </a:rPr>
              <a:t>or </a:t>
            </a:r>
            <a:r>
              <a:rPr altLang="en-US" baseline="0" b="0" sz="2800" i="1" lang="en-GB" u="none">
                <a:solidFill>
                  <a:srgbClr val="000000"/>
                </a:solidFill>
                <a:latin typeface="Franklin Gothic Book" pitchFamily="34" charset="0"/>
                <a:sym typeface="Verdana" pitchFamily="34" charset="0"/>
              </a:rPr>
              <a:t>Vicious Circle fallacy.</a:t>
            </a:r>
          </a:p>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2800" lang="en-GB" u="none">
                <a:solidFill>
                  <a:srgbClr val="000000"/>
                </a:solidFill>
                <a:latin typeface="Franklin Gothic Book" pitchFamily="34" charset="0"/>
                <a:sym typeface="Verdana" pitchFamily="34" charset="0"/>
              </a:rPr>
              <a:t> "Begging the question" is a form of logical fallacy in which a statement or claim is assumed to be true without evidence other than the statement or claim itself. </a:t>
            </a:r>
          </a:p>
          <a:p>
            <a:pPr algn="l" eaLnBrk="1" fontAlgn="base" hangingPunct="1" indent="-342900" latinLnBrk="1" lvl="0" marL="342900">
              <a:lnSpc>
                <a:spcPct val="100000"/>
              </a:lnSpc>
              <a:spcBef>
                <a:spcPts val="800"/>
              </a:spcBef>
              <a:spcAft>
                <a:spcPct val="0"/>
              </a:spcAft>
              <a:buSzPct val="100000"/>
              <a:buFontTx/>
              <a:buNone/>
            </a:pPr>
            <a:endParaRPr altLang="en-US" baseline="0" sz="280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46.xml><?xml version="1.0" encoding="utf-8"?>
<p:sld xmlns:a="http://schemas.openxmlformats.org/drawingml/2006/main" xmlns:r="http://schemas.openxmlformats.org/officeDocument/2006/relationships" xmlns:p="http://schemas.openxmlformats.org/presentationml/2006/main" showMasterSp="1">
  <p:cSld>
    <p:spTree>
      <p:nvGrpSpPr>
        <p:cNvPr id="135" name=""/>
        <p:cNvGrpSpPr/>
        <p:nvPr/>
      </p:nvGrpSpPr>
      <p:grpSpPr>
        <a:xfrm rot="0">
          <a:off x="0" y="0"/>
          <a:ext cx="0" cy="0"/>
          <a:chOff x="0" y="0"/>
          <a:chExt cx="0" cy="0"/>
        </a:xfrm>
      </p:grpSpPr>
      <p:sp>
        <p:nvSpPr>
          <p:cNvPr id="1048678"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79" name=""/>
          <p:cNvSpPr/>
          <p:nvPr>
            <p:ph sz="full" idx="1"/>
          </p:nvPr>
        </p:nvSpPr>
        <p:spPr>
          <a:xfrm rot="0">
            <a:off x="457200" y="1371600"/>
            <a:ext cx="8458200" cy="4570412"/>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2800" lang="en-GB" u="none">
                <a:solidFill>
                  <a:srgbClr val="000000"/>
                </a:solidFill>
                <a:latin typeface="Franklin Gothic Book" pitchFamily="34" charset="0"/>
                <a:sym typeface="Verdana" pitchFamily="34" charset="0"/>
              </a:rPr>
              <a:t>When one begs the question, the initial assumption of a statement is treated as already proven without any logic to show why the statement is true in the first place. It does not give reasons to support the truthfulness of the conclusion. Instead the conclusion is merely a rephrasing of the initial statement.  An argument begs the question when it assumes the point to be proved without providing a proof.</a:t>
            </a:r>
          </a:p>
          <a:p>
            <a:pPr algn="l" eaLnBrk="1" fontAlgn="base" hangingPunct="1" indent="-342900" latinLnBrk="1" lvl="0" marL="342900">
              <a:lnSpc>
                <a:spcPct val="100000"/>
              </a:lnSpc>
              <a:spcBef>
                <a:spcPts val="800"/>
              </a:spcBef>
              <a:spcAft>
                <a:spcPct val="0"/>
              </a:spcAft>
              <a:buSzPct val="100000"/>
              <a:buFontTx/>
              <a:buNone/>
            </a:pPr>
            <a:endParaRPr altLang="en-US" baseline="0" b="0" sz="280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47.xml><?xml version="1.0" encoding="utf-8"?>
<p:sld xmlns:a="http://schemas.openxmlformats.org/drawingml/2006/main" xmlns:r="http://schemas.openxmlformats.org/officeDocument/2006/relationships" xmlns:p="http://schemas.openxmlformats.org/presentationml/2006/main" showMasterSp="1">
  <p:cSld>
    <p:spTree>
      <p:nvGrpSpPr>
        <p:cNvPr id="136" name=""/>
        <p:cNvGrpSpPr/>
        <p:nvPr/>
      </p:nvGrpSpPr>
      <p:grpSpPr>
        <a:xfrm rot="0">
          <a:off x="0" y="0"/>
          <a:ext cx="0" cy="0"/>
          <a:chOff x="0" y="0"/>
          <a:chExt cx="0" cy="0"/>
        </a:xfrm>
      </p:grpSpPr>
      <p:sp>
        <p:nvSpPr>
          <p:cNvPr id="1048680"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81" name=""/>
          <p:cNvSpPr/>
          <p:nvPr>
            <p:ph sz="full" idx="1"/>
          </p:nvPr>
        </p:nvSpPr>
        <p:spPr>
          <a:xfrm rot="0">
            <a:off x="152400" y="1143000"/>
            <a:ext cx="8763000" cy="54102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Tx/>
              <a:buNone/>
            </a:pPr>
            <a:r>
              <a:rPr altLang="en-US" baseline="0" b="0" sz="2800" lang="en-GB" u="none">
                <a:solidFill>
                  <a:srgbClr val="000000"/>
                </a:solidFill>
                <a:latin typeface="Franklin Gothic Book" pitchFamily="34" charset="0"/>
                <a:sym typeface="Verdana" pitchFamily="34" charset="0"/>
              </a:rPr>
              <a:t>What is it Not?</a:t>
            </a:r>
          </a:p>
          <a:p>
            <a:pPr algn="just" eaLnBrk="1" fontAlgn="base" hangingPunct="1" indent="-342900" latinLnBrk="1" lvl="0" marL="342900">
              <a:lnSpc>
                <a:spcPct val="100000"/>
              </a:lnSpc>
              <a:spcBef>
                <a:spcPts val="800"/>
              </a:spcBef>
              <a:spcAft>
                <a:spcPct val="0"/>
              </a:spcAft>
              <a:buSzPct val="100000"/>
              <a:buFontTx/>
              <a:buNone/>
            </a:pPr>
            <a:r>
              <a:rPr altLang="en-US" baseline="0" b="0" sz="2800" lang="en-GB" u="none">
                <a:solidFill>
                  <a:srgbClr val="000000"/>
                </a:solidFill>
                <a:latin typeface="Franklin Gothic Book" pitchFamily="34" charset="0"/>
                <a:sym typeface="Verdana" pitchFamily="34" charset="0"/>
              </a:rPr>
              <a:t>To beg the question does </a:t>
            </a:r>
            <a:r>
              <a:rPr altLang="en-US" baseline="0" b="0" sz="2800" i="1" lang="en-GB" u="none">
                <a:solidFill>
                  <a:srgbClr val="000000"/>
                </a:solidFill>
                <a:latin typeface="Franklin Gothic Book" pitchFamily="34" charset="0"/>
                <a:sym typeface="Verdana" pitchFamily="34" charset="0"/>
              </a:rPr>
              <a:t>not</a:t>
            </a:r>
            <a:r>
              <a:rPr altLang="en-US" baseline="0" b="0" sz="2800" lang="en-US" u="none">
                <a:solidFill>
                  <a:srgbClr val="000000"/>
                </a:solidFill>
                <a:latin typeface="Franklin Gothic Book" pitchFamily="34" charset="0"/>
                <a:sym typeface="Verdana" pitchFamily="34" charset="0"/>
              </a:rPr>
              <a:t> mean "to raise the question." (e.g. "It begs the question, why is he so dumb?") This is a common error of usage made by those who mistake the word "question" in the phrase to refer to a literal question. So never make a mistake of thinking that beg the question fallacy raises questions. It just fallacy which give you conclusions based on assumptions or inadequate proofs.</a:t>
            </a:r>
          </a:p>
          <a:p>
            <a:pPr algn="l" eaLnBrk="1" fontAlgn="base" hangingPunct="1" indent="-342900" latinLnBrk="1" lvl="0" marL="342900">
              <a:lnSpc>
                <a:spcPct val="100000"/>
              </a:lnSpc>
              <a:spcBef>
                <a:spcPts val="800"/>
              </a:spcBef>
              <a:spcAft>
                <a:spcPct val="0"/>
              </a:spcAft>
              <a:buSzPct val="100000"/>
              <a:buFontTx/>
              <a:buNone/>
            </a:pPr>
            <a:endParaRPr altLang="en-US" baseline="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48.xml><?xml version="1.0" encoding="utf-8"?>
<p:sld xmlns:a="http://schemas.openxmlformats.org/drawingml/2006/main" xmlns:r="http://schemas.openxmlformats.org/officeDocument/2006/relationships" xmlns:p="http://schemas.openxmlformats.org/presentationml/2006/main" showMasterSp="1">
  <p:cSld>
    <p:spTree>
      <p:nvGrpSpPr>
        <p:cNvPr id="137" name=""/>
        <p:cNvGrpSpPr/>
        <p:nvPr/>
      </p:nvGrpSpPr>
      <p:grpSpPr>
        <a:xfrm rot="0">
          <a:off x="0" y="0"/>
          <a:ext cx="0" cy="0"/>
          <a:chOff x="0" y="0"/>
          <a:chExt cx="0" cy="0"/>
        </a:xfrm>
      </p:grpSpPr>
      <p:sp>
        <p:nvSpPr>
          <p:cNvPr id="1048682"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83" name=""/>
          <p:cNvSpPr/>
          <p:nvPr>
            <p:ph sz="full" idx="1"/>
          </p:nvPr>
        </p:nvSpPr>
        <p:spPr>
          <a:xfrm rot="0">
            <a:off x="304800" y="762000"/>
            <a:ext cx="8839200" cy="51816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Tx/>
              <a:buNone/>
            </a:pPr>
            <a:r>
              <a:rPr altLang="en-US" baseline="0" lang="en-GB" u="none">
                <a:solidFill>
                  <a:srgbClr val="000000"/>
                </a:solidFill>
                <a:latin typeface="Franklin Gothic Book" pitchFamily="34" charset="0"/>
                <a:sym typeface="Verdana" pitchFamily="34" charset="0"/>
              </a:rPr>
              <a:t>	</a:t>
            </a:r>
            <a:r>
              <a:rPr altLang="en-US" baseline="0" b="0" sz="3200" lang="en-US" u="none">
                <a:solidFill>
                  <a:srgbClr val="000000"/>
                </a:solidFill>
                <a:latin typeface="Franklin Gothic Book" pitchFamily="34" charset="0"/>
                <a:sym typeface="Verdana" pitchFamily="34" charset="0"/>
              </a:rPr>
              <a:t>Let’s now look at examples where no reasons are given:</a:t>
            </a:r>
          </a:p>
          <a:p>
            <a:pPr algn="just"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Franklin Gothic Book" pitchFamily="34" charset="0"/>
                <a:sym typeface="Verdana" pitchFamily="34" charset="0"/>
              </a:rPr>
              <a:t>The defendant is not guilty of the crime, for she is innocent of having committed it. </a:t>
            </a:r>
          </a:p>
          <a:p>
            <a:pPr algn="just"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Franklin Gothic Book" pitchFamily="34" charset="0"/>
                <a:sym typeface="Verdana" pitchFamily="34" charset="0"/>
              </a:rPr>
              <a:t>Henry is the best candidate for president of the students’ union because 	he is better than all the other candidates.</a:t>
            </a:r>
          </a:p>
          <a:p>
            <a:pPr algn="l"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Franklin Gothic Book" pitchFamily="34" charset="0"/>
                <a:sym typeface="Verdana" pitchFamily="34" charset="0"/>
              </a:rPr>
              <a:t> </a:t>
            </a:r>
          </a:p>
          <a:p>
            <a:pPr algn="l" eaLnBrk="1" fontAlgn="base" hangingPunct="1" indent="-342900" latinLnBrk="1" lvl="0" marL="342900">
              <a:lnSpc>
                <a:spcPct val="100000"/>
              </a:lnSpc>
              <a:spcBef>
                <a:spcPts val="800"/>
              </a:spcBef>
              <a:spcAft>
                <a:spcPct val="0"/>
              </a:spcAft>
              <a:buSzPct val="100000"/>
              <a:buFontTx/>
              <a:buNone/>
            </a:pPr>
            <a:endParaRPr altLang="en-US" baseline="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49.xml><?xml version="1.0" encoding="utf-8"?>
<p:sld xmlns:a="http://schemas.openxmlformats.org/drawingml/2006/main" xmlns:r="http://schemas.openxmlformats.org/officeDocument/2006/relationships" xmlns:p="http://schemas.openxmlformats.org/presentationml/2006/main" showMasterSp="1">
  <p:cSld>
    <p:spTree>
      <p:nvGrpSpPr>
        <p:cNvPr id="138" name=""/>
        <p:cNvGrpSpPr/>
        <p:nvPr/>
      </p:nvGrpSpPr>
      <p:grpSpPr>
        <a:xfrm rot="0">
          <a:off x="0" y="0"/>
          <a:ext cx="0" cy="0"/>
          <a:chOff x="0" y="0"/>
          <a:chExt cx="0" cy="0"/>
        </a:xfrm>
      </p:grpSpPr>
      <p:sp>
        <p:nvSpPr>
          <p:cNvPr id="1048684"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r>
              <a:rPr altLang="en-US" baseline="0" b="1" lang="en-US" u="none">
                <a:solidFill>
                  <a:srgbClr val="FF0000"/>
                </a:solidFill>
                <a:latin typeface="Franklin Gothic Medium" pitchFamily="34" charset="0"/>
                <a:sym typeface="Verdana" pitchFamily="34" charset="0"/>
              </a:rPr>
              <a:t>7. 	FAULTY PREMISE FALLACY</a:t>
            </a:r>
          </a:p>
        </p:txBody>
      </p:sp>
      <p:sp>
        <p:nvSpPr>
          <p:cNvPr id="1048685" name=""/>
          <p:cNvSpPr/>
          <p:nvPr>
            <p:ph sz="full" idx="1"/>
          </p:nvPr>
        </p:nvSpPr>
        <p:spPr>
          <a:xfrm rot="0">
            <a:off x="533400" y="1447800"/>
            <a:ext cx="8150225" cy="4494212"/>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Franklin Gothic Book" pitchFamily="34" charset="0"/>
                <a:sym typeface="Verdana" pitchFamily="34" charset="0"/>
              </a:rPr>
              <a:t>In dealing with this fallacy let us firstly define the term premise. As you may recall, a premise is a statement assumed to be true and is used as a basis for reasoning. It may be true or untrue and if the premises are flimsy, the conclusion is equally unconvincing. </a:t>
            </a:r>
          </a:p>
        </p:txBody>
      </p:sp>
    </p:spTree>
  </p:cSld>
  <p:clrMapOvr>
    <a:masterClrMapping/>
  </p:clrMapOvr>
  <p:transition spd="fast" advClick="1">
    <p:comb dir="horz"/>
  </p:transition>
</p:sld>
</file>

<file path=ppt/slides/slide50.xml><?xml version="1.0" encoding="utf-8"?>
<p:sld xmlns:a="http://schemas.openxmlformats.org/drawingml/2006/main" xmlns:r="http://schemas.openxmlformats.org/officeDocument/2006/relationships" xmlns:p="http://schemas.openxmlformats.org/presentationml/2006/main" showMasterSp="1">
  <p:cSld>
    <p:spTree>
      <p:nvGrpSpPr>
        <p:cNvPr id="139" name=""/>
        <p:cNvGrpSpPr/>
        <p:nvPr/>
      </p:nvGrpSpPr>
      <p:grpSpPr>
        <a:xfrm rot="0">
          <a:off x="0" y="0"/>
          <a:ext cx="0" cy="0"/>
          <a:chOff x="0" y="0"/>
          <a:chExt cx="0" cy="0"/>
        </a:xfrm>
      </p:grpSpPr>
      <p:sp>
        <p:nvSpPr>
          <p:cNvPr id="1048686"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87" name=""/>
          <p:cNvSpPr/>
          <p:nvPr>
            <p:ph sz="full" idx="1"/>
          </p:nvPr>
        </p:nvSpPr>
        <p:spPr>
          <a:xfrm rot="0">
            <a:off x="609600" y="1447800"/>
            <a:ext cx="8074025" cy="4494212"/>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Franklin Gothic Book" pitchFamily="34" charset="0"/>
                <a:sym typeface="Verdana" pitchFamily="34" charset="0"/>
              </a:rPr>
              <a:t>It is thus very important for us to appreciate that not all statements are true and it is therefore wrong to use them as a basis for our conclusion. And, when we are talking about a faulty premise</a:t>
            </a:r>
            <a:r>
              <a:rPr altLang="en-US" baseline="0" b="0" sz="3200" i="1" lang="en-GB" u="none">
                <a:solidFill>
                  <a:srgbClr val="000000"/>
                </a:solidFill>
                <a:latin typeface="Franklin Gothic Book" pitchFamily="34" charset="0"/>
                <a:sym typeface="Verdana" pitchFamily="34" charset="0"/>
              </a:rPr>
              <a:t> we mean an error in reasoning where there is a faulty premise that is used as a basis for a</a:t>
            </a:r>
            <a:r>
              <a:rPr altLang="en-US" baseline="0" b="0" sz="3200" lang="en-GB" u="none">
                <a:solidFill>
                  <a:srgbClr val="000000"/>
                </a:solidFill>
                <a:latin typeface="Franklin Gothic Book" pitchFamily="34" charset="0"/>
                <a:sym typeface="Verdana" pitchFamily="34" charset="0"/>
              </a:rPr>
              <a:t> </a:t>
            </a:r>
            <a:r>
              <a:rPr altLang="en-US" baseline="0" b="0" sz="3200" i="1" lang="en-GB" u="none">
                <a:solidFill>
                  <a:srgbClr val="000000"/>
                </a:solidFill>
                <a:latin typeface="Franklin Gothic Book" pitchFamily="34" charset="0"/>
                <a:sym typeface="Verdana" pitchFamily="34" charset="0"/>
              </a:rPr>
              <a:t>conclusion</a:t>
            </a:r>
            <a:r>
              <a:rPr altLang="en-US" baseline="0" b="0" sz="3200" lang="en-US" u="none">
                <a:solidFill>
                  <a:srgbClr val="000000"/>
                </a:solidFill>
                <a:latin typeface="Franklin Gothic Book" pitchFamily="34" charset="0"/>
                <a:sym typeface="Verdana" pitchFamily="34" charset="0"/>
              </a:rPr>
              <a:t>. </a:t>
            </a:r>
          </a:p>
        </p:txBody>
      </p:sp>
    </p:spTree>
  </p:cSld>
  <p:clrMapOvr>
    <a:masterClrMapping/>
  </p:clrMapOvr>
  <p:transition spd="fast" advClick="1">
    <p:comb dir="horz"/>
  </p:transition>
</p:sld>
</file>

<file path=ppt/slides/slide51.xml><?xml version="1.0" encoding="utf-8"?>
<p:sld xmlns:a="http://schemas.openxmlformats.org/drawingml/2006/main" xmlns:r="http://schemas.openxmlformats.org/officeDocument/2006/relationships" xmlns:p="http://schemas.openxmlformats.org/presentationml/2006/main" showMasterSp="1">
  <p:cSld>
    <p:spTree>
      <p:nvGrpSpPr>
        <p:cNvPr id="140" name=""/>
        <p:cNvGrpSpPr/>
        <p:nvPr/>
      </p:nvGrpSpPr>
      <p:grpSpPr>
        <a:xfrm rot="0">
          <a:off x="0" y="0"/>
          <a:ext cx="0" cy="0"/>
          <a:chOff x="0" y="0"/>
          <a:chExt cx="0" cy="0"/>
        </a:xfrm>
      </p:grpSpPr>
      <p:sp>
        <p:nvSpPr>
          <p:cNvPr id="1048688"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89" name=""/>
          <p:cNvSpPr/>
          <p:nvPr>
            <p:ph sz="full" idx="1"/>
          </p:nvPr>
        </p:nvSpPr>
        <p:spPr>
          <a:xfrm rot="0">
            <a:off x="228600" y="1219200"/>
            <a:ext cx="8610600" cy="4722812"/>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Franklin Gothic Book" pitchFamily="34" charset="0"/>
                <a:sym typeface="Verdana" pitchFamily="34" charset="0"/>
              </a:rPr>
              <a:t>As you can see here, if the premise is faulty it is quite obvious that it will yield a faulty or invalid conclusion. This fallacy is mostly committed in deductive reasoning.</a:t>
            </a:r>
          </a:p>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Franklin Gothic Book" pitchFamily="34" charset="0"/>
                <a:sym typeface="Verdana" pitchFamily="34" charset="0"/>
              </a:rPr>
              <a:t>Deductive reasoning is the reasoning that moves from a general statement to a specific conclusion. In this we examine a case, locate another and another and then draw an inference. </a:t>
            </a:r>
          </a:p>
        </p:txBody>
      </p:sp>
    </p:spTree>
  </p:cSld>
  <p:clrMapOvr>
    <a:masterClrMapping/>
  </p:clrMapOvr>
  <p:transition spd="fast" advClick="1">
    <p:comb dir="horz"/>
  </p:transition>
</p:sld>
</file>

<file path=ppt/slides/slide52.xml><?xml version="1.0" encoding="utf-8"?>
<p:sld xmlns:a="http://schemas.openxmlformats.org/drawingml/2006/main" xmlns:r="http://schemas.openxmlformats.org/officeDocument/2006/relationships" xmlns:p="http://schemas.openxmlformats.org/presentationml/2006/main" showMasterSp="1">
  <p:cSld>
    <p:spTree>
      <p:nvGrpSpPr>
        <p:cNvPr id="141" name=""/>
        <p:cNvGrpSpPr/>
        <p:nvPr/>
      </p:nvGrpSpPr>
      <p:grpSpPr>
        <a:xfrm rot="0">
          <a:off x="0" y="0"/>
          <a:ext cx="0" cy="0"/>
          <a:chOff x="0" y="0"/>
          <a:chExt cx="0" cy="0"/>
        </a:xfrm>
      </p:grpSpPr>
      <p:sp>
        <p:nvSpPr>
          <p:cNvPr id="1048690"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91" name=""/>
          <p:cNvSpPr/>
          <p:nvPr>
            <p:ph sz="full" idx="1"/>
          </p:nvPr>
        </p:nvSpPr>
        <p:spPr>
          <a:xfrm rot="0">
            <a:off x="685800" y="1600200"/>
            <a:ext cx="7997825" cy="4341812"/>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Franklin Gothic Book" pitchFamily="34" charset="0"/>
                <a:sym typeface="Verdana" pitchFamily="34" charset="0"/>
              </a:rPr>
              <a:t>For example, if we begin with a general statement that all university lecturers must be college graduates and we identified Mr. Banda as a university lecturer, then the conclusion is that Mr. Banda has a degree. </a:t>
            </a:r>
          </a:p>
          <a:p>
            <a:pPr algn="l" eaLnBrk="1" fontAlgn="base" hangingPunct="1" indent="-342900" latinLnBrk="1" lvl="0" marL="342900">
              <a:lnSpc>
                <a:spcPct val="100000"/>
              </a:lnSpc>
              <a:spcBef>
                <a:spcPts val="800"/>
              </a:spcBef>
              <a:spcAft>
                <a:spcPct val="0"/>
              </a:spcAft>
              <a:buSzPct val="100000"/>
              <a:buFontTx/>
              <a:buNone/>
            </a:pPr>
            <a:r>
              <a:rPr altLang="en-US" baseline="0" b="0" lang="en-GB" u="none">
                <a:solidFill>
                  <a:srgbClr val="000000"/>
                </a:solidFill>
                <a:latin typeface="Franklin Gothic Book" pitchFamily="34" charset="0"/>
                <a:sym typeface="Verdana" pitchFamily="34" charset="0"/>
              </a:rPr>
              <a:t> </a:t>
            </a:r>
          </a:p>
          <a:p>
            <a:pPr algn="l" eaLnBrk="1" fontAlgn="base" hangingPunct="1" indent="-342900" latinLnBrk="1" lvl="0" marL="342900">
              <a:lnSpc>
                <a:spcPct val="100000"/>
              </a:lnSpc>
              <a:spcBef>
                <a:spcPts val="800"/>
              </a:spcBef>
              <a:spcAft>
                <a:spcPct val="0"/>
              </a:spcAft>
              <a:buSzPct val="100000"/>
              <a:buFontTx/>
              <a:buNone/>
            </a:pPr>
            <a:endParaRPr altLang="en-US" baseline="0" b="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53.xml><?xml version="1.0" encoding="utf-8"?>
<p:sld xmlns:a="http://schemas.openxmlformats.org/drawingml/2006/main" xmlns:r="http://schemas.openxmlformats.org/officeDocument/2006/relationships" xmlns:p="http://schemas.openxmlformats.org/presentationml/2006/main" showMasterSp="1">
  <p:cSld>
    <p:spTree>
      <p:nvGrpSpPr>
        <p:cNvPr id="142" name=""/>
        <p:cNvGrpSpPr/>
        <p:nvPr/>
      </p:nvGrpSpPr>
      <p:grpSpPr>
        <a:xfrm rot="0">
          <a:off x="0" y="0"/>
          <a:ext cx="0" cy="0"/>
          <a:chOff x="0" y="0"/>
          <a:chExt cx="0" cy="0"/>
        </a:xfrm>
      </p:grpSpPr>
      <p:sp>
        <p:nvSpPr>
          <p:cNvPr id="1048692"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93" name=""/>
          <p:cNvSpPr/>
          <p:nvPr>
            <p:ph sz="full" idx="1"/>
          </p:nvPr>
        </p:nvSpPr>
        <p:spPr>
          <a:xfrm rot="0">
            <a:off x="762000" y="1524000"/>
            <a:ext cx="7921625" cy="4418012"/>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Franklin Gothic Book" pitchFamily="34" charset="0"/>
                <a:sym typeface="Verdana" pitchFamily="34" charset="0"/>
              </a:rPr>
              <a:t>When you use deductive reasoning, begin with a generalization, state a related fact, and draw a conclusion based on the generalization and the fact. In other words move from a general statement to a more specific conclusion when you are using deductive reasoning.</a:t>
            </a:r>
          </a:p>
          <a:p>
            <a:pPr algn="l" eaLnBrk="1" fontAlgn="base" hangingPunct="1" indent="-342900" latinLnBrk="1" lvl="0" marL="342900">
              <a:lnSpc>
                <a:spcPct val="100000"/>
              </a:lnSpc>
              <a:spcBef>
                <a:spcPts val="800"/>
              </a:spcBef>
              <a:spcAft>
                <a:spcPct val="0"/>
              </a:spcAft>
              <a:buSzPct val="100000"/>
              <a:buFontTx/>
              <a:buNone/>
            </a:pPr>
            <a:endParaRPr altLang="en-US" baseline="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54.xml><?xml version="1.0" encoding="utf-8"?>
<p:sld xmlns:a="http://schemas.openxmlformats.org/drawingml/2006/main" xmlns:r="http://schemas.openxmlformats.org/officeDocument/2006/relationships" xmlns:p="http://schemas.openxmlformats.org/presentationml/2006/main" showMasterSp="1">
  <p:cSld>
    <p:spTree>
      <p:nvGrpSpPr>
        <p:cNvPr id="143" name=""/>
        <p:cNvGrpSpPr/>
        <p:nvPr/>
      </p:nvGrpSpPr>
      <p:grpSpPr>
        <a:xfrm rot="0">
          <a:off x="0" y="0"/>
          <a:ext cx="0" cy="0"/>
          <a:chOff x="0" y="0"/>
          <a:chExt cx="0" cy="0"/>
        </a:xfrm>
      </p:grpSpPr>
      <p:sp>
        <p:nvSpPr>
          <p:cNvPr id="1048694"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95" name=""/>
          <p:cNvSpPr/>
          <p:nvPr>
            <p:ph sz="full" idx="1"/>
          </p:nvPr>
        </p:nvSpPr>
        <p:spPr>
          <a:xfrm rot="0">
            <a:off x="685800" y="1295400"/>
            <a:ext cx="7997825" cy="48768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2800" lang="en-GB" u="none">
                <a:solidFill>
                  <a:srgbClr val="000000"/>
                </a:solidFill>
                <a:latin typeface="Franklin Gothic Book" pitchFamily="34" charset="0"/>
                <a:sym typeface="Verdana" pitchFamily="34" charset="0"/>
              </a:rPr>
              <a:t>Many deductive arguments can take a form of a syllogism, three-part formal statement, somewhat like the math equation “If A equals B, and B equals C. The three parts of a syllogism are called the major premise (main proposition), the minor premise (minor proposition) and the conclusion. The major and minor premises are used to prove that a third statement (conclusion) is true</a:t>
            </a:r>
            <a:r>
              <a:rPr altLang="en-US" baseline="0" sz="2400" lang="en-US" u="none">
                <a:solidFill>
                  <a:srgbClr val="000000"/>
                </a:solidFill>
                <a:latin typeface="Franklin Gothic Book" pitchFamily="34" charset="0"/>
                <a:sym typeface="Verdana" pitchFamily="34" charset="0"/>
              </a:rPr>
              <a:t>. </a:t>
            </a:r>
          </a:p>
          <a:p>
            <a:pPr algn="just" eaLnBrk="1" fontAlgn="base" hangingPunct="1" indent="-342900" latinLnBrk="1" lvl="0" marL="342900">
              <a:lnSpc>
                <a:spcPct val="100000"/>
              </a:lnSpc>
              <a:spcBef>
                <a:spcPts val="800"/>
              </a:spcBef>
              <a:spcAft>
                <a:spcPct val="0"/>
              </a:spcAft>
              <a:buSzPct val="100000"/>
              <a:buFontTx/>
              <a:buNone/>
            </a:pPr>
            <a:endParaRPr altLang="en-US" baseline="0" sz="240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55.xml><?xml version="1.0" encoding="utf-8"?>
<p:sld xmlns:a="http://schemas.openxmlformats.org/drawingml/2006/main" xmlns:r="http://schemas.openxmlformats.org/officeDocument/2006/relationships" xmlns:p="http://schemas.openxmlformats.org/presentationml/2006/main" showMasterSp="1">
  <p:cSld>
    <p:spTree>
      <p:nvGrpSpPr>
        <p:cNvPr id="144" name=""/>
        <p:cNvGrpSpPr/>
        <p:nvPr/>
      </p:nvGrpSpPr>
      <p:grpSpPr>
        <a:xfrm rot="0">
          <a:off x="0" y="0"/>
          <a:ext cx="0" cy="0"/>
          <a:chOff x="0" y="0"/>
          <a:chExt cx="0" cy="0"/>
        </a:xfrm>
      </p:grpSpPr>
      <p:sp>
        <p:nvSpPr>
          <p:cNvPr id="1048696"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97" name=""/>
          <p:cNvSpPr/>
          <p:nvPr>
            <p:ph sz="full" idx="1"/>
          </p:nvPr>
        </p:nvSpPr>
        <p:spPr>
          <a:xfrm rot="0">
            <a:off x="685800" y="1295400"/>
            <a:ext cx="7997825" cy="4646612"/>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Franklin Gothic Book" pitchFamily="34" charset="0"/>
                <a:sym typeface="Verdana" pitchFamily="34" charset="0"/>
              </a:rPr>
              <a:t>A syllogism may be valid and true but sometimes it may be valid and untrue. You may come some syllogisms that both invalid and untrue. If a syllogism contains a valid major premise and a true minor premise it does not yield a fallacious statement. Equally, both true major and minor premises do not give rise  to any fallacies</a:t>
            </a:r>
            <a:r>
              <a:rPr altLang="en-US" baseline="0" b="0" sz="2800" lang="en-US" u="none">
                <a:solidFill>
                  <a:srgbClr val="000000"/>
                </a:solidFill>
                <a:latin typeface="Franklin Gothic Book" pitchFamily="34" charset="0"/>
                <a:sym typeface="Verdana" pitchFamily="34" charset="0"/>
              </a:rPr>
              <a:t>. </a:t>
            </a:r>
          </a:p>
          <a:p>
            <a:pPr algn="l" eaLnBrk="1" fontAlgn="base" hangingPunct="1" indent="-342900" latinLnBrk="1" lvl="0" marL="342900">
              <a:lnSpc>
                <a:spcPct val="100000"/>
              </a:lnSpc>
              <a:spcBef>
                <a:spcPts val="800"/>
              </a:spcBef>
              <a:spcAft>
                <a:spcPct val="0"/>
              </a:spcAft>
              <a:buSzPct val="100000"/>
              <a:buFontTx/>
              <a:buNone/>
            </a:pPr>
            <a:endParaRPr altLang="en-US" baseline="0" sz="280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56.xml><?xml version="1.0" encoding="utf-8"?>
<p:sld xmlns:a="http://schemas.openxmlformats.org/drawingml/2006/main" xmlns:r="http://schemas.openxmlformats.org/officeDocument/2006/relationships" xmlns:p="http://schemas.openxmlformats.org/presentationml/2006/main" showMasterSp="1">
  <p:cSld>
    <p:spTree>
      <p:nvGrpSpPr>
        <p:cNvPr id="145" name=""/>
        <p:cNvGrpSpPr/>
        <p:nvPr/>
      </p:nvGrpSpPr>
      <p:grpSpPr>
        <a:xfrm rot="0">
          <a:off x="0" y="0"/>
          <a:ext cx="0" cy="0"/>
          <a:chOff x="0" y="0"/>
          <a:chExt cx="0" cy="0"/>
        </a:xfrm>
      </p:grpSpPr>
      <p:sp>
        <p:nvSpPr>
          <p:cNvPr id="1048698"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699" name=""/>
          <p:cNvSpPr/>
          <p:nvPr>
            <p:ph sz="full" idx="1"/>
          </p:nvPr>
        </p:nvSpPr>
        <p:spPr>
          <a:xfrm rot="0">
            <a:off x="822325" y="1295400"/>
            <a:ext cx="7864475" cy="338455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l" eaLnBrk="1" fontAlgn="base" hangingPunct="1" indent="-342900" latinLnBrk="1" lvl="0" marL="342900">
              <a:lnSpc>
                <a:spcPct val="100000"/>
              </a:lnSpc>
              <a:spcBef>
                <a:spcPts val="800"/>
              </a:spcBef>
              <a:spcAft>
                <a:spcPct val="0"/>
              </a:spcAft>
              <a:buSzPct val="100000"/>
              <a:buFontTx/>
              <a:buNone/>
            </a:pPr>
            <a:r>
              <a:rPr altLang="en-US" baseline="0" lang="en-GB" u="none">
                <a:solidFill>
                  <a:srgbClr val="000000"/>
                </a:solidFill>
                <a:latin typeface="Franklin Gothic Book" pitchFamily="34" charset="0"/>
                <a:sym typeface="Verdana" pitchFamily="34" charset="0"/>
              </a:rPr>
              <a:t>	</a:t>
            </a:r>
            <a:r>
              <a:rPr altLang="en-US" baseline="0" b="0" sz="3200" lang="en-US" u="none">
                <a:solidFill>
                  <a:srgbClr val="000000"/>
                </a:solidFill>
                <a:latin typeface="Franklin Gothic Book" pitchFamily="34" charset="0"/>
                <a:sym typeface="Verdana" pitchFamily="34" charset="0"/>
              </a:rPr>
              <a:t>Let’s now look at a valid and true syllogism</a:t>
            </a:r>
          </a:p>
          <a:p>
            <a:pPr algn="l"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Franklin Gothic Book" pitchFamily="34" charset="0"/>
                <a:sym typeface="Verdana" pitchFamily="34" charset="0"/>
              </a:rPr>
              <a:t>Major Premise:	All humans are mortal</a:t>
            </a:r>
          </a:p>
          <a:p>
            <a:pPr algn="l"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Franklin Gothic Book" pitchFamily="34" charset="0"/>
                <a:sym typeface="Verdana" pitchFamily="34" charset="0"/>
              </a:rPr>
              <a:t>Minor Premise:	All philosophers are humans</a:t>
            </a:r>
          </a:p>
          <a:p>
            <a:pPr algn="l"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Franklin Gothic Book" pitchFamily="34" charset="0"/>
                <a:sym typeface="Verdana" pitchFamily="34" charset="0"/>
              </a:rPr>
              <a:t>Conclusion:All philosophers are mortal</a:t>
            </a:r>
          </a:p>
          <a:p>
            <a:pPr algn="l" eaLnBrk="1" fontAlgn="base" hangingPunct="1" indent="-342900" latinLnBrk="1" lvl="0" marL="342900">
              <a:lnSpc>
                <a:spcPct val="100000"/>
              </a:lnSpc>
              <a:spcBef>
                <a:spcPts val="800"/>
              </a:spcBef>
              <a:spcAft>
                <a:spcPct val="0"/>
              </a:spcAft>
              <a:buSzPct val="100000"/>
              <a:buFontTx/>
              <a:buNone/>
            </a:pPr>
            <a:endParaRPr altLang="en-US" baseline="0" sz="320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57.xml><?xml version="1.0" encoding="utf-8"?>
<p:sld xmlns:a="http://schemas.openxmlformats.org/drawingml/2006/main" xmlns:r="http://schemas.openxmlformats.org/officeDocument/2006/relationships" xmlns:p="http://schemas.openxmlformats.org/presentationml/2006/main" showMasterSp="1">
  <p:cSld>
    <p:spTree>
      <p:nvGrpSpPr>
        <p:cNvPr id="146" name=""/>
        <p:cNvGrpSpPr/>
        <p:nvPr/>
      </p:nvGrpSpPr>
      <p:grpSpPr>
        <a:xfrm rot="0">
          <a:off x="0" y="0"/>
          <a:ext cx="0" cy="0"/>
          <a:chOff x="0" y="0"/>
          <a:chExt cx="0" cy="0"/>
        </a:xfrm>
      </p:grpSpPr>
      <p:sp>
        <p:nvSpPr>
          <p:cNvPr id="1048700"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701" name=""/>
          <p:cNvSpPr/>
          <p:nvPr>
            <p:ph sz="full" idx="1"/>
          </p:nvPr>
        </p:nvSpPr>
        <p:spPr>
          <a:xfrm rot="0">
            <a:off x="228600" y="1827212"/>
            <a:ext cx="8686800" cy="4497387"/>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2800" lang="en-GB" u="none">
                <a:solidFill>
                  <a:srgbClr val="000000"/>
                </a:solidFill>
                <a:latin typeface="Franklin Gothic Book" pitchFamily="34" charset="0"/>
                <a:sym typeface="Verdana" pitchFamily="34" charset="0"/>
              </a:rPr>
              <a:t>The above syllogism is both valid and true. The major premise is a universal statement that is true. The minor premise is also true and this results in having a true conclusion.</a:t>
            </a:r>
          </a:p>
          <a:p>
            <a:pPr algn="just" eaLnBrk="1" fontAlgn="base" hangingPunct="1" indent="-342900" latinLnBrk="1" lvl="0" marL="342900">
              <a:lnSpc>
                <a:spcPct val="100000"/>
              </a:lnSpc>
              <a:spcBef>
                <a:spcPts val="800"/>
              </a:spcBef>
              <a:spcAft>
                <a:spcPct val="0"/>
              </a:spcAft>
              <a:buSzPct val="100000"/>
              <a:buFontTx/>
              <a:buNone/>
            </a:pPr>
            <a:r>
              <a:rPr altLang="en-US" baseline="0" b="0" sz="2800" lang="en-GB" u="none">
                <a:solidFill>
                  <a:srgbClr val="000000"/>
                </a:solidFill>
                <a:latin typeface="Franklin Gothic Book" pitchFamily="34" charset="0"/>
                <a:sym typeface="Verdana" pitchFamily="34" charset="0"/>
              </a:rPr>
              <a:t>On the other hand if we have a faulty major premise but a true minor premise we will yield a conclusion that is fallacious. Similarly, a true major premise and untrue minor premise results in a fallacious conclusion.</a:t>
            </a:r>
          </a:p>
          <a:p>
            <a:pPr algn="l" eaLnBrk="1" fontAlgn="base" hangingPunct="1" indent="-342900" latinLnBrk="1" lvl="0" marL="342900">
              <a:lnSpc>
                <a:spcPct val="100000"/>
              </a:lnSpc>
              <a:spcBef>
                <a:spcPts val="800"/>
              </a:spcBef>
              <a:spcAft>
                <a:spcPct val="0"/>
              </a:spcAft>
              <a:buSzPct val="100000"/>
              <a:buFontTx/>
              <a:buNone/>
            </a:pPr>
            <a:r>
              <a:rPr altLang="en-US" baseline="0" lang="en-GB" u="none">
                <a:solidFill>
                  <a:srgbClr val="000000"/>
                </a:solidFill>
                <a:latin typeface="Franklin Gothic Book" pitchFamily="34" charset="0"/>
                <a:sym typeface="Verdana" pitchFamily="34" charset="0"/>
              </a:rPr>
              <a:t> </a:t>
            </a:r>
          </a:p>
          <a:p>
            <a:pPr algn="just" eaLnBrk="1" fontAlgn="base" hangingPunct="1" indent="-342900" latinLnBrk="1" lvl="0" marL="342900">
              <a:lnSpc>
                <a:spcPct val="100000"/>
              </a:lnSpc>
              <a:spcBef>
                <a:spcPts val="800"/>
              </a:spcBef>
              <a:spcAft>
                <a:spcPct val="0"/>
              </a:spcAft>
              <a:buSzPct val="100000"/>
              <a:buFont typeface="Wingdings" pitchFamily="2" charset="2"/>
              <a:buChar char="Ø"/>
            </a:pPr>
            <a:endParaRPr altLang="en-US" baseline="0" lang="en-US" u="none">
              <a:solidFill>
                <a:srgbClr val="CDD7D9"/>
              </a:solidFill>
              <a:latin typeface="Franklin Gothic Book" pitchFamily="34" charset="0"/>
              <a:sym typeface="Verdana" pitchFamily="34" charset="0"/>
            </a:endParaRPr>
          </a:p>
          <a:p>
            <a:pPr algn="l" eaLnBrk="1" fontAlgn="base" hangingPunct="1" indent="-342900" latinLnBrk="1" lvl="0" marL="342900">
              <a:lnSpc>
                <a:spcPct val="100000"/>
              </a:lnSpc>
              <a:spcBef>
                <a:spcPts val="800"/>
              </a:spcBef>
              <a:spcAft>
                <a:spcPct val="0"/>
              </a:spcAft>
              <a:buSzPct val="100000"/>
              <a:buFontTx/>
              <a:buNone/>
            </a:pPr>
            <a:endParaRPr altLang="en-US" baseline="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58.xml><?xml version="1.0" encoding="utf-8"?>
<p:sld xmlns:a="http://schemas.openxmlformats.org/drawingml/2006/main" xmlns:r="http://schemas.openxmlformats.org/officeDocument/2006/relationships" xmlns:p="http://schemas.openxmlformats.org/presentationml/2006/main" showMasterSp="1">
  <p:cSld>
    <p:spTree>
      <p:nvGrpSpPr>
        <p:cNvPr id="147" name=""/>
        <p:cNvGrpSpPr/>
        <p:nvPr/>
      </p:nvGrpSpPr>
      <p:grpSpPr>
        <a:xfrm rot="0">
          <a:off x="0" y="0"/>
          <a:ext cx="0" cy="0"/>
          <a:chOff x="0" y="0"/>
          <a:chExt cx="0" cy="0"/>
        </a:xfrm>
      </p:grpSpPr>
      <p:sp>
        <p:nvSpPr>
          <p:cNvPr id="1048702"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703" name=""/>
          <p:cNvSpPr/>
          <p:nvPr>
            <p:ph sz="full" idx="1"/>
          </p:nvPr>
        </p:nvSpPr>
        <p:spPr>
          <a:xfrm rot="0">
            <a:off x="228600" y="1371600"/>
            <a:ext cx="8763000" cy="49530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l" eaLnBrk="1" fontAlgn="base" hangingPunct="1" indent="-342900" latinLnBrk="1" lvl="0" marL="342900">
              <a:lnSpc>
                <a:spcPct val="100000"/>
              </a:lnSpc>
              <a:spcBef>
                <a:spcPts val="800"/>
              </a:spcBef>
              <a:spcAft>
                <a:spcPct val="0"/>
              </a:spcAft>
              <a:buSzPct val="100000"/>
              <a:buFontTx/>
              <a:buNone/>
            </a:pPr>
            <a:r>
              <a:rPr altLang="en-US" baseline="0" lang="en-GB" u="none">
                <a:solidFill>
                  <a:srgbClr val="000000"/>
                </a:solidFill>
                <a:latin typeface="Franklin Gothic Book" pitchFamily="34" charset="0"/>
                <a:sym typeface="Verdana" pitchFamily="34" charset="0"/>
              </a:rPr>
              <a:t>	</a:t>
            </a:r>
            <a:r>
              <a:rPr altLang="en-US" baseline="0" b="0" sz="3200" lang="en-US" u="none">
                <a:solidFill>
                  <a:srgbClr val="000000"/>
                </a:solidFill>
                <a:latin typeface="Franklin Gothic Book" pitchFamily="34" charset="0"/>
                <a:sym typeface="Verdana" pitchFamily="34" charset="0"/>
              </a:rPr>
              <a:t>Let’s now look at a valid but untrue syllogism:</a:t>
            </a:r>
          </a:p>
          <a:p>
            <a:pPr algn="l"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Franklin Gothic Book" pitchFamily="34" charset="0"/>
                <a:sym typeface="Verdana" pitchFamily="34" charset="0"/>
              </a:rPr>
              <a:t>	Major Premise:	All dogs chase cats</a:t>
            </a:r>
          </a:p>
          <a:p>
            <a:pPr algn="l"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Franklin Gothic Book" pitchFamily="34" charset="0"/>
                <a:sym typeface="Verdana" pitchFamily="34" charset="0"/>
              </a:rPr>
              <a:t>	Minor Premise:	Bruce is a dog</a:t>
            </a:r>
          </a:p>
          <a:p>
            <a:pPr algn="l"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Franklin Gothic Book" pitchFamily="34" charset="0"/>
                <a:sym typeface="Verdana" pitchFamily="34" charset="0"/>
              </a:rPr>
              <a:t>	Conclusion:		Bruce chases cats</a:t>
            </a:r>
          </a:p>
          <a:p>
            <a:pPr algn="l"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Franklin Gothic Book" pitchFamily="34" charset="0"/>
                <a:sym typeface="Verdana" pitchFamily="34" charset="0"/>
              </a:rPr>
              <a:t>In the above example, the major premise is untrue; therefore, although the syllogism is valid, it is not true.</a:t>
            </a:r>
          </a:p>
          <a:p>
            <a:pPr algn="l" eaLnBrk="1" fontAlgn="base" hangingPunct="1" indent="-342900" latinLnBrk="1" lvl="0" marL="342900">
              <a:lnSpc>
                <a:spcPct val="100000"/>
              </a:lnSpc>
              <a:spcBef>
                <a:spcPts val="800"/>
              </a:spcBef>
              <a:spcAft>
                <a:spcPct val="0"/>
              </a:spcAft>
              <a:buSzPct val="100000"/>
              <a:buFontTx/>
              <a:buNone/>
            </a:pPr>
            <a:endParaRPr altLang="en-US" baseline="0" sz="320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59.xml><?xml version="1.0" encoding="utf-8"?>
<p:sld xmlns:a="http://schemas.openxmlformats.org/drawingml/2006/main" xmlns:r="http://schemas.openxmlformats.org/officeDocument/2006/relationships" xmlns:p="http://schemas.openxmlformats.org/presentationml/2006/main" showMasterSp="1">
  <p:cSld>
    <p:spTree>
      <p:nvGrpSpPr>
        <p:cNvPr id="148" name=""/>
        <p:cNvGrpSpPr/>
        <p:nvPr/>
      </p:nvGrpSpPr>
      <p:grpSpPr>
        <a:xfrm rot="0">
          <a:off x="0" y="0"/>
          <a:ext cx="0" cy="0"/>
          <a:chOff x="0" y="0"/>
          <a:chExt cx="0" cy="0"/>
        </a:xfrm>
      </p:grpSpPr>
      <p:sp>
        <p:nvSpPr>
          <p:cNvPr id="1048704"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705" name=""/>
          <p:cNvSpPr/>
          <p:nvPr>
            <p:ph sz="full" idx="1"/>
          </p:nvPr>
        </p:nvSpPr>
        <p:spPr>
          <a:xfrm rot="0">
            <a:off x="381000" y="1371600"/>
            <a:ext cx="8534400" cy="4570412"/>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Tx/>
              <a:buNone/>
            </a:pPr>
            <a:r>
              <a:rPr altLang="en-US" baseline="0" sz="2800" lang="en-GB" u="none">
                <a:solidFill>
                  <a:srgbClr val="CDD7D9"/>
                </a:solidFill>
                <a:latin typeface="Franklin Gothic Book" pitchFamily="34" charset="0"/>
                <a:sym typeface="Verdana" pitchFamily="34" charset="0"/>
              </a:rPr>
              <a:t>	</a:t>
            </a:r>
            <a:r>
              <a:rPr altLang="en-US" baseline="0" b="0" sz="2800" lang="en-US" u="none">
                <a:solidFill>
                  <a:srgbClr val="000000"/>
                </a:solidFill>
                <a:latin typeface="Franklin Gothic Book" pitchFamily="34" charset="0"/>
                <a:sym typeface="Verdana" pitchFamily="34" charset="0"/>
              </a:rPr>
              <a:t>Other examples:</a:t>
            </a:r>
          </a:p>
          <a:p>
            <a:pPr algn="just" eaLnBrk="1" fontAlgn="base" hangingPunct="1" indent="-342900" latinLnBrk="1" lvl="0" marL="342900">
              <a:lnSpc>
                <a:spcPct val="100000"/>
              </a:lnSpc>
              <a:spcBef>
                <a:spcPts val="800"/>
              </a:spcBef>
              <a:spcAft>
                <a:spcPct val="0"/>
              </a:spcAft>
              <a:buSzPct val="100000"/>
              <a:buFontTx/>
              <a:buNone/>
            </a:pPr>
            <a:r>
              <a:rPr altLang="en-US" baseline="0" b="0" sz="2800" lang="en-GB" u="none">
                <a:solidFill>
                  <a:srgbClr val="000000"/>
                </a:solidFill>
                <a:latin typeface="Franklin Gothic Book" pitchFamily="34" charset="0"/>
                <a:sym typeface="Verdana" pitchFamily="34" charset="0"/>
              </a:rPr>
              <a:t>	Major Premise:	All poets are alcoholics</a:t>
            </a:r>
          </a:p>
          <a:p>
            <a:pPr algn="just" eaLnBrk="1" fontAlgn="base" hangingPunct="1" indent="-342900" latinLnBrk="1" lvl="0" marL="342900">
              <a:lnSpc>
                <a:spcPct val="100000"/>
              </a:lnSpc>
              <a:spcBef>
                <a:spcPts val="800"/>
              </a:spcBef>
              <a:spcAft>
                <a:spcPct val="0"/>
              </a:spcAft>
              <a:buSzPct val="100000"/>
              <a:buFontTx/>
              <a:buNone/>
            </a:pPr>
            <a:r>
              <a:rPr altLang="en-US" baseline="0" b="0" sz="2800" lang="en-GB" u="none">
                <a:solidFill>
                  <a:srgbClr val="000000"/>
                </a:solidFill>
                <a:latin typeface="Franklin Gothic Book" pitchFamily="34" charset="0"/>
                <a:sym typeface="Verdana" pitchFamily="34" charset="0"/>
              </a:rPr>
              <a:t>	Minor Premise:	Jane is a poet</a:t>
            </a:r>
          </a:p>
          <a:p>
            <a:pPr algn="just" eaLnBrk="1" fontAlgn="base" hangingPunct="1" indent="-342900" latinLnBrk="1" lvl="0" marL="342900">
              <a:lnSpc>
                <a:spcPct val="100000"/>
              </a:lnSpc>
              <a:spcBef>
                <a:spcPts val="800"/>
              </a:spcBef>
              <a:spcAft>
                <a:spcPct val="0"/>
              </a:spcAft>
              <a:buSzPct val="100000"/>
              <a:buFontTx/>
              <a:buNone/>
            </a:pPr>
            <a:r>
              <a:rPr altLang="en-US" baseline="0" b="0" sz="2800" lang="en-GB" u="none">
                <a:solidFill>
                  <a:srgbClr val="000000"/>
                </a:solidFill>
                <a:latin typeface="Franklin Gothic Book" pitchFamily="34" charset="0"/>
                <a:sym typeface="Verdana" pitchFamily="34" charset="0"/>
              </a:rPr>
              <a:t>	Conclusion:		Jane is an alcoholic</a:t>
            </a:r>
          </a:p>
          <a:p>
            <a:pPr algn="just" eaLnBrk="1" fontAlgn="base" hangingPunct="1" indent="-342900" latinLnBrk="1" lvl="0" marL="342900">
              <a:lnSpc>
                <a:spcPct val="100000"/>
              </a:lnSpc>
              <a:spcBef>
                <a:spcPts val="800"/>
              </a:spcBef>
              <a:spcAft>
                <a:spcPct val="0"/>
              </a:spcAft>
              <a:buSzPct val="100000"/>
              <a:buFontTx/>
              <a:buNone/>
            </a:pPr>
            <a:r>
              <a:rPr altLang="en-US" baseline="0" b="0" sz="2800" lang="en-GB" u="none">
                <a:solidFill>
                  <a:srgbClr val="000000"/>
                </a:solidFill>
                <a:latin typeface="Franklin Gothic Book" pitchFamily="34" charset="0"/>
                <a:sym typeface="Verdana" pitchFamily="34" charset="0"/>
              </a:rPr>
              <a:t>	 </a:t>
            </a:r>
          </a:p>
          <a:p>
            <a:pPr algn="just" eaLnBrk="1" fontAlgn="base" hangingPunct="1" indent="-342900" latinLnBrk="1" lvl="0" marL="342900">
              <a:lnSpc>
                <a:spcPct val="100000"/>
              </a:lnSpc>
              <a:spcBef>
                <a:spcPts val="800"/>
              </a:spcBef>
              <a:spcAft>
                <a:spcPct val="0"/>
              </a:spcAft>
              <a:buSzPct val="100000"/>
              <a:buFontTx/>
              <a:buNone/>
            </a:pPr>
            <a:r>
              <a:rPr altLang="en-US" baseline="0" b="0" sz="2800" lang="en-US" u="none">
                <a:solidFill>
                  <a:srgbClr val="000000"/>
                </a:solidFill>
                <a:latin typeface="Franklin Gothic Book" pitchFamily="34" charset="0"/>
                <a:sym typeface="Verdana" pitchFamily="34" charset="0"/>
              </a:rPr>
              <a:t>	</a:t>
            </a:r>
            <a:r>
              <a:rPr altLang="en-US" baseline="0" b="0" sz="2800" lang="en-GB" u="none">
                <a:solidFill>
                  <a:srgbClr val="000000"/>
                </a:solidFill>
                <a:latin typeface="Franklin Gothic Book" pitchFamily="34" charset="0"/>
                <a:sym typeface="Verdana" pitchFamily="34" charset="0"/>
              </a:rPr>
              <a:t>Major Premise:	All snakes are poisonous</a:t>
            </a:r>
          </a:p>
          <a:p>
            <a:pPr algn="just" eaLnBrk="1" fontAlgn="base" hangingPunct="1" indent="-342900" latinLnBrk="1" lvl="0" marL="342900">
              <a:lnSpc>
                <a:spcPct val="100000"/>
              </a:lnSpc>
              <a:spcBef>
                <a:spcPts val="800"/>
              </a:spcBef>
              <a:spcAft>
                <a:spcPct val="0"/>
              </a:spcAft>
              <a:buSzPct val="100000"/>
              <a:buFontTx/>
              <a:buNone/>
            </a:pPr>
            <a:r>
              <a:rPr altLang="en-US" baseline="0" b="0" sz="2800" lang="en-GB" u="none">
                <a:solidFill>
                  <a:srgbClr val="000000"/>
                </a:solidFill>
                <a:latin typeface="Franklin Gothic Book" pitchFamily="34" charset="0"/>
                <a:sym typeface="Verdana" pitchFamily="34" charset="0"/>
              </a:rPr>
              <a:t>	Minor Premise:	A python is a snake</a:t>
            </a:r>
          </a:p>
          <a:p>
            <a:pPr algn="just" eaLnBrk="1" fontAlgn="base" hangingPunct="1" indent="-342900" latinLnBrk="1" lvl="0" marL="342900">
              <a:lnSpc>
                <a:spcPct val="100000"/>
              </a:lnSpc>
              <a:spcBef>
                <a:spcPts val="800"/>
              </a:spcBef>
              <a:spcAft>
                <a:spcPct val="0"/>
              </a:spcAft>
              <a:buSzPct val="100000"/>
              <a:buFontTx/>
              <a:buNone/>
            </a:pPr>
            <a:r>
              <a:rPr altLang="en-US" baseline="0" b="0" sz="2800" lang="en-GB" u="none">
                <a:solidFill>
                  <a:srgbClr val="000000"/>
                </a:solidFill>
                <a:latin typeface="Franklin Gothic Book" pitchFamily="34" charset="0"/>
                <a:sym typeface="Verdana" pitchFamily="34" charset="0"/>
              </a:rPr>
              <a:t>	Conclusion:		A python is a poisonous snake</a:t>
            </a:r>
          </a:p>
          <a:p>
            <a:pPr algn="l" eaLnBrk="1" fontAlgn="base" hangingPunct="1" indent="-342900" latinLnBrk="1" lvl="0" marL="342900">
              <a:lnSpc>
                <a:spcPct val="100000"/>
              </a:lnSpc>
              <a:spcBef>
                <a:spcPts val="800"/>
              </a:spcBef>
              <a:spcAft>
                <a:spcPct val="0"/>
              </a:spcAft>
              <a:buSzPct val="100000"/>
              <a:buFontTx/>
              <a:buNone/>
            </a:pPr>
            <a:endParaRPr altLang="en-US" baseline="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60.xml><?xml version="1.0" encoding="utf-8"?>
<p:sld xmlns:a="http://schemas.openxmlformats.org/drawingml/2006/main" xmlns:r="http://schemas.openxmlformats.org/officeDocument/2006/relationships" xmlns:p="http://schemas.openxmlformats.org/presentationml/2006/main" showMasterSp="1">
  <p:cSld>
    <p:spTree>
      <p:nvGrpSpPr>
        <p:cNvPr id="149" name=""/>
        <p:cNvGrpSpPr/>
        <p:nvPr/>
      </p:nvGrpSpPr>
      <p:grpSpPr>
        <a:xfrm rot="0">
          <a:off x="0" y="0"/>
          <a:ext cx="0" cy="0"/>
          <a:chOff x="0" y="0"/>
          <a:chExt cx="0" cy="0"/>
        </a:xfrm>
      </p:grpSpPr>
      <p:sp>
        <p:nvSpPr>
          <p:cNvPr id="1048706"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707" name=""/>
          <p:cNvSpPr/>
          <p:nvPr>
            <p:ph sz="full" idx="1"/>
          </p:nvPr>
        </p:nvSpPr>
        <p:spPr>
          <a:xfrm rot="0">
            <a:off x="822325" y="1100137"/>
            <a:ext cx="7521575" cy="3579812"/>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l" eaLnBrk="1" fontAlgn="base" hangingPunct="1" indent="-342900" latinLnBrk="1" lvl="0" marL="342900">
              <a:lnSpc>
                <a:spcPct val="100000"/>
              </a:lnSpc>
              <a:spcBef>
                <a:spcPts val="800"/>
              </a:spcBef>
              <a:spcAft>
                <a:spcPct val="0"/>
              </a:spcAft>
              <a:buSzPct val="100000"/>
              <a:buFontTx/>
              <a:buNone/>
            </a:pPr>
            <a:r>
              <a:rPr altLang="en-US" baseline="0" lang="en-GB" u="none">
                <a:solidFill>
                  <a:srgbClr val="000000"/>
                </a:solidFill>
                <a:latin typeface="Franklin Gothic Book" pitchFamily="34" charset="0"/>
                <a:sym typeface="Verdana" pitchFamily="34" charset="0"/>
              </a:rPr>
              <a:t>	</a:t>
            </a:r>
            <a:r>
              <a:rPr altLang="en-US" baseline="0" sz="3200" lang="en-US" u="none">
                <a:solidFill>
                  <a:srgbClr val="000000"/>
                </a:solidFill>
                <a:latin typeface="Franklin Gothic Book" pitchFamily="34" charset="0"/>
                <a:sym typeface="Verdana" pitchFamily="34" charset="0"/>
              </a:rPr>
              <a:t>Major Premise:	Many teenagers don’t respect their parents</a:t>
            </a:r>
          </a:p>
          <a:p>
            <a:pPr algn="l" eaLnBrk="1" fontAlgn="base" hangingPunct="1" indent="-342900" latinLnBrk="1" lvl="0" marL="342900">
              <a:lnSpc>
                <a:spcPct val="100000"/>
              </a:lnSpc>
              <a:spcBef>
                <a:spcPts val="800"/>
              </a:spcBef>
              <a:spcAft>
                <a:spcPct val="0"/>
              </a:spcAft>
              <a:buSzPct val="100000"/>
              <a:buFontTx/>
              <a:buNone/>
            </a:pPr>
            <a:r>
              <a:rPr altLang="en-US" baseline="0" sz="3200" lang="en-GB" u="none">
                <a:solidFill>
                  <a:srgbClr val="000000"/>
                </a:solidFill>
                <a:latin typeface="Franklin Gothic Book" pitchFamily="34" charset="0"/>
                <a:sym typeface="Verdana" pitchFamily="34" charset="0"/>
              </a:rPr>
              <a:t>	Minor Premise:	Mary is a teenager</a:t>
            </a:r>
          </a:p>
          <a:p>
            <a:pPr algn="l" eaLnBrk="1" fontAlgn="base" hangingPunct="1" indent="-342900" latinLnBrk="1" lvl="0" marL="342900">
              <a:lnSpc>
                <a:spcPct val="100000"/>
              </a:lnSpc>
              <a:spcBef>
                <a:spcPts val="800"/>
              </a:spcBef>
              <a:spcAft>
                <a:spcPct val="0"/>
              </a:spcAft>
              <a:buSzPct val="100000"/>
              <a:buFontTx/>
              <a:buNone/>
            </a:pPr>
            <a:r>
              <a:rPr altLang="en-US" baseline="0" sz="3200" lang="en-GB" u="none">
                <a:solidFill>
                  <a:srgbClr val="000000"/>
                </a:solidFill>
                <a:latin typeface="Franklin Gothic Book" pitchFamily="34" charset="0"/>
                <a:sym typeface="Verdana" pitchFamily="34" charset="0"/>
              </a:rPr>
              <a:t>	Conclusion:		Mary does not respect her parents.</a:t>
            </a:r>
          </a:p>
          <a:p>
            <a:pPr algn="l" eaLnBrk="1" fontAlgn="base" hangingPunct="1" indent="-342900" latinLnBrk="1" lvl="0" marL="342900">
              <a:lnSpc>
                <a:spcPct val="100000"/>
              </a:lnSpc>
              <a:spcBef>
                <a:spcPts val="800"/>
              </a:spcBef>
              <a:spcAft>
                <a:spcPct val="0"/>
              </a:spcAft>
              <a:buSzPct val="100000"/>
              <a:buFontTx/>
              <a:buNone/>
            </a:pPr>
            <a:r>
              <a:rPr altLang="en-US" baseline="0" sz="3200" lang="en-GB" u="none">
                <a:solidFill>
                  <a:srgbClr val="000000"/>
                </a:solidFill>
                <a:latin typeface="Franklin Gothic Book" pitchFamily="34" charset="0"/>
                <a:sym typeface="Verdana" pitchFamily="34" charset="0"/>
              </a:rPr>
              <a:t> </a:t>
            </a:r>
          </a:p>
        </p:txBody>
      </p:sp>
    </p:spTree>
  </p:cSld>
  <p:clrMapOvr>
    <a:masterClrMapping/>
  </p:clrMapOvr>
  <p:transition spd="fast" advClick="1">
    <p:comb dir="horz"/>
  </p:transition>
</p:sld>
</file>

<file path=ppt/slides/slide61.xml><?xml version="1.0" encoding="utf-8"?>
<p:sld xmlns:a="http://schemas.openxmlformats.org/drawingml/2006/main" xmlns:r="http://schemas.openxmlformats.org/officeDocument/2006/relationships" xmlns:p="http://schemas.openxmlformats.org/presentationml/2006/main" showMasterSp="1">
  <p:cSld>
    <p:spTree>
      <p:nvGrpSpPr>
        <p:cNvPr id="150" name=""/>
        <p:cNvGrpSpPr/>
        <p:nvPr/>
      </p:nvGrpSpPr>
      <p:grpSpPr>
        <a:xfrm rot="0">
          <a:off x="0" y="0"/>
          <a:ext cx="0" cy="0"/>
          <a:chOff x="0" y="0"/>
          <a:chExt cx="0" cy="0"/>
        </a:xfrm>
      </p:grpSpPr>
      <p:sp>
        <p:nvSpPr>
          <p:cNvPr id="1048708"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709" name=""/>
          <p:cNvSpPr/>
          <p:nvPr>
            <p:ph sz="full" idx="1"/>
          </p:nvPr>
        </p:nvSpPr>
        <p:spPr>
          <a:xfrm rot="0">
            <a:off x="822325" y="1100137"/>
            <a:ext cx="7521575" cy="3579812"/>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sz="3200" lang="en-GB" u="none">
                <a:solidFill>
                  <a:srgbClr val="000000"/>
                </a:solidFill>
                <a:latin typeface="Franklin Gothic Book" pitchFamily="34" charset="0"/>
                <a:sym typeface="Verdana" pitchFamily="34" charset="0"/>
              </a:rPr>
              <a:t>All the above syllogisms are examples of faulty premise fallacies. You should always appreciate that a major premise is faulty if it is false (not true) and if it contains a limiting word such as some, many and all.</a:t>
            </a:r>
          </a:p>
          <a:p>
            <a:pPr algn="l" eaLnBrk="1" fontAlgn="base" hangingPunct="1" indent="-342900" latinLnBrk="1" lvl="0" marL="342900">
              <a:lnSpc>
                <a:spcPct val="100000"/>
              </a:lnSpc>
              <a:spcBef>
                <a:spcPts val="800"/>
              </a:spcBef>
              <a:spcAft>
                <a:spcPct val="0"/>
              </a:spcAft>
              <a:buSzPct val="100000"/>
              <a:buFontTx/>
              <a:buNone/>
            </a:pPr>
            <a:r>
              <a:rPr altLang="en-US" baseline="0" sz="3200" lang="en-GB" u="none">
                <a:solidFill>
                  <a:srgbClr val="000000"/>
                </a:solidFill>
                <a:latin typeface="Franklin Gothic Book" pitchFamily="34" charset="0"/>
                <a:sym typeface="Verdana" pitchFamily="34" charset="0"/>
              </a:rPr>
              <a:t> </a:t>
            </a:r>
          </a:p>
          <a:p>
            <a:pPr algn="l" eaLnBrk="1" fontAlgn="base" hangingPunct="1" indent="-342900" latinLnBrk="1" lvl="0" marL="342900">
              <a:lnSpc>
                <a:spcPct val="100000"/>
              </a:lnSpc>
              <a:spcBef>
                <a:spcPts val="800"/>
              </a:spcBef>
              <a:spcAft>
                <a:spcPct val="0"/>
              </a:spcAft>
              <a:buSzPct val="100000"/>
              <a:buFontTx/>
              <a:buNone/>
            </a:pPr>
            <a:endParaRPr altLang="en-US" baseline="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62.xml><?xml version="1.0" encoding="utf-8"?>
<p:sld xmlns:a="http://schemas.openxmlformats.org/drawingml/2006/main" xmlns:r="http://schemas.openxmlformats.org/officeDocument/2006/relationships" xmlns:p="http://schemas.openxmlformats.org/presentationml/2006/main" showMasterSp="1">
  <p:cSld>
    <p:spTree>
      <p:nvGrpSpPr>
        <p:cNvPr id="151" name=""/>
        <p:cNvGrpSpPr/>
        <p:nvPr/>
      </p:nvGrpSpPr>
      <p:grpSpPr>
        <a:xfrm rot="0">
          <a:off x="0" y="0"/>
          <a:ext cx="0" cy="0"/>
          <a:chOff x="0" y="0"/>
          <a:chExt cx="0" cy="0"/>
        </a:xfrm>
      </p:grpSpPr>
      <p:sp>
        <p:nvSpPr>
          <p:cNvPr id="1048710"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r>
              <a:rPr altLang="en-US" baseline="0" b="1" sz="3200" lang="en-US" u="none">
                <a:solidFill>
                  <a:srgbClr val="FF0000"/>
                </a:solidFill>
                <a:latin typeface="Franklin Gothic Medium" pitchFamily="34" charset="0"/>
                <a:sym typeface="Verdana" pitchFamily="34" charset="0"/>
              </a:rPr>
              <a:t>ATTACKING THE PERSON AND NOT THE ISSUE FALLACY</a:t>
            </a:r>
          </a:p>
        </p:txBody>
      </p:sp>
      <p:sp>
        <p:nvSpPr>
          <p:cNvPr id="1048711" name=""/>
          <p:cNvSpPr/>
          <p:nvPr>
            <p:ph sz="full" idx="1"/>
          </p:nvPr>
        </p:nvSpPr>
        <p:spPr>
          <a:xfrm rot="0">
            <a:off x="381000" y="1600200"/>
            <a:ext cx="8534400" cy="49530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sz="2800" lang="en-GB" u="none">
                <a:solidFill>
                  <a:srgbClr val="000000"/>
                </a:solidFill>
                <a:latin typeface="Franklin Gothic Book" pitchFamily="34" charset="0"/>
                <a:sym typeface="Verdana" pitchFamily="34" charset="0"/>
              </a:rPr>
              <a:t>It is also known as an </a:t>
            </a:r>
            <a:r>
              <a:rPr altLang="en-US" baseline="0" sz="2800" i="1" lang="en-GB" u="none">
                <a:solidFill>
                  <a:srgbClr val="000000"/>
                </a:solidFill>
                <a:latin typeface="Franklin Gothic Book" pitchFamily="34" charset="0"/>
                <a:sym typeface="Verdana" pitchFamily="34" charset="0"/>
              </a:rPr>
              <a:t>argument against the person. </a:t>
            </a:r>
            <a:r>
              <a:rPr altLang="en-US" baseline="0" sz="2800" lang="en-GB" u="none">
                <a:solidFill>
                  <a:srgbClr val="000000"/>
                </a:solidFill>
                <a:latin typeface="Franklin Gothic Book" pitchFamily="34" charset="0"/>
                <a:sym typeface="Verdana" pitchFamily="34" charset="0"/>
              </a:rPr>
              <a:t>The Latin name for this fallacy is </a:t>
            </a:r>
            <a:r>
              <a:rPr altLang="en-US" baseline="0" sz="2800" i="1" lang="en-GB" u="none">
                <a:solidFill>
                  <a:srgbClr val="000000"/>
                </a:solidFill>
                <a:latin typeface="Franklin Gothic Book" pitchFamily="34" charset="0"/>
                <a:sym typeface="Verdana" pitchFamily="34" charset="0"/>
              </a:rPr>
              <a:t>adhominem</a:t>
            </a:r>
            <a:r>
              <a:rPr altLang="en-US" baseline="0" sz="2800" lang="en-GB" u="none">
                <a:solidFill>
                  <a:srgbClr val="000000"/>
                </a:solidFill>
                <a:latin typeface="Franklin Gothic Book" pitchFamily="34" charset="0"/>
                <a:sym typeface="Verdana" pitchFamily="34" charset="0"/>
              </a:rPr>
              <a:t> which means </a:t>
            </a:r>
            <a:r>
              <a:rPr altLang="en-US" baseline="0" sz="2800" i="1" lang="en-GB" u="none">
                <a:solidFill>
                  <a:srgbClr val="000000"/>
                </a:solidFill>
                <a:latin typeface="Franklin Gothic Book" pitchFamily="34" charset="0"/>
                <a:sym typeface="Verdana" pitchFamily="34" charset="0"/>
              </a:rPr>
              <a:t>against the man or person</a:t>
            </a:r>
            <a:r>
              <a:rPr altLang="en-US" baseline="0" sz="2800" lang="en-GB" u="none">
                <a:solidFill>
                  <a:srgbClr val="000000"/>
                </a:solidFill>
                <a:latin typeface="Franklin Gothic Book" pitchFamily="34" charset="0"/>
                <a:sym typeface="Verdana" pitchFamily="34" charset="0"/>
              </a:rPr>
              <a:t>. It is committed by a speaker or writer who attacks the person who offers an argument not the argument itself.</a:t>
            </a:r>
            <a:r>
              <a:rPr altLang="en-US" baseline="0" sz="2800" i="1" lang="en-GB" u="none">
                <a:solidFill>
                  <a:srgbClr val="000000"/>
                </a:solidFill>
                <a:latin typeface="Franklin Gothic Book" pitchFamily="34" charset="0"/>
                <a:sym typeface="Verdana" pitchFamily="34" charset="0"/>
              </a:rPr>
              <a:t> </a:t>
            </a:r>
            <a:r>
              <a:rPr altLang="en-US" baseline="0" sz="2800" lang="en-US" u="none">
                <a:solidFill>
                  <a:srgbClr val="000000"/>
                </a:solidFill>
                <a:latin typeface="Franklin Gothic Book" pitchFamily="34" charset="0"/>
                <a:sym typeface="Verdana" pitchFamily="34" charset="0"/>
              </a:rPr>
              <a:t>Basically what happens here is the person who advances an argument (or asserts a statement) is attacked as opposed to providing a rational critique of the argument or statement itself. </a:t>
            </a:r>
          </a:p>
          <a:p>
            <a:pPr algn="l" eaLnBrk="1" fontAlgn="base" hangingPunct="1" indent="-342900" latinLnBrk="1" lvl="0" marL="342900">
              <a:lnSpc>
                <a:spcPct val="100000"/>
              </a:lnSpc>
              <a:spcBef>
                <a:spcPts val="800"/>
              </a:spcBef>
              <a:spcAft>
                <a:spcPct val="0"/>
              </a:spcAft>
              <a:buSzPct val="100000"/>
              <a:buFontTx/>
              <a:buNone/>
            </a:pPr>
            <a:endParaRPr altLang="en-US" baseline="0" sz="280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63.xml><?xml version="1.0" encoding="utf-8"?>
<p:sld xmlns:a="http://schemas.openxmlformats.org/drawingml/2006/main" xmlns:r="http://schemas.openxmlformats.org/officeDocument/2006/relationships" xmlns:p="http://schemas.openxmlformats.org/presentationml/2006/main" showMasterSp="1">
  <p:cSld>
    <p:spTree>
      <p:nvGrpSpPr>
        <p:cNvPr id="152" name=""/>
        <p:cNvGrpSpPr/>
        <p:nvPr/>
      </p:nvGrpSpPr>
      <p:grpSpPr>
        <a:xfrm rot="0">
          <a:off x="0" y="0"/>
          <a:ext cx="0" cy="0"/>
          <a:chOff x="0" y="0"/>
          <a:chExt cx="0" cy="0"/>
        </a:xfrm>
      </p:grpSpPr>
      <p:sp>
        <p:nvSpPr>
          <p:cNvPr id="1048712"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713" name=""/>
          <p:cNvSpPr/>
          <p:nvPr>
            <p:ph sz="full" idx="1"/>
          </p:nvPr>
        </p:nvSpPr>
        <p:spPr>
          <a:xfrm rot="0">
            <a:off x="381000" y="1600200"/>
            <a:ext cx="8534400" cy="46482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sz="2800" lang="en-GB" u="none">
                <a:solidFill>
                  <a:srgbClr val="000000"/>
                </a:solidFill>
                <a:latin typeface="Franklin Gothic Book" pitchFamily="34" charset="0"/>
                <a:sym typeface="Verdana" pitchFamily="34" charset="0"/>
              </a:rPr>
              <a:t>Typically this fallacy takes many forms. For example, the person's character, circumstances, nationality, religion, expertise, qualifications, experience, physical appearance and dress may be attacked. Alternatively, it may be pointed out that a person stands to gain from a favourable outcome. Or, finally, a person may be attacked by association, or by the company he keeps.</a:t>
            </a:r>
          </a:p>
          <a:p>
            <a:pPr algn="l" eaLnBrk="1" fontAlgn="base" hangingPunct="1" indent="-342900" latinLnBrk="1" lvl="0" marL="342900">
              <a:lnSpc>
                <a:spcPct val="100000"/>
              </a:lnSpc>
              <a:spcBef>
                <a:spcPts val="800"/>
              </a:spcBef>
              <a:spcAft>
                <a:spcPct val="0"/>
              </a:spcAft>
              <a:buSzPct val="100000"/>
              <a:buFontTx/>
              <a:buNone/>
            </a:pPr>
            <a:endParaRPr altLang="en-US" baseline="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64.xml><?xml version="1.0" encoding="utf-8"?>
<p:sld xmlns:a="http://schemas.openxmlformats.org/drawingml/2006/main" xmlns:r="http://schemas.openxmlformats.org/officeDocument/2006/relationships" xmlns:p="http://schemas.openxmlformats.org/presentationml/2006/main" showMasterSp="1">
  <p:cSld>
    <p:spTree>
      <p:nvGrpSpPr>
        <p:cNvPr id="153" name=""/>
        <p:cNvGrpSpPr/>
        <p:nvPr/>
      </p:nvGrpSpPr>
      <p:grpSpPr>
        <a:xfrm rot="0">
          <a:off x="0" y="0"/>
          <a:ext cx="0" cy="0"/>
          <a:chOff x="0" y="0"/>
          <a:chExt cx="0" cy="0"/>
        </a:xfrm>
      </p:grpSpPr>
      <p:sp>
        <p:nvSpPr>
          <p:cNvPr id="1048714"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715" name=""/>
          <p:cNvSpPr/>
          <p:nvPr>
            <p:ph sz="full" idx="1"/>
          </p:nvPr>
        </p:nvSpPr>
        <p:spPr>
          <a:xfrm rot="0">
            <a:off x="304800" y="1524000"/>
            <a:ext cx="8378825" cy="51054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l"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sz="3200" lang="en-GB" u="none">
                <a:solidFill>
                  <a:srgbClr val="000000"/>
                </a:solidFill>
                <a:latin typeface="Franklin Gothic Book" pitchFamily="34" charset="0"/>
                <a:sym typeface="Verdana" pitchFamily="34" charset="0"/>
              </a:rPr>
              <a:t>There are three major forms of Attacking the Person: </a:t>
            </a:r>
          </a:p>
          <a:p>
            <a:pPr algn="l" eaLnBrk="1" fontAlgn="base" hangingPunct="1" indent="-342900" latinLnBrk="1" lvl="1" marL="171450">
              <a:lnSpc>
                <a:spcPct val="100000"/>
              </a:lnSpc>
              <a:spcBef>
                <a:spcPts val="300"/>
              </a:spcBef>
              <a:spcAft>
                <a:spcPct val="0"/>
              </a:spcAft>
              <a:buClr>
                <a:srgbClr val="F96A1B"/>
              </a:buClr>
              <a:buSzPct val="100000"/>
              <a:buFont typeface="Wingdings" pitchFamily="2" charset="2"/>
              <a:buChar char="§"/>
            </a:pPr>
            <a:r>
              <a:rPr altLang="en-US" baseline="0" sz="2800" lang="en-GB" u="none">
                <a:solidFill>
                  <a:srgbClr val="000000"/>
                </a:solidFill>
                <a:latin typeface="Franklin Gothic Book" pitchFamily="34" charset="0"/>
                <a:sym typeface="Verdana" pitchFamily="34" charset="0"/>
              </a:rPr>
              <a:t>Ad hominem (abusive): instead of attacking an assertion, the argument attacks the person who made the assertion. </a:t>
            </a:r>
          </a:p>
          <a:p>
            <a:pPr algn="l" eaLnBrk="1" fontAlgn="base" hangingPunct="1" indent="-342900" latinLnBrk="1" lvl="1" marL="171450">
              <a:lnSpc>
                <a:spcPct val="100000"/>
              </a:lnSpc>
              <a:spcBef>
                <a:spcPts val="300"/>
              </a:spcBef>
              <a:spcAft>
                <a:spcPct val="0"/>
              </a:spcAft>
              <a:buClr>
                <a:srgbClr val="F96A1B"/>
              </a:buClr>
              <a:buSzPct val="100000"/>
              <a:buFont typeface="Wingdings" pitchFamily="2" charset="2"/>
              <a:buChar char="§"/>
            </a:pPr>
            <a:r>
              <a:rPr altLang="en-US" baseline="0" sz="2800" lang="en-GB" u="none">
                <a:solidFill>
                  <a:srgbClr val="000000"/>
                </a:solidFill>
                <a:latin typeface="Franklin Gothic Book" pitchFamily="34" charset="0"/>
                <a:sym typeface="Verdana" pitchFamily="34" charset="0"/>
              </a:rPr>
              <a:t>Ad hominem (circumstantial): instead of attacking an assertion the author points to the relationship between the person making the assertion and the person's circumstances. </a:t>
            </a:r>
          </a:p>
          <a:p>
            <a:pPr algn="l" eaLnBrk="1" fontAlgn="base" hangingPunct="1" indent="-342900" latinLnBrk="1" lvl="0" marL="342900">
              <a:lnSpc>
                <a:spcPct val="100000"/>
              </a:lnSpc>
              <a:spcBef>
                <a:spcPts val="800"/>
              </a:spcBef>
              <a:spcAft>
                <a:spcPct val="0"/>
              </a:spcAft>
              <a:buSzPct val="100000"/>
              <a:buFontTx/>
              <a:buNone/>
            </a:pPr>
            <a:endParaRPr altLang="en-US" baseline="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65.xml><?xml version="1.0" encoding="utf-8"?>
<p:sld xmlns:a="http://schemas.openxmlformats.org/drawingml/2006/main" xmlns:r="http://schemas.openxmlformats.org/officeDocument/2006/relationships" xmlns:p="http://schemas.openxmlformats.org/presentationml/2006/main" showMasterSp="1">
  <p:cSld>
    <p:spTree>
      <p:nvGrpSpPr>
        <p:cNvPr id="154" name=""/>
        <p:cNvGrpSpPr/>
        <p:nvPr/>
      </p:nvGrpSpPr>
      <p:grpSpPr>
        <a:xfrm rot="0">
          <a:off x="0" y="0"/>
          <a:ext cx="0" cy="0"/>
          <a:chOff x="0" y="0"/>
          <a:chExt cx="0" cy="0"/>
        </a:xfrm>
      </p:grpSpPr>
      <p:sp>
        <p:nvSpPr>
          <p:cNvPr id="1048716"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717" name=""/>
          <p:cNvSpPr/>
          <p:nvPr>
            <p:ph sz="full" idx="1"/>
          </p:nvPr>
        </p:nvSpPr>
        <p:spPr>
          <a:xfrm rot="0">
            <a:off x="822325" y="1100137"/>
            <a:ext cx="7521575" cy="3579812"/>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l" eaLnBrk="1" fontAlgn="base" hangingPunct="1" indent="-205740" latinLnBrk="1" lvl="1" marL="342900">
              <a:lnSpc>
                <a:spcPct val="100000"/>
              </a:lnSpc>
              <a:spcBef>
                <a:spcPts val="300"/>
              </a:spcBef>
              <a:spcAft>
                <a:spcPct val="0"/>
              </a:spcAft>
              <a:buClr>
                <a:srgbClr val="434342"/>
              </a:buClr>
              <a:buSzPct val="100000"/>
              <a:buFont typeface="Wingdings" pitchFamily="2" charset="2"/>
              <a:buChar char="Ø"/>
            </a:pPr>
            <a:r>
              <a:rPr altLang="en-US" baseline="0" sz="3200" lang="en-GB" u="none">
                <a:solidFill>
                  <a:srgbClr val="000000"/>
                </a:solidFill>
                <a:latin typeface="Franklin Gothic Book" pitchFamily="34" charset="0"/>
                <a:sym typeface="Verdana" pitchFamily="34" charset="0"/>
              </a:rPr>
              <a:t>Ad hominem (tu quoque): this form of attack on the person notes that a person does not practise what he preaches. </a:t>
            </a:r>
          </a:p>
          <a:p>
            <a:pPr algn="l" eaLnBrk="1" fontAlgn="base" hangingPunct="1" indent="-205740" latinLnBrk="1" lvl="1" marL="342900">
              <a:lnSpc>
                <a:spcPct val="100000"/>
              </a:lnSpc>
              <a:spcBef>
                <a:spcPts val="300"/>
              </a:spcBef>
              <a:spcAft>
                <a:spcPct val="0"/>
              </a:spcAft>
              <a:buClr>
                <a:srgbClr val="434342"/>
              </a:buClr>
              <a:buSzPct val="100000"/>
              <a:buFont typeface="Wingdings" pitchFamily="2" charset="2"/>
              <a:buChar char="Ø"/>
            </a:pPr>
            <a:r>
              <a:rPr altLang="en-US" baseline="0" sz="3200" lang="en-GB" u="none">
                <a:solidFill>
                  <a:srgbClr val="000000"/>
                </a:solidFill>
                <a:latin typeface="Franklin Gothic Book" pitchFamily="34" charset="0"/>
                <a:sym typeface="Verdana" pitchFamily="34" charset="0"/>
              </a:rPr>
              <a:t>You may argue that God doesn't exist, but you are just a fat idiot</a:t>
            </a:r>
            <a:r>
              <a:rPr altLang="en-US" baseline="0" b="1" sz="3200" lang="en-GB" u="none">
                <a:solidFill>
                  <a:srgbClr val="000000"/>
                </a:solidFill>
                <a:latin typeface="Franklin Gothic Book" pitchFamily="34" charset="0"/>
                <a:sym typeface="Verdana" pitchFamily="34" charset="0"/>
              </a:rPr>
              <a:t>.</a:t>
            </a:r>
            <a:r>
              <a:rPr altLang="en-US" baseline="0" sz="3200" lang="en-US" u="none">
                <a:solidFill>
                  <a:srgbClr val="000000"/>
                </a:solidFill>
                <a:latin typeface="Franklin Gothic Book" pitchFamily="34" charset="0"/>
                <a:sym typeface="Verdana" pitchFamily="34" charset="0"/>
              </a:rPr>
              <a:t> (ad hominem abusive)</a:t>
            </a:r>
          </a:p>
          <a:p>
            <a:pPr algn="l" eaLnBrk="1" fontAlgn="base" hangingPunct="1" indent="-342900" latinLnBrk="1" lvl="0" marL="342900">
              <a:lnSpc>
                <a:spcPct val="100000"/>
              </a:lnSpc>
              <a:spcBef>
                <a:spcPts val="800"/>
              </a:spcBef>
              <a:spcAft>
                <a:spcPct val="0"/>
              </a:spcAft>
              <a:buSzPct val="100000"/>
              <a:buFontTx/>
              <a:buNone/>
            </a:pPr>
            <a:endParaRPr altLang="en-US" baseline="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66.xml><?xml version="1.0" encoding="utf-8"?>
<p:sld xmlns:a="http://schemas.openxmlformats.org/drawingml/2006/main" xmlns:r="http://schemas.openxmlformats.org/officeDocument/2006/relationships" xmlns:p="http://schemas.openxmlformats.org/presentationml/2006/main" showMasterSp="1">
  <p:cSld>
    <p:spTree>
      <p:nvGrpSpPr>
        <p:cNvPr id="155" name=""/>
        <p:cNvGrpSpPr/>
        <p:nvPr/>
      </p:nvGrpSpPr>
      <p:grpSpPr>
        <a:xfrm rot="0">
          <a:off x="0" y="0"/>
          <a:ext cx="0" cy="0"/>
          <a:chOff x="0" y="0"/>
          <a:chExt cx="0" cy="0"/>
        </a:xfrm>
      </p:grpSpPr>
      <p:sp>
        <p:nvSpPr>
          <p:cNvPr id="1048718"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719" name=""/>
          <p:cNvSpPr/>
          <p:nvPr>
            <p:ph sz="full" idx="1"/>
          </p:nvPr>
        </p:nvSpPr>
        <p:spPr>
          <a:xfrm rot="0">
            <a:off x="381000" y="1827212"/>
            <a:ext cx="8302625" cy="4649787"/>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sz="2800" lang="en-GB" u="none">
                <a:solidFill>
                  <a:srgbClr val="000000"/>
                </a:solidFill>
                <a:latin typeface="Franklin Gothic Book" pitchFamily="34" charset="0"/>
                <a:sym typeface="Verdana" pitchFamily="34" charset="0"/>
              </a:rPr>
              <a:t>We should discount what Honourable Mponda says about cutting taxes because he stands to benefit from a lower tax rate. (ad hominem circumstantial) </a:t>
            </a:r>
          </a:p>
          <a:p>
            <a:pPr algn="just" eaLnBrk="1" fontAlgn="base" hangingPunct="1" indent="-342900" latinLnBrk="1" lvl="0" marL="342900">
              <a:lnSpc>
                <a:spcPct val="100000"/>
              </a:lnSpc>
              <a:spcBef>
                <a:spcPts val="800"/>
              </a:spcBef>
              <a:spcAft>
                <a:spcPct val="0"/>
              </a:spcAft>
              <a:buSzPct val="100000"/>
              <a:buFontTx/>
              <a:buNone/>
            </a:pPr>
            <a:r>
              <a:rPr altLang="en-US" baseline="0" sz="2800" lang="en-GB" u="none">
                <a:solidFill>
                  <a:srgbClr val="000000"/>
                </a:solidFill>
                <a:latin typeface="Franklin Gothic Book" pitchFamily="34" charset="0"/>
                <a:sym typeface="Verdana" pitchFamily="34" charset="0"/>
              </a:rPr>
              <a:t>We should disregard Fred's argument because he is just angry about the fact that defendant once cheated him out of K100 000. (ad hominem circumstantial) </a:t>
            </a:r>
          </a:p>
          <a:p>
            <a:pPr algn="l" eaLnBrk="1" fontAlgn="base" hangingPunct="1" indent="-342900" latinLnBrk="1" lvl="0" marL="342900">
              <a:lnSpc>
                <a:spcPct val="100000"/>
              </a:lnSpc>
              <a:spcBef>
                <a:spcPts val="800"/>
              </a:spcBef>
              <a:spcAft>
                <a:spcPct val="0"/>
              </a:spcAft>
              <a:buSzPct val="100000"/>
              <a:buFontTx/>
              <a:buNone/>
            </a:pPr>
            <a:endParaRPr altLang="en-US" baseline="0" sz="280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67.xml><?xml version="1.0" encoding="utf-8"?>
<p:sld xmlns:a="http://schemas.openxmlformats.org/drawingml/2006/main" xmlns:r="http://schemas.openxmlformats.org/officeDocument/2006/relationships" xmlns:p="http://schemas.openxmlformats.org/presentationml/2006/main" showMasterSp="1">
  <p:cSld>
    <p:spTree>
      <p:nvGrpSpPr>
        <p:cNvPr id="156" name=""/>
        <p:cNvGrpSpPr/>
        <p:nvPr/>
      </p:nvGrpSpPr>
      <p:grpSpPr>
        <a:xfrm rot="0">
          <a:off x="0" y="0"/>
          <a:ext cx="0" cy="0"/>
          <a:chOff x="0" y="0"/>
          <a:chExt cx="0" cy="0"/>
        </a:xfrm>
      </p:grpSpPr>
      <p:sp>
        <p:nvSpPr>
          <p:cNvPr id="1048720"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721" name=""/>
          <p:cNvSpPr/>
          <p:nvPr>
            <p:ph sz="full" idx="1"/>
          </p:nvPr>
        </p:nvSpPr>
        <p:spPr>
          <a:xfrm rot="0">
            <a:off x="228600" y="1827212"/>
            <a:ext cx="8455025" cy="41148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b="0" sz="3200" lang="en-GB" u="none">
                <a:solidFill>
                  <a:srgbClr val="000000"/>
                </a:solidFill>
                <a:latin typeface="Franklin Gothic Book" pitchFamily="34" charset="0"/>
                <a:sym typeface="Verdana" pitchFamily="34" charset="0"/>
              </a:rPr>
              <a:t>You say I should give up alcohol, but you haven't been sober for more than a year yourself. (ad hominem tu quoque) </a:t>
            </a:r>
          </a:p>
          <a:p>
            <a:pPr algn="just" eaLnBrk="1" fontAlgn="base" hangingPunct="1" indent="-342900" latinLnBrk="1" lvl="0" marL="342900">
              <a:lnSpc>
                <a:spcPct val="100000"/>
              </a:lnSpc>
              <a:spcBef>
                <a:spcPts val="800"/>
              </a:spcBef>
              <a:spcAft>
                <a:spcPct val="0"/>
              </a:spcAft>
              <a:buSzPct val="100000"/>
              <a:buFontTx/>
              <a:buNone/>
            </a:pPr>
            <a:r>
              <a:rPr altLang="en-US" baseline="0" b="0" sz="3200" lang="en-GB" u="none">
                <a:solidFill>
                  <a:srgbClr val="000000"/>
                </a:solidFill>
                <a:latin typeface="Franklin Gothic Book" pitchFamily="34" charset="0"/>
                <a:sym typeface="Verdana" pitchFamily="34" charset="0"/>
              </a:rPr>
              <a:t>You claim that Mr. Zimba is innocent, but why should anyone listen to you? You are an ex-convict after all. (ad hominem circumstantial</a:t>
            </a:r>
          </a:p>
          <a:p>
            <a:pPr algn="l" eaLnBrk="1" fontAlgn="base" hangingPunct="1" indent="-342900" latinLnBrk="1" lvl="0" marL="342900">
              <a:lnSpc>
                <a:spcPct val="100000"/>
              </a:lnSpc>
              <a:spcBef>
                <a:spcPts val="800"/>
              </a:spcBef>
              <a:spcAft>
                <a:spcPct val="0"/>
              </a:spcAft>
              <a:buSzPct val="100000"/>
              <a:buFontTx/>
              <a:buNone/>
            </a:pPr>
            <a:endParaRPr altLang="en-US" baseline="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68.xml><?xml version="1.0" encoding="utf-8"?>
<p:sld xmlns:a="http://schemas.openxmlformats.org/drawingml/2006/main" xmlns:r="http://schemas.openxmlformats.org/officeDocument/2006/relationships" xmlns:p="http://schemas.openxmlformats.org/presentationml/2006/main" showMasterSp="1">
  <p:cSld>
    <p:spTree>
      <p:nvGrpSpPr>
        <p:cNvPr id="157" name=""/>
        <p:cNvGrpSpPr/>
        <p:nvPr/>
      </p:nvGrpSpPr>
      <p:grpSpPr>
        <a:xfrm rot="0">
          <a:off x="0" y="0"/>
          <a:ext cx="0" cy="0"/>
          <a:chOff x="0" y="0"/>
          <a:chExt cx="0" cy="0"/>
        </a:xfrm>
      </p:grpSpPr>
      <p:sp>
        <p:nvSpPr>
          <p:cNvPr id="1048722"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r>
              <a:rPr altLang="en-US" baseline="0" b="1" sz="4000" lang="en-US" u="none">
                <a:solidFill>
                  <a:srgbClr val="FF0000"/>
                </a:solidFill>
                <a:latin typeface="Franklin Gothic Medium" pitchFamily="34" charset="0"/>
                <a:sym typeface="Verdana" pitchFamily="34" charset="0"/>
              </a:rPr>
              <a:t>EITHER-OR- FALLACY</a:t>
            </a:r>
          </a:p>
        </p:txBody>
      </p:sp>
      <p:sp>
        <p:nvSpPr>
          <p:cNvPr id="1048723" name=""/>
          <p:cNvSpPr/>
          <p:nvPr>
            <p:ph sz="full" idx="1"/>
          </p:nvPr>
        </p:nvSpPr>
        <p:spPr>
          <a:xfrm rot="0">
            <a:off x="533400" y="1827212"/>
            <a:ext cx="8150225" cy="41148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Tx/>
              <a:buNone/>
            </a:pPr>
            <a:r>
              <a:rPr altLang="en-US" baseline="0" sz="2800" lang="en-GB" u="none">
                <a:solidFill>
                  <a:srgbClr val="000000"/>
                </a:solidFill>
                <a:latin typeface="Franklin Gothic Book" pitchFamily="34" charset="0"/>
                <a:sym typeface="Verdana" pitchFamily="34" charset="0"/>
              </a:rPr>
              <a:t>This is a fallacy of reasoning that omits consideration of all reasonable alternatives. In other words, the reasoner unfairly presents too few choices and then implies that a choice must be made among this short menu. In most cases the writer or speaker offers only two options for dealing with a situation and ignores other possible solutions.</a:t>
            </a:r>
          </a:p>
          <a:p>
            <a:pPr algn="l" eaLnBrk="1" fontAlgn="base" hangingPunct="1" indent="-342900" latinLnBrk="1" lvl="0" marL="342900">
              <a:lnSpc>
                <a:spcPct val="100000"/>
              </a:lnSpc>
              <a:spcBef>
                <a:spcPts val="800"/>
              </a:spcBef>
              <a:spcAft>
                <a:spcPct val="0"/>
              </a:spcAft>
              <a:buSzPct val="100000"/>
              <a:buFontTx/>
              <a:buNone/>
            </a:pPr>
            <a:endParaRPr altLang="en-US" baseline="0" sz="280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69.xml><?xml version="1.0" encoding="utf-8"?>
<p:sld xmlns:a="http://schemas.openxmlformats.org/drawingml/2006/main" xmlns:r="http://schemas.openxmlformats.org/officeDocument/2006/relationships" xmlns:p="http://schemas.openxmlformats.org/presentationml/2006/main" showMasterSp="1">
  <p:cSld>
    <p:spTree>
      <p:nvGrpSpPr>
        <p:cNvPr id="158" name=""/>
        <p:cNvGrpSpPr/>
        <p:nvPr/>
      </p:nvGrpSpPr>
      <p:grpSpPr>
        <a:xfrm rot="0">
          <a:off x="0" y="0"/>
          <a:ext cx="0" cy="0"/>
          <a:chOff x="0" y="0"/>
          <a:chExt cx="0" cy="0"/>
        </a:xfrm>
      </p:grpSpPr>
      <p:sp>
        <p:nvSpPr>
          <p:cNvPr id="1048724"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725" name=""/>
          <p:cNvSpPr/>
          <p:nvPr>
            <p:ph sz="full" idx="1"/>
          </p:nvPr>
        </p:nvSpPr>
        <p:spPr>
          <a:xfrm rot="0">
            <a:off x="381000" y="1676400"/>
            <a:ext cx="8610600" cy="51816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 typeface="Wingdings" pitchFamily="2" charset="2"/>
              <a:buChar char="Ø"/>
            </a:pPr>
            <a:r>
              <a:rPr altLang="en-US" baseline="0" sz="2800" lang="en-GB" u="none">
                <a:solidFill>
                  <a:srgbClr val="000000"/>
                </a:solidFill>
                <a:latin typeface="Franklin Gothic Book" pitchFamily="34" charset="0"/>
                <a:sym typeface="Verdana" pitchFamily="34" charset="0"/>
              </a:rPr>
              <a:t>This fallacy is also known as </a:t>
            </a:r>
            <a:r>
              <a:rPr altLang="en-US" baseline="0" sz="2800" i="1" lang="en-GB" u="none">
                <a:solidFill>
                  <a:srgbClr val="000000"/>
                </a:solidFill>
                <a:latin typeface="Franklin Gothic Book" pitchFamily="34" charset="0"/>
                <a:sym typeface="Verdana" pitchFamily="34" charset="0"/>
              </a:rPr>
              <a:t>false dilemma </a:t>
            </a:r>
            <a:r>
              <a:rPr altLang="en-US" baseline="0" sz="2800" lang="en-US" u="none">
                <a:solidFill>
                  <a:srgbClr val="000000"/>
                </a:solidFill>
                <a:latin typeface="Franklin Gothic Book" pitchFamily="34" charset="0"/>
                <a:sym typeface="Verdana" pitchFamily="34" charset="0"/>
              </a:rPr>
              <a:t>because one poses what look like a true dilemma- I must pick one or the other- when in fact, there are other viable alternatives. Those who use this fallacy try to force their audience to accept a conclusion by presenting only two possible options, one of which is clearly desirable. These people fail to account for the complexity of an idea sometimes purposely in order to force adherence to their preferred agenda.</a:t>
            </a:r>
          </a:p>
          <a:p>
            <a:pPr algn="l" eaLnBrk="1" fontAlgn="base" hangingPunct="1" indent="-342900" latinLnBrk="1" lvl="0" marL="342900">
              <a:lnSpc>
                <a:spcPct val="100000"/>
              </a:lnSpc>
              <a:spcBef>
                <a:spcPts val="800"/>
              </a:spcBef>
              <a:spcAft>
                <a:spcPct val="0"/>
              </a:spcAft>
              <a:buSzPct val="100000"/>
              <a:buFontTx/>
              <a:buNone/>
            </a:pPr>
            <a:r>
              <a:rPr altLang="en-US" baseline="0" sz="2800" lang="en-GB" u="none">
                <a:solidFill>
                  <a:srgbClr val="000000"/>
                </a:solidFill>
                <a:latin typeface="Franklin Gothic Book" pitchFamily="34" charset="0"/>
                <a:sym typeface="Verdana" pitchFamily="34" charset="0"/>
              </a:rPr>
              <a:t> </a:t>
            </a:r>
          </a:p>
          <a:p>
            <a:pPr algn="l" eaLnBrk="1" fontAlgn="base" hangingPunct="1" indent="-342900" latinLnBrk="1" lvl="0" marL="342900">
              <a:lnSpc>
                <a:spcPct val="100000"/>
              </a:lnSpc>
              <a:spcBef>
                <a:spcPts val="800"/>
              </a:spcBef>
              <a:spcAft>
                <a:spcPct val="0"/>
              </a:spcAft>
              <a:buSzPct val="100000"/>
              <a:buFontTx/>
              <a:buNone/>
            </a:pPr>
            <a:endParaRPr altLang="en-US" baseline="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70.xml><?xml version="1.0" encoding="utf-8"?>
<p:sld xmlns:a="http://schemas.openxmlformats.org/drawingml/2006/main" xmlns:r="http://schemas.openxmlformats.org/officeDocument/2006/relationships" xmlns:p="http://schemas.openxmlformats.org/presentationml/2006/main" showMasterSp="1">
  <p:cSld>
    <p:spTree>
      <p:nvGrpSpPr>
        <p:cNvPr id="159" name=""/>
        <p:cNvGrpSpPr/>
        <p:nvPr/>
      </p:nvGrpSpPr>
      <p:grpSpPr>
        <a:xfrm rot="0">
          <a:off x="0" y="0"/>
          <a:ext cx="0" cy="0"/>
          <a:chOff x="0" y="0"/>
          <a:chExt cx="0" cy="0"/>
        </a:xfrm>
      </p:grpSpPr>
      <p:sp>
        <p:nvSpPr>
          <p:cNvPr id="1048726"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727" name=""/>
          <p:cNvSpPr/>
          <p:nvPr>
            <p:ph sz="full" idx="1"/>
          </p:nvPr>
        </p:nvSpPr>
        <p:spPr>
          <a:xfrm rot="0">
            <a:off x="822325" y="1100137"/>
            <a:ext cx="7521575" cy="3579812"/>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l" eaLnBrk="1" fontAlgn="base" hangingPunct="1" indent="-342900" latinLnBrk="1" lvl="0" marL="342900">
              <a:lnSpc>
                <a:spcPct val="100000"/>
              </a:lnSpc>
              <a:spcBef>
                <a:spcPts val="800"/>
              </a:spcBef>
              <a:spcAft>
                <a:spcPct val="0"/>
              </a:spcAft>
              <a:buSzPct val="100000"/>
              <a:buFontTx/>
              <a:buNone/>
            </a:pPr>
            <a:r>
              <a:rPr altLang="en-US" baseline="0" sz="3200" lang="en-GB" u="none">
                <a:solidFill>
                  <a:srgbClr val="000000"/>
                </a:solidFill>
                <a:latin typeface="Franklin Gothic Book" pitchFamily="34" charset="0"/>
                <a:sym typeface="Verdana" pitchFamily="34" charset="0"/>
              </a:rPr>
              <a:t>For example a politician may say:  </a:t>
            </a:r>
          </a:p>
          <a:p>
            <a:pPr algn="l" eaLnBrk="1" fontAlgn="base" hangingPunct="1" indent="-342900" latinLnBrk="1" lvl="0" marL="342900">
              <a:lnSpc>
                <a:spcPct val="100000"/>
              </a:lnSpc>
              <a:spcBef>
                <a:spcPts val="800"/>
              </a:spcBef>
              <a:spcAft>
                <a:spcPct val="0"/>
              </a:spcAft>
              <a:buSzPct val="100000"/>
              <a:buFontTx/>
              <a:buNone/>
            </a:pPr>
            <a:r>
              <a:rPr altLang="en-US" baseline="0" sz="3200" lang="en-GB" u="none">
                <a:solidFill>
                  <a:srgbClr val="000000"/>
                </a:solidFill>
                <a:latin typeface="Franklin Gothic Book" pitchFamily="34" charset="0"/>
                <a:sym typeface="Verdana" pitchFamily="34" charset="0"/>
              </a:rPr>
              <a:t>“You’re with us or against us”</a:t>
            </a:r>
          </a:p>
          <a:p>
            <a:pPr algn="l" eaLnBrk="1" fontAlgn="base" hangingPunct="1" indent="-342900" latinLnBrk="1" lvl="0" marL="342900">
              <a:lnSpc>
                <a:spcPct val="100000"/>
              </a:lnSpc>
              <a:spcBef>
                <a:spcPts val="800"/>
              </a:spcBef>
              <a:spcAft>
                <a:spcPct val="0"/>
              </a:spcAft>
              <a:buSzPct val="100000"/>
              <a:buFontTx/>
              <a:buNone/>
            </a:pPr>
            <a:r>
              <a:rPr altLang="en-US" baseline="0" sz="3200" lang="en-GB" u="none">
                <a:solidFill>
                  <a:srgbClr val="000000"/>
                </a:solidFill>
                <a:latin typeface="Franklin Gothic Book" pitchFamily="34" charset="0"/>
                <a:sym typeface="Verdana" pitchFamily="34" charset="0"/>
              </a:rPr>
              <a:t> </a:t>
            </a:r>
          </a:p>
          <a:p>
            <a:pPr algn="l" eaLnBrk="1" fontAlgn="base" hangingPunct="1" indent="-342900" latinLnBrk="1" lvl="0" marL="342900">
              <a:lnSpc>
                <a:spcPct val="100000"/>
              </a:lnSpc>
              <a:spcBef>
                <a:spcPts val="800"/>
              </a:spcBef>
              <a:spcAft>
                <a:spcPct val="0"/>
              </a:spcAft>
              <a:buSzPct val="100000"/>
              <a:buFontTx/>
              <a:buNone/>
            </a:pPr>
            <a:r>
              <a:rPr altLang="en-US" baseline="0" sz="3200" lang="en-GB" u="none">
                <a:solidFill>
                  <a:srgbClr val="000000"/>
                </a:solidFill>
                <a:latin typeface="Franklin Gothic Book" pitchFamily="34" charset="0"/>
                <a:sym typeface="Verdana" pitchFamily="34" charset="0"/>
              </a:rPr>
              <a:t>“Every one is either for abortion or against it.</a:t>
            </a:r>
          </a:p>
          <a:p>
            <a:pPr algn="l" eaLnBrk="1" fontAlgn="base" hangingPunct="1" indent="-342900" latinLnBrk="1" lvl="0" marL="342900">
              <a:lnSpc>
                <a:spcPct val="100000"/>
              </a:lnSpc>
              <a:spcBef>
                <a:spcPts val="800"/>
              </a:spcBef>
              <a:spcAft>
                <a:spcPct val="0"/>
              </a:spcAft>
              <a:buSzPct val="100000"/>
              <a:buFontTx/>
              <a:buNone/>
            </a:pPr>
            <a:endParaRPr altLang="en-US" baseline="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slides/slide71.xml><?xml version="1.0" encoding="utf-8"?>
<p:sld xmlns:a="http://schemas.openxmlformats.org/drawingml/2006/main" xmlns:r="http://schemas.openxmlformats.org/officeDocument/2006/relationships" xmlns:p="http://schemas.openxmlformats.org/presentationml/2006/main" showMasterSp="1">
  <p:cSld>
    <p:spTree>
      <p:nvGrpSpPr>
        <p:cNvPr id="160" name=""/>
        <p:cNvGrpSpPr/>
        <p:nvPr/>
      </p:nvGrpSpPr>
      <p:grpSpPr>
        <a:xfrm rot="0">
          <a:off x="0" y="0"/>
          <a:ext cx="0" cy="0"/>
          <a:chOff x="0" y="0"/>
          <a:chExt cx="0" cy="0"/>
        </a:xfrm>
      </p:grpSpPr>
      <p:sp>
        <p:nvSpPr>
          <p:cNvPr id="1048728" name=""/>
          <p:cNvSpPr/>
          <p:nvPr>
            <p:ph type="title" sz="full" idx="0"/>
          </p:nvPr>
        </p:nvSpPr>
        <p:spPr>
          <a:xfrm rot="0">
            <a:off x="822325" y="365125"/>
            <a:ext cx="7521575" cy="549275"/>
          </a:xfrm>
          <a:prstGeom prst="rect"/>
          <a:noFill/>
          <a:ln>
            <a:noFill/>
          </a:ln>
        </p:spPr>
        <p:txBody>
          <a:bodyPr anchor="ctr" bIns="45720" lIns="91440" rIns="91440" tIns="45720" vert="horz"/>
          <a:lstStyle>
            <a:lvl1pPr algn="l" eaLnBrk="1" fontAlgn="base" hangingPunct="1" indent="0" marL="0">
              <a:spcBef>
                <a:spcPct val="0"/>
              </a:spcBef>
              <a:spcAft>
                <a:spcPct val="0"/>
              </a:spcAft>
              <a:buFontTx/>
              <a:buNone/>
              <a:defRPr b="0" sz="2800">
                <a:solidFill>
                  <a:srgbClr val="000000"/>
                </a:solidFill>
                <a:latin typeface="Calibri Light" pitchFamily="0" charset="1"/>
                <a:ea typeface="宋体" pitchFamily="0" charset="-122"/>
              </a:defRPr>
            </a:lvl1pPr>
            <a:lvl2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2pPr>
            <a:lvl3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3pPr>
            <a:lvl4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4pPr>
            <a:lvl5pPr algn="l" eaLnBrk="1" fontAlgn="base" hangingPunct="1" indent="0" marL="0">
              <a:spcBef>
                <a:spcPct val="0"/>
              </a:spcBef>
              <a:spcAft>
                <a:spcPct val="0"/>
              </a:spcAft>
              <a:buFontTx/>
              <a:buNone/>
              <a:defRPr b="0" sz="2800">
                <a:solidFill>
                  <a:srgbClr val="000000"/>
                </a:solidFill>
                <a:latin typeface="Franklin Gothic Medium" pitchFamily="34" charset="0"/>
                <a:ea typeface="宋体" pitchFamily="0" charset="-122"/>
              </a:defRPr>
            </a:lvl5pPr>
          </a:lstStyle>
          <a:p>
            <a:pPr algn="l" eaLnBrk="1" fontAlgn="base" hangingPunct="1" indent="0" latinLnBrk="1" lvl="0" marL="0">
              <a:lnSpc>
                <a:spcPct val="100000"/>
              </a:lnSpc>
              <a:spcBef>
                <a:spcPct val="0"/>
              </a:spcBef>
              <a:spcAft>
                <a:spcPct val="0"/>
              </a:spcAft>
              <a:buFontTx/>
              <a:buNone/>
            </a:pPr>
            <a:endParaRPr altLang="en-US" baseline="0" lang="en-US" u="none">
              <a:solidFill>
                <a:srgbClr val="000000"/>
              </a:solidFill>
              <a:latin typeface="Franklin Gothic Medium" pitchFamily="34" charset="0"/>
              <a:sym typeface="Verdana" pitchFamily="34" charset="0"/>
            </a:endParaRPr>
          </a:p>
        </p:txBody>
      </p:sp>
      <p:sp>
        <p:nvSpPr>
          <p:cNvPr id="1048729" name=""/>
          <p:cNvSpPr/>
          <p:nvPr>
            <p:ph sz="full" idx="1"/>
          </p:nvPr>
        </p:nvSpPr>
        <p:spPr>
          <a:xfrm rot="0">
            <a:off x="533400" y="1827212"/>
            <a:ext cx="8150225" cy="4114800"/>
          </a:xfrm>
          <a:prstGeom prst="rect"/>
          <a:noFill/>
          <a:ln>
            <a:noFill/>
          </a:ln>
        </p:spPr>
        <p:txBody>
          <a:bodyPr anchor="t" bIns="45720" lIns="91440" rIns="91440" tIns="45720" vert="horz"/>
          <a:lstStyle>
            <a:lvl1pPr algn="l" eaLnBrk="1" fontAlgn="base" hangingPunct="1" indent="-342900" marL="342900">
              <a:spcBef>
                <a:spcPts val="800"/>
              </a:spcBef>
              <a:spcAft>
                <a:spcPct val="0"/>
              </a:spcAft>
              <a:buFontTx/>
              <a:buNone/>
              <a:defRPr b="1" sz="1600">
                <a:solidFill>
                  <a:srgbClr val="000000"/>
                </a:solidFill>
                <a:latin typeface="Calibri" pitchFamily="0" charset="1"/>
                <a:ea typeface="宋体" pitchFamily="0" charset="-122"/>
              </a:defRPr>
            </a:lvl1pPr>
            <a:lvl2pPr algn="l" eaLnBrk="1" fontAlgn="base" hangingPunct="1" indent="-173037" marL="1730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2pPr>
            <a:lvl3pPr algn="l" eaLnBrk="1" fontAlgn="base" hangingPunct="1" indent="-165100" marL="4016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3pPr>
            <a:lvl4pPr algn="l" eaLnBrk="1" fontAlgn="base" hangingPunct="1" indent="-165100" marL="6302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4pPr>
            <a:lvl5pPr algn="l" eaLnBrk="1" fontAlgn="base" hangingPunct="1" indent="-174625" marL="858837">
              <a:spcBef>
                <a:spcPts val="300"/>
              </a:spcBef>
              <a:spcAft>
                <a:spcPct val="0"/>
              </a:spcAft>
              <a:buClr>
                <a:srgbClr val="F96A1B"/>
              </a:buClr>
              <a:buFont typeface="Wingdings" pitchFamily="2" charset="2"/>
              <a:buChar char="§"/>
              <a:defRPr b="0" sz="1600">
                <a:solidFill>
                  <a:srgbClr val="000000"/>
                </a:solidFill>
                <a:latin typeface="Calibri" pitchFamily="0" charset="1"/>
                <a:ea typeface="宋体" pitchFamily="0" charset="-122"/>
              </a:defRPr>
            </a:lvl5pPr>
          </a:lstStyle>
          <a:p>
            <a:pPr algn="just" eaLnBrk="1" fontAlgn="base" hangingPunct="1" indent="-342900" latinLnBrk="1" lvl="0" marL="342900">
              <a:lnSpc>
                <a:spcPct val="100000"/>
              </a:lnSpc>
              <a:spcBef>
                <a:spcPts val="800"/>
              </a:spcBef>
              <a:spcAft>
                <a:spcPct val="0"/>
              </a:spcAft>
              <a:buSzPct val="100000"/>
              <a:buFontTx/>
              <a:buNone/>
            </a:pPr>
            <a:r>
              <a:rPr altLang="en-US" baseline="0" sz="3600" lang="en-GB" u="none">
                <a:solidFill>
                  <a:srgbClr val="000000"/>
                </a:solidFill>
                <a:latin typeface="Franklin Gothic Book" pitchFamily="34" charset="0"/>
                <a:sym typeface="Verdana" pitchFamily="34" charset="0"/>
              </a:rPr>
              <a:t>Let’s finally analyse the example below:</a:t>
            </a:r>
          </a:p>
          <a:p>
            <a:pPr algn="just" eaLnBrk="1" fontAlgn="base" hangingPunct="1" indent="-342900" latinLnBrk="1" lvl="0" marL="342900">
              <a:lnSpc>
                <a:spcPct val="100000"/>
              </a:lnSpc>
              <a:spcBef>
                <a:spcPts val="800"/>
              </a:spcBef>
              <a:spcAft>
                <a:spcPct val="0"/>
              </a:spcAft>
              <a:buSzPct val="100000"/>
              <a:buFontTx/>
              <a:buNone/>
            </a:pPr>
            <a:r>
              <a:rPr altLang="en-US" baseline="0" sz="3600" lang="en-GB" u="none">
                <a:solidFill>
                  <a:srgbClr val="000000"/>
                </a:solidFill>
                <a:latin typeface="Franklin Gothic Book" pitchFamily="34" charset="0"/>
                <a:sym typeface="Verdana" pitchFamily="34" charset="0"/>
              </a:rPr>
              <a:t>I am tired of all these sloppy students criticising their own university. 	What I say is this, Mzuni- love it or leave. And since these people 	obviously don’t want to leave the campus they should love it instead of 	criticising it.</a:t>
            </a:r>
          </a:p>
          <a:p>
            <a:pPr algn="l" eaLnBrk="1" fontAlgn="base" hangingPunct="1" indent="-342900" latinLnBrk="1" lvl="0" marL="342900">
              <a:lnSpc>
                <a:spcPct val="100000"/>
              </a:lnSpc>
              <a:spcBef>
                <a:spcPts val="800"/>
              </a:spcBef>
              <a:spcAft>
                <a:spcPct val="0"/>
              </a:spcAft>
              <a:buSzPct val="100000"/>
              <a:buFontTx/>
              <a:buNone/>
            </a:pPr>
            <a:endParaRPr altLang="en-US" baseline="0" sz="3600" lang="en-US" u="none">
              <a:solidFill>
                <a:srgbClr val="000000"/>
              </a:solidFill>
              <a:latin typeface="Franklin Gothic Book" pitchFamily="34" charset="0"/>
              <a:sym typeface="Verdana" pitchFamily="34" charset="0"/>
            </a:endParaRPr>
          </a:p>
        </p:txBody>
      </p:sp>
    </p:spTree>
  </p:cSld>
  <p:clrMapOvr>
    <a:masterClrMapping/>
  </p:clrMapOvr>
  <p:transition spd="fast" advClick="1">
    <p:comb dir="horz"/>
  </p:transition>
</p:sld>
</file>

<file path=ppt/theme/theme1.xml><?xml version="1.0" encoding="utf-8"?>
<a:theme xmlns:a="http://schemas.openxmlformats.org/drawingml/2006/main" name="Office 主题">
  <a:themeElements>
    <a:clrScheme name="Default Color Scheme">
      <a:dk1>
        <a:srgbClr val="000000"/>
      </a:dk1>
      <a:lt1>
        <a:srgbClr val="FFFFFF"/>
      </a:lt1>
      <a:dk2>
        <a:srgbClr val="CDD7D9"/>
      </a:dk2>
      <a:lt2>
        <a:srgbClr val="434342"/>
      </a:lt2>
      <a:accent1>
        <a:srgbClr val="797B7E"/>
      </a:accent1>
      <a:accent2>
        <a:srgbClr val="F96A1B"/>
      </a:accent2>
      <a:accent3>
        <a:srgbClr val="FFFFFF"/>
      </a:accent3>
      <a:accent4>
        <a:srgbClr val="000000"/>
      </a:accent4>
      <a:accent5>
        <a:srgbClr val="BEBFC0"/>
      </a:accent5>
      <a:accent6>
        <a:srgbClr val="DF5E17"/>
      </a:accent6>
      <a:hlink>
        <a:srgbClr val="5F5F5F"/>
      </a:hlink>
      <a:folHlink>
        <a:srgbClr val="969696"/>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algn="ctr" blurRad="57150" dir="5400000" dist="19050"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raClrSchemeLst>
    <a:extraClrScheme>
      <a:clrScheme name="Default Color Scheme 1">
        <a:dk1>
          <a:srgbClr val="000000"/>
        </a:dk1>
        <a:lt1>
          <a:srgbClr val="FFFFFF"/>
        </a:lt1>
        <a:dk2>
          <a:srgbClr val="CDD7D9"/>
        </a:dk2>
        <a:lt2>
          <a:srgbClr val="434342"/>
        </a:lt2>
        <a:accent1>
          <a:srgbClr val="797B7E"/>
        </a:accent1>
        <a:accent2>
          <a:srgbClr val="F96A1B"/>
        </a:accent2>
        <a:accent3>
          <a:srgbClr val="FFFFFF"/>
        </a:accent3>
        <a:accent4>
          <a:srgbClr val="000000"/>
        </a:accent4>
        <a:accent5>
          <a:srgbClr val="BEBFC0"/>
        </a:accent5>
        <a:accent6>
          <a:srgbClr val="DF5E17"/>
        </a:accent6>
        <a:hlink>
          <a:srgbClr val="5F5F5F"/>
        </a:hlink>
        <a:folHlink>
          <a:srgbClr val="969696"/>
        </a:folHlink>
      </a:clrScheme>
    </a:extraClrScheme>
  </a:extraClrSchemeLst>
</a:theme>
</file>

<file path=ppt/theme/theme2.xml><?xml version="1.0" encoding="utf-8"?>
<a:theme xmlns:a="http://schemas.openxmlformats.org/drawingml/2006/main" name="Office 主题">
  <a:themeElements>
    <a:clrScheme name="Default Color Scheme">
      <a:dk1>
        <a:srgbClr val="000000"/>
      </a:dk1>
      <a:lt1>
        <a:srgbClr val="FFFFFF"/>
      </a:lt1>
      <a:dk2>
        <a:srgbClr val="CDD7D9"/>
      </a:dk2>
      <a:lt2>
        <a:srgbClr val="434342"/>
      </a:lt2>
      <a:accent1>
        <a:srgbClr val="797B7E"/>
      </a:accent1>
      <a:accent2>
        <a:srgbClr val="F96A1B"/>
      </a:accent2>
      <a:accent3>
        <a:srgbClr val="FFFFFF"/>
      </a:accent3>
      <a:accent4>
        <a:srgbClr val="000000"/>
      </a:accent4>
      <a:accent5>
        <a:srgbClr val="BEBFC0"/>
      </a:accent5>
      <a:accent6>
        <a:srgbClr val="DF5E17"/>
      </a:accent6>
      <a:hlink>
        <a:srgbClr val="5F5F5F"/>
      </a:hlink>
      <a:folHlink>
        <a:srgbClr val="969696"/>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algn="ctr" blurRad="57150" dir="5400000" dist="19050"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raClrSchemeLst>
    <a:extraClrScheme>
      <a:clrScheme name="Default Color Scheme 1">
        <a:dk1>
          <a:srgbClr val="000000"/>
        </a:dk1>
        <a:lt1>
          <a:srgbClr val="FFFFFF"/>
        </a:lt1>
        <a:dk2>
          <a:srgbClr val="CDD7D9"/>
        </a:dk2>
        <a:lt2>
          <a:srgbClr val="434342"/>
        </a:lt2>
        <a:accent1>
          <a:srgbClr val="797B7E"/>
        </a:accent1>
        <a:accent2>
          <a:srgbClr val="F96A1B"/>
        </a:accent2>
        <a:accent3>
          <a:srgbClr val="FFFFFF"/>
        </a:accent3>
        <a:accent4>
          <a:srgbClr val="000000"/>
        </a:accent4>
        <a:accent5>
          <a:srgbClr val="BEBFC0"/>
        </a:accent5>
        <a:accent6>
          <a:srgbClr val="DF5E17"/>
        </a:accent6>
        <a:hlink>
          <a:srgbClr val="5F5F5F"/>
        </a:hlink>
        <a:folHlink>
          <a:srgbClr val="969696"/>
        </a:folHlink>
      </a:clrScheme>
    </a:extraClrScheme>
  </a:extraClrSchemeLst>
</a:theme>
</file>

<file path=ppt/theme/theme3.xml><?xml version="1.0" encoding="utf-8"?>
<a:theme xmlns:a="http://schemas.openxmlformats.org/drawingml/2006/main" name="Office 主题">
  <a:themeElements>
    <a:clrScheme name="Default Color Scheme">
      <a:dk1>
        <a:srgbClr val="000000"/>
      </a:dk1>
      <a:lt1>
        <a:srgbClr val="FFFFFF"/>
      </a:lt1>
      <a:dk2>
        <a:srgbClr val="CDD7D9"/>
      </a:dk2>
      <a:lt2>
        <a:srgbClr val="434342"/>
      </a:lt2>
      <a:accent1>
        <a:srgbClr val="797B7E"/>
      </a:accent1>
      <a:accent2>
        <a:srgbClr val="F96A1B"/>
      </a:accent2>
      <a:accent3>
        <a:srgbClr val="FFFFFF"/>
      </a:accent3>
      <a:accent4>
        <a:srgbClr val="000000"/>
      </a:accent4>
      <a:accent5>
        <a:srgbClr val="BEBFC0"/>
      </a:accent5>
      <a:accent6>
        <a:srgbClr val="DF5E17"/>
      </a:accent6>
      <a:hlink>
        <a:srgbClr val="5F5F5F"/>
      </a:hlink>
      <a:folHlink>
        <a:srgbClr val="969696"/>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algn="ctr" blurRad="57150" dir="5400000" dist="19050"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raClrSchemeLst>
    <a:extraClrScheme>
      <a:clrScheme name="Default Color Scheme 1">
        <a:dk1>
          <a:srgbClr val="000000"/>
        </a:dk1>
        <a:lt1>
          <a:srgbClr val="FFFFFF"/>
        </a:lt1>
        <a:dk2>
          <a:srgbClr val="CDD7D9"/>
        </a:dk2>
        <a:lt2>
          <a:srgbClr val="434342"/>
        </a:lt2>
        <a:accent1>
          <a:srgbClr val="797B7E"/>
        </a:accent1>
        <a:accent2>
          <a:srgbClr val="F96A1B"/>
        </a:accent2>
        <a:accent3>
          <a:srgbClr val="FFFFFF"/>
        </a:accent3>
        <a:accent4>
          <a:srgbClr val="000000"/>
        </a:accent4>
        <a:accent5>
          <a:srgbClr val="BEBFC0"/>
        </a:accent5>
        <a:accent6>
          <a:srgbClr val="DF5E17"/>
        </a:accent6>
        <a:hlink>
          <a:srgbClr val="5F5F5F"/>
        </a:hlink>
        <a:folHlink>
          <a:srgbClr val="969696"/>
        </a:folHlink>
      </a:clrScheme>
    </a:extraClrScheme>
  </a:extraClrSchemeLst>
</a:theme>
</file>

<file path=ppt/theme/theme4.xml><?xml version="1.0" encoding="utf-8"?>
<a:theme xmlns:a="http://schemas.openxmlformats.org/drawingml/2006/main" name="Office 主题">
  <a:themeElements>
    <a:clrScheme name="Default Color Scheme">
      <a:dk1>
        <a:srgbClr val="000000"/>
      </a:dk1>
      <a:lt1>
        <a:srgbClr val="FFFFFF"/>
      </a:lt1>
      <a:dk2>
        <a:srgbClr val="CDD7D9"/>
      </a:dk2>
      <a:lt2>
        <a:srgbClr val="434342"/>
      </a:lt2>
      <a:accent1>
        <a:srgbClr val="797B7E"/>
      </a:accent1>
      <a:accent2>
        <a:srgbClr val="F96A1B"/>
      </a:accent2>
      <a:accent3>
        <a:srgbClr val="FFFFFF"/>
      </a:accent3>
      <a:accent4>
        <a:srgbClr val="000000"/>
      </a:accent4>
      <a:accent5>
        <a:srgbClr val="BEBFC0"/>
      </a:accent5>
      <a:accent6>
        <a:srgbClr val="DF5E17"/>
      </a:accent6>
      <a:hlink>
        <a:srgbClr val="5F5F5F"/>
      </a:hlink>
      <a:folHlink>
        <a:srgbClr val="969696"/>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algn="ctr" blurRad="57150" dir="5400000" dist="19050"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raClrSchemeLst>
    <a:extraClrScheme>
      <a:clrScheme name="Default Color Scheme 1">
        <a:dk1>
          <a:srgbClr val="000000"/>
        </a:dk1>
        <a:lt1>
          <a:srgbClr val="FFFFFF"/>
        </a:lt1>
        <a:dk2>
          <a:srgbClr val="CDD7D9"/>
        </a:dk2>
        <a:lt2>
          <a:srgbClr val="434342"/>
        </a:lt2>
        <a:accent1>
          <a:srgbClr val="797B7E"/>
        </a:accent1>
        <a:accent2>
          <a:srgbClr val="F96A1B"/>
        </a:accent2>
        <a:accent3>
          <a:srgbClr val="FFFFFF"/>
        </a:accent3>
        <a:accent4>
          <a:srgbClr val="000000"/>
        </a:accent4>
        <a:accent5>
          <a:srgbClr val="BEBFC0"/>
        </a:accent5>
        <a:accent6>
          <a:srgbClr val="DF5E17"/>
        </a:accent6>
        <a:hlink>
          <a:srgbClr val="5F5F5F"/>
        </a:hlink>
        <a:folHlink>
          <a:srgbClr val="969696"/>
        </a:folHlink>
      </a:clrScheme>
    </a:extraClrScheme>
  </a:extraClrSchemeLst>
</a:theme>
</file>

<file path=ppt/theme/theme5.xml><?xml version="1.0" encoding="utf-8"?>
<a:theme xmlns:a="http://schemas.openxmlformats.org/drawingml/2006/main" name="Office 主题">
  <a:themeElements>
    <a:clrScheme name="Default Color Scheme">
      <a:dk1>
        <a:srgbClr val="000000"/>
      </a:dk1>
      <a:lt1>
        <a:srgbClr val="FFFFFF"/>
      </a:lt1>
      <a:dk2>
        <a:srgbClr val="CDD7D9"/>
      </a:dk2>
      <a:lt2>
        <a:srgbClr val="434342"/>
      </a:lt2>
      <a:accent1>
        <a:srgbClr val="797B7E"/>
      </a:accent1>
      <a:accent2>
        <a:srgbClr val="F96A1B"/>
      </a:accent2>
      <a:accent3>
        <a:srgbClr val="FFFFFF"/>
      </a:accent3>
      <a:accent4>
        <a:srgbClr val="000000"/>
      </a:accent4>
      <a:accent5>
        <a:srgbClr val="BEBFC0"/>
      </a:accent5>
      <a:accent6>
        <a:srgbClr val="DF5E17"/>
      </a:accent6>
      <a:hlink>
        <a:srgbClr val="5F5F5F"/>
      </a:hlink>
      <a:folHlink>
        <a:srgbClr val="969696"/>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algn="ctr" blurRad="57150" dir="5400000" dist="19050"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raClrSchemeLst>
    <a:extraClrScheme>
      <a:clrScheme name="Default Color Scheme 1">
        <a:dk1>
          <a:srgbClr val="000000"/>
        </a:dk1>
        <a:lt1>
          <a:srgbClr val="FFFFFF"/>
        </a:lt1>
        <a:dk2>
          <a:srgbClr val="CDD7D9"/>
        </a:dk2>
        <a:lt2>
          <a:srgbClr val="434342"/>
        </a:lt2>
        <a:accent1>
          <a:srgbClr val="797B7E"/>
        </a:accent1>
        <a:accent2>
          <a:srgbClr val="F96A1B"/>
        </a:accent2>
        <a:accent3>
          <a:srgbClr val="FFFFFF"/>
        </a:accent3>
        <a:accent4>
          <a:srgbClr val="000000"/>
        </a:accent4>
        <a:accent5>
          <a:srgbClr val="BEBFC0"/>
        </a:accent5>
        <a:accent6>
          <a:srgbClr val="DF5E17"/>
        </a:accent6>
        <a:hlink>
          <a:srgbClr val="5F5F5F"/>
        </a:hlink>
        <a:folHlink>
          <a:srgbClr val="969696"/>
        </a:folHlink>
      </a:clrScheme>
    </a:extraClrScheme>
  </a:extraClrSchemeLst>
</a:theme>
</file>

<file path=ppt/theme/theme6.xml><?xml version="1.0" encoding="utf-8"?>
<a:theme xmlns:a="http://schemas.openxmlformats.org/drawingml/2006/main" name="Office 主题">
  <a:themeElements>
    <a:clrScheme name="Office">
      <a:dk1>
        <a:sysClr lastClr="000000" val="windowText"/>
      </a:dk1>
      <a:lt1>
        <a:sysClr lastClr="FFFFFF" val="window"/>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algn="ctr" blurRad="57150" dir="5400000" dist="19050"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ppt/theme/theme7.xml><?xml version="1.0" encoding="utf-8"?>
<a:theme xmlns:a="http://schemas.openxmlformats.org/drawingml/2006/main" name="Office 主题">
  <a:themeElements>
    <a:clrScheme name="Office">
      <a:dk1>
        <a:sysClr lastClr="000000" val="windowText"/>
      </a:dk1>
      <a:lt1>
        <a:sysClr lastClr="FFFFFF" val="window"/>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algn="ctr" blurRad="57150" dir="5400000" dist="19050"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docProps/app.xml><?xml version="1.0" encoding="utf-8"?>
<Properties xmlns="http://schemas.openxmlformats.org/officeDocument/2006/extended-properties">
  <ScaleCrop>0</ScaleCrop>
  <LinksUpToDate>0</LinksUpToDate>
</Properties>
</file>

<file path=docProps/core.xml><?xml version="1.0" encoding="utf-8"?>
<cp:coreProperties xmlns:cp="http://schemas.openxmlformats.org/package/2006/metadata/core-properties" xmlns:dc="http://purl.org/dc/elements/1.1/" xmlns:dcterms="http://purl.org/dc/terms/" xmlns:xsi="http://www.w3.org/2001/XMLSchema-instance">
  <dc:title>Critical Thinking Skills</dc:title>
  <dc:creator>MIS</dc:creator>
  <cp:lastModifiedBy>SAM</cp:lastModifiedBy>
  <dcterms:created xsi:type="dcterms:W3CDTF">2004-10-08T03:24:48Z</dcterms:created>
  <dcterms:modified xsi:type="dcterms:W3CDTF">2020-10-23T09:30:33Z</dcterms:modified>
</cp:coreProperties>
</file>