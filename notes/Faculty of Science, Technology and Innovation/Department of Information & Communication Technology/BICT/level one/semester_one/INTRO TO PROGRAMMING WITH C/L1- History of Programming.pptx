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7" r:id="rId2"/>
    <p:sldId id="260" r:id="rId3"/>
    <p:sldId id="261" r:id="rId4"/>
    <p:sldId id="271" r:id="rId5"/>
    <p:sldId id="270" r:id="rId6"/>
    <p:sldId id="272" r:id="rId7"/>
    <p:sldId id="273" r:id="rId8"/>
    <p:sldId id="275" r:id="rId9"/>
    <p:sldId id="274" r:id="rId10"/>
    <p:sldId id="276" r:id="rId11"/>
    <p:sldId id="277" r:id="rId12"/>
    <p:sldId id="284" r:id="rId13"/>
    <p:sldId id="278" r:id="rId14"/>
    <p:sldId id="281" r:id="rId15"/>
    <p:sldId id="282" r:id="rId16"/>
    <p:sldId id="279" r:id="rId17"/>
    <p:sldId id="283" r:id="rId18"/>
    <p:sldId id="280" r:id="rId19"/>
    <p:sldId id="285"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392B80-CF4E-4A59-89FA-3D0F82037691}" v="9" dt="2023-05-07T17:48:33.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4660"/>
  </p:normalViewPr>
  <p:slideViewPr>
    <p:cSldViewPr snapToGrid="0">
      <p:cViewPr varScale="1">
        <p:scale>
          <a:sx n="65" d="100"/>
          <a:sy n="65"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wima Mkamanga" userId="70c59b1a-5395-457b-a2f5-76eae1982732" providerId="ADAL" clId="{DD392B80-CF4E-4A59-89FA-3D0F82037691}"/>
    <pc:docChg chg="undo custSel addSld delSld modSld sldOrd">
      <pc:chgData name="Khwima Mkamanga" userId="70c59b1a-5395-457b-a2f5-76eae1982732" providerId="ADAL" clId="{DD392B80-CF4E-4A59-89FA-3D0F82037691}" dt="2023-05-08T06:25:06.390" v="285" actId="20577"/>
      <pc:docMkLst>
        <pc:docMk/>
      </pc:docMkLst>
      <pc:sldChg chg="addSp delSp modSp mod delDesignElem">
        <pc:chgData name="Khwima Mkamanga" userId="70c59b1a-5395-457b-a2f5-76eae1982732" providerId="ADAL" clId="{DD392B80-CF4E-4A59-89FA-3D0F82037691}" dt="2023-05-08T06:25:06.390" v="285" actId="20577"/>
        <pc:sldMkLst>
          <pc:docMk/>
          <pc:sldMk cId="4043737824" sldId="257"/>
        </pc:sldMkLst>
        <pc:spChg chg="mod">
          <ac:chgData name="Khwima Mkamanga" userId="70c59b1a-5395-457b-a2f5-76eae1982732" providerId="ADAL" clId="{DD392B80-CF4E-4A59-89FA-3D0F82037691}" dt="2023-05-08T06:25:06.390" v="285" actId="20577"/>
          <ac:spMkLst>
            <pc:docMk/>
            <pc:sldMk cId="4043737824" sldId="257"/>
            <ac:spMk id="3" creationId="{A8E9CFF2-3777-4FF4-A759-8491175B0B7C}"/>
          </ac:spMkLst>
        </pc:spChg>
        <pc:spChg chg="mod">
          <ac:chgData name="Khwima Mkamanga" userId="70c59b1a-5395-457b-a2f5-76eae1982732" providerId="ADAL" clId="{DD392B80-CF4E-4A59-89FA-3D0F82037691}" dt="2023-05-07T17:49:40.674" v="198" actId="255"/>
          <ac:spMkLst>
            <pc:docMk/>
            <pc:sldMk cId="4043737824" sldId="257"/>
            <ac:spMk id="4" creationId="{B8D5EB12-C015-9240-6C04-AA34E7B25FD6}"/>
          </ac:spMkLst>
        </pc:spChg>
        <pc:spChg chg="add del">
          <ac:chgData name="Khwima Mkamanga" userId="70c59b1a-5395-457b-a2f5-76eae1982732" providerId="ADAL" clId="{DD392B80-CF4E-4A59-89FA-3D0F82037691}" dt="2023-05-07T17:48:33.480" v="178"/>
          <ac:spMkLst>
            <pc:docMk/>
            <pc:sldMk cId="4043737824" sldId="257"/>
            <ac:spMk id="22" creationId="{A9286AD2-18A9-4868-A4E3-7A2097A20810}"/>
          </ac:spMkLst>
        </pc:spChg>
        <pc:picChg chg="del">
          <ac:chgData name="Khwima Mkamanga" userId="70c59b1a-5395-457b-a2f5-76eae1982732" providerId="ADAL" clId="{DD392B80-CF4E-4A59-89FA-3D0F82037691}" dt="2023-05-07T17:42:25.784" v="0" actId="478"/>
          <ac:picMkLst>
            <pc:docMk/>
            <pc:sldMk cId="4043737824" sldId="257"/>
            <ac:picMk id="5" creationId="{282CF6DD-7FE8-4063-9551-1B7BBCE92ABE}"/>
          </ac:picMkLst>
        </pc:picChg>
        <pc:cxnChg chg="add del">
          <ac:chgData name="Khwima Mkamanga" userId="70c59b1a-5395-457b-a2f5-76eae1982732" providerId="ADAL" clId="{DD392B80-CF4E-4A59-89FA-3D0F82037691}" dt="2023-05-07T17:48:33.480" v="178"/>
          <ac:cxnSpMkLst>
            <pc:docMk/>
            <pc:sldMk cId="4043737824" sldId="257"/>
            <ac:cxnSpMk id="24" creationId="{E7A7CD63-7EC3-44F3-95D0-595C4019FF24}"/>
          </ac:cxnSpMkLst>
        </pc:cxnChg>
      </pc:sldChg>
      <pc:sldChg chg="modSp mod">
        <pc:chgData name="Khwima Mkamanga" userId="70c59b1a-5395-457b-a2f5-76eae1982732" providerId="ADAL" clId="{DD392B80-CF4E-4A59-89FA-3D0F82037691}" dt="2023-05-07T17:48:33.480" v="178"/>
        <pc:sldMkLst>
          <pc:docMk/>
          <pc:sldMk cId="4288387101" sldId="260"/>
        </pc:sldMkLst>
        <pc:spChg chg="mod">
          <ac:chgData name="Khwima Mkamanga" userId="70c59b1a-5395-457b-a2f5-76eae1982732" providerId="ADAL" clId="{DD392B80-CF4E-4A59-89FA-3D0F82037691}" dt="2023-05-07T17:48:33.480" v="178"/>
          <ac:spMkLst>
            <pc:docMk/>
            <pc:sldMk cId="4288387101" sldId="260"/>
            <ac:spMk id="2" creationId="{B3EC29E7-84F9-21D7-35E7-EB608A001459}"/>
          </ac:spMkLst>
        </pc:spChg>
        <pc:spChg chg="mod">
          <ac:chgData name="Khwima Mkamanga" userId="70c59b1a-5395-457b-a2f5-76eae1982732" providerId="ADAL" clId="{DD392B80-CF4E-4A59-89FA-3D0F82037691}" dt="2023-05-07T17:48:33.480" v="178"/>
          <ac:spMkLst>
            <pc:docMk/>
            <pc:sldMk cId="4288387101" sldId="260"/>
            <ac:spMk id="3" creationId="{8976E5AC-4EE4-6773-B0F0-83168CCE2EA3}"/>
          </ac:spMkLst>
        </pc:spChg>
      </pc:sldChg>
      <pc:sldChg chg="modSp mod">
        <pc:chgData name="Khwima Mkamanga" userId="70c59b1a-5395-457b-a2f5-76eae1982732" providerId="ADAL" clId="{DD392B80-CF4E-4A59-89FA-3D0F82037691}" dt="2023-05-07T17:48:33.480" v="178"/>
        <pc:sldMkLst>
          <pc:docMk/>
          <pc:sldMk cId="3014139884" sldId="261"/>
        </pc:sldMkLst>
        <pc:spChg chg="mod">
          <ac:chgData name="Khwima Mkamanga" userId="70c59b1a-5395-457b-a2f5-76eae1982732" providerId="ADAL" clId="{DD392B80-CF4E-4A59-89FA-3D0F82037691}" dt="2023-05-07T17:48:33.480" v="178"/>
          <ac:spMkLst>
            <pc:docMk/>
            <pc:sldMk cId="3014139884" sldId="261"/>
            <ac:spMk id="2" creationId="{B3EC29E7-84F9-21D7-35E7-EB608A001459}"/>
          </ac:spMkLst>
        </pc:spChg>
        <pc:spChg chg="mod">
          <ac:chgData name="Khwima Mkamanga" userId="70c59b1a-5395-457b-a2f5-76eae1982732" providerId="ADAL" clId="{DD392B80-CF4E-4A59-89FA-3D0F82037691}" dt="2023-05-07T17:48:33.480" v="178"/>
          <ac:spMkLst>
            <pc:docMk/>
            <pc:sldMk cId="3014139884" sldId="261"/>
            <ac:spMk id="3" creationId="{8976E5AC-4EE4-6773-B0F0-83168CCE2EA3}"/>
          </ac:spMkLst>
        </pc:spChg>
      </pc:sldChg>
      <pc:sldChg chg="modSp">
        <pc:chgData name="Khwima Mkamanga" userId="70c59b1a-5395-457b-a2f5-76eae1982732" providerId="ADAL" clId="{DD392B80-CF4E-4A59-89FA-3D0F82037691}" dt="2023-05-07T17:48:33.480" v="178"/>
        <pc:sldMkLst>
          <pc:docMk/>
          <pc:sldMk cId="3156505758" sldId="269"/>
        </pc:sldMkLst>
        <pc:spChg chg="mod">
          <ac:chgData name="Khwima Mkamanga" userId="70c59b1a-5395-457b-a2f5-76eae1982732" providerId="ADAL" clId="{DD392B80-CF4E-4A59-89FA-3D0F82037691}" dt="2023-05-07T17:48:33.480" v="178"/>
          <ac:spMkLst>
            <pc:docMk/>
            <pc:sldMk cId="3156505758" sldId="269"/>
            <ac:spMk id="2" creationId="{B3EC29E7-84F9-21D7-35E7-EB608A001459}"/>
          </ac:spMkLst>
        </pc:spChg>
        <pc:spChg chg="mod">
          <ac:chgData name="Khwima Mkamanga" userId="70c59b1a-5395-457b-a2f5-76eae1982732" providerId="ADAL" clId="{DD392B80-CF4E-4A59-89FA-3D0F82037691}" dt="2023-05-07T17:48:33.480" v="178"/>
          <ac:spMkLst>
            <pc:docMk/>
            <pc:sldMk cId="3156505758" sldId="269"/>
            <ac:spMk id="4" creationId="{0054870F-D262-D63B-B1BE-EA6921E97C05}"/>
          </ac:spMkLst>
        </pc:spChg>
      </pc:sldChg>
      <pc:sldChg chg="modSp mod">
        <pc:chgData name="Khwima Mkamanga" userId="70c59b1a-5395-457b-a2f5-76eae1982732" providerId="ADAL" clId="{DD392B80-CF4E-4A59-89FA-3D0F82037691}" dt="2023-05-07T17:48:33.480" v="178"/>
        <pc:sldMkLst>
          <pc:docMk/>
          <pc:sldMk cId="1621930025" sldId="270"/>
        </pc:sldMkLst>
        <pc:spChg chg="mod">
          <ac:chgData name="Khwima Mkamanga" userId="70c59b1a-5395-457b-a2f5-76eae1982732" providerId="ADAL" clId="{DD392B80-CF4E-4A59-89FA-3D0F82037691}" dt="2023-05-07T17:48:33.480" v="178"/>
          <ac:spMkLst>
            <pc:docMk/>
            <pc:sldMk cId="1621930025" sldId="270"/>
            <ac:spMk id="2" creationId="{B3EC29E7-84F9-21D7-35E7-EB608A001459}"/>
          </ac:spMkLst>
        </pc:spChg>
        <pc:spChg chg="mod">
          <ac:chgData name="Khwima Mkamanga" userId="70c59b1a-5395-457b-a2f5-76eae1982732" providerId="ADAL" clId="{DD392B80-CF4E-4A59-89FA-3D0F82037691}" dt="2023-05-07T17:48:33.480" v="178"/>
          <ac:spMkLst>
            <pc:docMk/>
            <pc:sldMk cId="1621930025" sldId="270"/>
            <ac:spMk id="3" creationId="{8976E5AC-4EE4-6773-B0F0-83168CCE2EA3}"/>
          </ac:spMkLst>
        </pc:spChg>
      </pc:sldChg>
      <pc:sldChg chg="modSp">
        <pc:chgData name="Khwima Mkamanga" userId="70c59b1a-5395-457b-a2f5-76eae1982732" providerId="ADAL" clId="{DD392B80-CF4E-4A59-89FA-3D0F82037691}" dt="2023-05-07T17:48:33.480" v="178"/>
        <pc:sldMkLst>
          <pc:docMk/>
          <pc:sldMk cId="2287593419" sldId="271"/>
        </pc:sldMkLst>
        <pc:spChg chg="mod">
          <ac:chgData name="Khwima Mkamanga" userId="70c59b1a-5395-457b-a2f5-76eae1982732" providerId="ADAL" clId="{DD392B80-CF4E-4A59-89FA-3D0F82037691}" dt="2023-05-07T17:48:33.480" v="178"/>
          <ac:spMkLst>
            <pc:docMk/>
            <pc:sldMk cId="2287593419" sldId="271"/>
            <ac:spMk id="2" creationId="{2E3C3F78-108A-198F-6B2F-689EE128381F}"/>
          </ac:spMkLst>
        </pc:spChg>
        <pc:spChg chg="mod">
          <ac:chgData name="Khwima Mkamanga" userId="70c59b1a-5395-457b-a2f5-76eae1982732" providerId="ADAL" clId="{DD392B80-CF4E-4A59-89FA-3D0F82037691}" dt="2023-05-07T17:48:33.480" v="178"/>
          <ac:spMkLst>
            <pc:docMk/>
            <pc:sldMk cId="2287593419" sldId="271"/>
            <ac:spMk id="3" creationId="{450001D5-EB47-9772-D700-1A4E6D28C669}"/>
          </ac:spMkLst>
        </pc:spChg>
      </pc:sldChg>
      <pc:sldChg chg="modSp mod">
        <pc:chgData name="Khwima Mkamanga" userId="70c59b1a-5395-457b-a2f5-76eae1982732" providerId="ADAL" clId="{DD392B80-CF4E-4A59-89FA-3D0F82037691}" dt="2023-05-07T17:48:33.480" v="178"/>
        <pc:sldMkLst>
          <pc:docMk/>
          <pc:sldMk cId="1238253525" sldId="272"/>
        </pc:sldMkLst>
        <pc:spChg chg="mod">
          <ac:chgData name="Khwima Mkamanga" userId="70c59b1a-5395-457b-a2f5-76eae1982732" providerId="ADAL" clId="{DD392B80-CF4E-4A59-89FA-3D0F82037691}" dt="2023-05-07T17:48:33.480" v="178"/>
          <ac:spMkLst>
            <pc:docMk/>
            <pc:sldMk cId="1238253525" sldId="272"/>
            <ac:spMk id="2" creationId="{B3EC29E7-84F9-21D7-35E7-EB608A001459}"/>
          </ac:spMkLst>
        </pc:spChg>
        <pc:spChg chg="mod">
          <ac:chgData name="Khwima Mkamanga" userId="70c59b1a-5395-457b-a2f5-76eae1982732" providerId="ADAL" clId="{DD392B80-CF4E-4A59-89FA-3D0F82037691}" dt="2023-05-07T17:48:33.480" v="178"/>
          <ac:spMkLst>
            <pc:docMk/>
            <pc:sldMk cId="1238253525" sldId="272"/>
            <ac:spMk id="3" creationId="{8976E5AC-4EE4-6773-B0F0-83168CCE2EA3}"/>
          </ac:spMkLst>
        </pc:spChg>
      </pc:sldChg>
      <pc:sldChg chg="modSp">
        <pc:chgData name="Khwima Mkamanga" userId="70c59b1a-5395-457b-a2f5-76eae1982732" providerId="ADAL" clId="{DD392B80-CF4E-4A59-89FA-3D0F82037691}" dt="2023-05-07T17:48:33.480" v="178"/>
        <pc:sldMkLst>
          <pc:docMk/>
          <pc:sldMk cId="1136218274" sldId="273"/>
        </pc:sldMkLst>
        <pc:spChg chg="mod">
          <ac:chgData name="Khwima Mkamanga" userId="70c59b1a-5395-457b-a2f5-76eae1982732" providerId="ADAL" clId="{DD392B80-CF4E-4A59-89FA-3D0F82037691}" dt="2023-05-07T17:48:33.480" v="178"/>
          <ac:spMkLst>
            <pc:docMk/>
            <pc:sldMk cId="1136218274" sldId="273"/>
            <ac:spMk id="2" creationId="{B3EC29E7-84F9-21D7-35E7-EB608A001459}"/>
          </ac:spMkLst>
        </pc:spChg>
      </pc:sldChg>
      <pc:sldChg chg="modSp mod">
        <pc:chgData name="Khwima Mkamanga" userId="70c59b1a-5395-457b-a2f5-76eae1982732" providerId="ADAL" clId="{DD392B80-CF4E-4A59-89FA-3D0F82037691}" dt="2023-05-07T17:48:33.480" v="178"/>
        <pc:sldMkLst>
          <pc:docMk/>
          <pc:sldMk cId="2912743815" sldId="274"/>
        </pc:sldMkLst>
        <pc:spChg chg="mod">
          <ac:chgData name="Khwima Mkamanga" userId="70c59b1a-5395-457b-a2f5-76eae1982732" providerId="ADAL" clId="{DD392B80-CF4E-4A59-89FA-3D0F82037691}" dt="2023-05-07T17:48:33.480" v="178"/>
          <ac:spMkLst>
            <pc:docMk/>
            <pc:sldMk cId="2912743815" sldId="274"/>
            <ac:spMk id="2" creationId="{B3EC29E7-84F9-21D7-35E7-EB608A001459}"/>
          </ac:spMkLst>
        </pc:spChg>
        <pc:spChg chg="mod">
          <ac:chgData name="Khwima Mkamanga" userId="70c59b1a-5395-457b-a2f5-76eae1982732" providerId="ADAL" clId="{DD392B80-CF4E-4A59-89FA-3D0F82037691}" dt="2023-05-07T17:48:33.480" v="178"/>
          <ac:spMkLst>
            <pc:docMk/>
            <pc:sldMk cId="2912743815" sldId="274"/>
            <ac:spMk id="3" creationId="{8976E5AC-4EE4-6773-B0F0-83168CCE2EA3}"/>
          </ac:spMkLst>
        </pc:spChg>
      </pc:sldChg>
      <pc:sldChg chg="modSp mod">
        <pc:chgData name="Khwima Mkamanga" userId="70c59b1a-5395-457b-a2f5-76eae1982732" providerId="ADAL" clId="{DD392B80-CF4E-4A59-89FA-3D0F82037691}" dt="2023-05-07T17:48:33.480" v="178"/>
        <pc:sldMkLst>
          <pc:docMk/>
          <pc:sldMk cId="720554740" sldId="275"/>
        </pc:sldMkLst>
        <pc:spChg chg="mod">
          <ac:chgData name="Khwima Mkamanga" userId="70c59b1a-5395-457b-a2f5-76eae1982732" providerId="ADAL" clId="{DD392B80-CF4E-4A59-89FA-3D0F82037691}" dt="2023-05-07T17:48:33.480" v="178"/>
          <ac:spMkLst>
            <pc:docMk/>
            <pc:sldMk cId="720554740" sldId="275"/>
            <ac:spMk id="2" creationId="{B3EC29E7-84F9-21D7-35E7-EB608A001459}"/>
          </ac:spMkLst>
        </pc:spChg>
        <pc:spChg chg="mod">
          <ac:chgData name="Khwima Mkamanga" userId="70c59b1a-5395-457b-a2f5-76eae1982732" providerId="ADAL" clId="{DD392B80-CF4E-4A59-89FA-3D0F82037691}" dt="2023-05-07T17:48:33.480" v="178"/>
          <ac:spMkLst>
            <pc:docMk/>
            <pc:sldMk cId="720554740" sldId="275"/>
            <ac:spMk id="3" creationId="{8976E5AC-4EE4-6773-B0F0-83168CCE2EA3}"/>
          </ac:spMkLst>
        </pc:spChg>
      </pc:sldChg>
      <pc:sldChg chg="modSp">
        <pc:chgData name="Khwima Mkamanga" userId="70c59b1a-5395-457b-a2f5-76eae1982732" providerId="ADAL" clId="{DD392B80-CF4E-4A59-89FA-3D0F82037691}" dt="2023-05-07T17:48:33.480" v="178"/>
        <pc:sldMkLst>
          <pc:docMk/>
          <pc:sldMk cId="2715555987" sldId="276"/>
        </pc:sldMkLst>
        <pc:spChg chg="mod">
          <ac:chgData name="Khwima Mkamanga" userId="70c59b1a-5395-457b-a2f5-76eae1982732" providerId="ADAL" clId="{DD392B80-CF4E-4A59-89FA-3D0F82037691}" dt="2023-05-07T17:48:33.480" v="178"/>
          <ac:spMkLst>
            <pc:docMk/>
            <pc:sldMk cId="2715555987" sldId="276"/>
            <ac:spMk id="2" creationId="{51A5BE70-D3E6-3860-EA62-A3DF738D3270}"/>
          </ac:spMkLst>
        </pc:spChg>
        <pc:spChg chg="mod">
          <ac:chgData name="Khwima Mkamanga" userId="70c59b1a-5395-457b-a2f5-76eae1982732" providerId="ADAL" clId="{DD392B80-CF4E-4A59-89FA-3D0F82037691}" dt="2023-05-07T17:48:33.480" v="178"/>
          <ac:spMkLst>
            <pc:docMk/>
            <pc:sldMk cId="2715555987" sldId="276"/>
            <ac:spMk id="3" creationId="{ECC0102D-4686-8943-B8A1-BFA052991BED}"/>
          </ac:spMkLst>
        </pc:spChg>
      </pc:sldChg>
      <pc:sldChg chg="modSp">
        <pc:chgData name="Khwima Mkamanga" userId="70c59b1a-5395-457b-a2f5-76eae1982732" providerId="ADAL" clId="{DD392B80-CF4E-4A59-89FA-3D0F82037691}" dt="2023-05-07T17:48:33.480" v="178"/>
        <pc:sldMkLst>
          <pc:docMk/>
          <pc:sldMk cId="2919474053" sldId="277"/>
        </pc:sldMkLst>
        <pc:spChg chg="mod">
          <ac:chgData name="Khwima Mkamanga" userId="70c59b1a-5395-457b-a2f5-76eae1982732" providerId="ADAL" clId="{DD392B80-CF4E-4A59-89FA-3D0F82037691}" dt="2023-05-07T17:48:33.480" v="178"/>
          <ac:spMkLst>
            <pc:docMk/>
            <pc:sldMk cId="2919474053" sldId="277"/>
            <ac:spMk id="2" creationId="{1E8E7D4B-BFD8-25C9-BF99-8968DA7AD5D0}"/>
          </ac:spMkLst>
        </pc:spChg>
        <pc:spChg chg="mod">
          <ac:chgData name="Khwima Mkamanga" userId="70c59b1a-5395-457b-a2f5-76eae1982732" providerId="ADAL" clId="{DD392B80-CF4E-4A59-89FA-3D0F82037691}" dt="2023-05-07T17:48:33.480" v="178"/>
          <ac:spMkLst>
            <pc:docMk/>
            <pc:sldMk cId="2919474053" sldId="277"/>
            <ac:spMk id="3" creationId="{CB69ADE2-3CB7-9ECE-3306-402FBDAFB9BC}"/>
          </ac:spMkLst>
        </pc:spChg>
      </pc:sldChg>
      <pc:sldChg chg="modSp mod">
        <pc:chgData name="Khwima Mkamanga" userId="70c59b1a-5395-457b-a2f5-76eae1982732" providerId="ADAL" clId="{DD392B80-CF4E-4A59-89FA-3D0F82037691}" dt="2023-05-07T17:48:33.480" v="178"/>
        <pc:sldMkLst>
          <pc:docMk/>
          <pc:sldMk cId="1504497400" sldId="278"/>
        </pc:sldMkLst>
        <pc:spChg chg="mod">
          <ac:chgData name="Khwima Mkamanga" userId="70c59b1a-5395-457b-a2f5-76eae1982732" providerId="ADAL" clId="{DD392B80-CF4E-4A59-89FA-3D0F82037691}" dt="2023-05-07T17:48:33.480" v="178"/>
          <ac:spMkLst>
            <pc:docMk/>
            <pc:sldMk cId="1504497400" sldId="278"/>
            <ac:spMk id="2" creationId="{38B3AC91-CFD8-0F2D-8D4F-D31CB7C26C24}"/>
          </ac:spMkLst>
        </pc:spChg>
        <pc:spChg chg="mod">
          <ac:chgData name="Khwima Mkamanga" userId="70c59b1a-5395-457b-a2f5-76eae1982732" providerId="ADAL" clId="{DD392B80-CF4E-4A59-89FA-3D0F82037691}" dt="2023-05-07T17:48:33.480" v="178"/>
          <ac:spMkLst>
            <pc:docMk/>
            <pc:sldMk cId="1504497400" sldId="278"/>
            <ac:spMk id="3" creationId="{FE77E8D4-1783-2631-D994-09BA648B432C}"/>
          </ac:spMkLst>
        </pc:spChg>
      </pc:sldChg>
      <pc:sldChg chg="modSp mod">
        <pc:chgData name="Khwima Mkamanga" userId="70c59b1a-5395-457b-a2f5-76eae1982732" providerId="ADAL" clId="{DD392B80-CF4E-4A59-89FA-3D0F82037691}" dt="2023-05-07T17:48:33.480" v="178"/>
        <pc:sldMkLst>
          <pc:docMk/>
          <pc:sldMk cId="3042520321" sldId="279"/>
        </pc:sldMkLst>
        <pc:spChg chg="mod">
          <ac:chgData name="Khwima Mkamanga" userId="70c59b1a-5395-457b-a2f5-76eae1982732" providerId="ADAL" clId="{DD392B80-CF4E-4A59-89FA-3D0F82037691}" dt="2023-05-07T17:48:33.480" v="178"/>
          <ac:spMkLst>
            <pc:docMk/>
            <pc:sldMk cId="3042520321" sldId="279"/>
            <ac:spMk id="2" creationId="{9808BFA7-24CB-27CA-294C-C27CC8E78E2A}"/>
          </ac:spMkLst>
        </pc:spChg>
        <pc:spChg chg="mod">
          <ac:chgData name="Khwima Mkamanga" userId="70c59b1a-5395-457b-a2f5-76eae1982732" providerId="ADAL" clId="{DD392B80-CF4E-4A59-89FA-3D0F82037691}" dt="2023-05-07T17:48:33.480" v="178"/>
          <ac:spMkLst>
            <pc:docMk/>
            <pc:sldMk cId="3042520321" sldId="279"/>
            <ac:spMk id="3" creationId="{B2357000-CFDD-94F0-6CAE-EB83614E2CAA}"/>
          </ac:spMkLst>
        </pc:spChg>
      </pc:sldChg>
      <pc:sldChg chg="modSp">
        <pc:chgData name="Khwima Mkamanga" userId="70c59b1a-5395-457b-a2f5-76eae1982732" providerId="ADAL" clId="{DD392B80-CF4E-4A59-89FA-3D0F82037691}" dt="2023-05-07T17:48:33.480" v="178"/>
        <pc:sldMkLst>
          <pc:docMk/>
          <pc:sldMk cId="3794827217" sldId="280"/>
        </pc:sldMkLst>
        <pc:spChg chg="mod">
          <ac:chgData name="Khwima Mkamanga" userId="70c59b1a-5395-457b-a2f5-76eae1982732" providerId="ADAL" clId="{DD392B80-CF4E-4A59-89FA-3D0F82037691}" dt="2023-05-07T17:48:33.480" v="178"/>
          <ac:spMkLst>
            <pc:docMk/>
            <pc:sldMk cId="3794827217" sldId="280"/>
            <ac:spMk id="2" creationId="{95CCD1C6-3DA9-6A61-81B1-55D5EC371603}"/>
          </ac:spMkLst>
        </pc:spChg>
        <pc:spChg chg="mod">
          <ac:chgData name="Khwima Mkamanga" userId="70c59b1a-5395-457b-a2f5-76eae1982732" providerId="ADAL" clId="{DD392B80-CF4E-4A59-89FA-3D0F82037691}" dt="2023-05-07T17:48:33.480" v="178"/>
          <ac:spMkLst>
            <pc:docMk/>
            <pc:sldMk cId="3794827217" sldId="280"/>
            <ac:spMk id="3" creationId="{31FA468E-BC7C-B0E1-630E-B2DA24FDFE63}"/>
          </ac:spMkLst>
        </pc:spChg>
      </pc:sldChg>
      <pc:sldChg chg="modSp">
        <pc:chgData name="Khwima Mkamanga" userId="70c59b1a-5395-457b-a2f5-76eae1982732" providerId="ADAL" clId="{DD392B80-CF4E-4A59-89FA-3D0F82037691}" dt="2023-05-07T17:48:33.480" v="178"/>
        <pc:sldMkLst>
          <pc:docMk/>
          <pc:sldMk cId="659867908" sldId="281"/>
        </pc:sldMkLst>
        <pc:spChg chg="mod">
          <ac:chgData name="Khwima Mkamanga" userId="70c59b1a-5395-457b-a2f5-76eae1982732" providerId="ADAL" clId="{DD392B80-CF4E-4A59-89FA-3D0F82037691}" dt="2023-05-07T17:48:33.480" v="178"/>
          <ac:spMkLst>
            <pc:docMk/>
            <pc:sldMk cId="659867908" sldId="281"/>
            <ac:spMk id="2" creationId="{38B3AC91-CFD8-0F2D-8D4F-D31CB7C26C24}"/>
          </ac:spMkLst>
        </pc:spChg>
      </pc:sldChg>
      <pc:sldChg chg="modSp mod">
        <pc:chgData name="Khwima Mkamanga" userId="70c59b1a-5395-457b-a2f5-76eae1982732" providerId="ADAL" clId="{DD392B80-CF4E-4A59-89FA-3D0F82037691}" dt="2023-05-07T17:48:33.480" v="178"/>
        <pc:sldMkLst>
          <pc:docMk/>
          <pc:sldMk cId="2281728034" sldId="282"/>
        </pc:sldMkLst>
        <pc:spChg chg="mod">
          <ac:chgData name="Khwima Mkamanga" userId="70c59b1a-5395-457b-a2f5-76eae1982732" providerId="ADAL" clId="{DD392B80-CF4E-4A59-89FA-3D0F82037691}" dt="2023-05-07T17:48:33.480" v="178"/>
          <ac:spMkLst>
            <pc:docMk/>
            <pc:sldMk cId="2281728034" sldId="282"/>
            <ac:spMk id="2" creationId="{A8414D7F-8431-17B4-D32A-E18E91F4AAD0}"/>
          </ac:spMkLst>
        </pc:spChg>
        <pc:spChg chg="mod">
          <ac:chgData name="Khwima Mkamanga" userId="70c59b1a-5395-457b-a2f5-76eae1982732" providerId="ADAL" clId="{DD392B80-CF4E-4A59-89FA-3D0F82037691}" dt="2023-05-07T17:48:33.480" v="178"/>
          <ac:spMkLst>
            <pc:docMk/>
            <pc:sldMk cId="2281728034" sldId="282"/>
            <ac:spMk id="3" creationId="{59B6D846-884D-62BE-14B0-48431374E84A}"/>
          </ac:spMkLst>
        </pc:spChg>
      </pc:sldChg>
      <pc:sldChg chg="modSp">
        <pc:chgData name="Khwima Mkamanga" userId="70c59b1a-5395-457b-a2f5-76eae1982732" providerId="ADAL" clId="{DD392B80-CF4E-4A59-89FA-3D0F82037691}" dt="2023-05-07T17:48:33.480" v="178"/>
        <pc:sldMkLst>
          <pc:docMk/>
          <pc:sldMk cId="109022823" sldId="283"/>
        </pc:sldMkLst>
        <pc:spChg chg="mod">
          <ac:chgData name="Khwima Mkamanga" userId="70c59b1a-5395-457b-a2f5-76eae1982732" providerId="ADAL" clId="{DD392B80-CF4E-4A59-89FA-3D0F82037691}" dt="2023-05-07T17:48:33.480" v="178"/>
          <ac:spMkLst>
            <pc:docMk/>
            <pc:sldMk cId="109022823" sldId="283"/>
            <ac:spMk id="2" creationId="{9808BFA7-24CB-27CA-294C-C27CC8E78E2A}"/>
          </ac:spMkLst>
        </pc:spChg>
      </pc:sldChg>
      <pc:sldChg chg="modSp">
        <pc:chgData name="Khwima Mkamanga" userId="70c59b1a-5395-457b-a2f5-76eae1982732" providerId="ADAL" clId="{DD392B80-CF4E-4A59-89FA-3D0F82037691}" dt="2023-05-07T17:48:33.480" v="178"/>
        <pc:sldMkLst>
          <pc:docMk/>
          <pc:sldMk cId="689327590" sldId="284"/>
        </pc:sldMkLst>
        <pc:spChg chg="mod">
          <ac:chgData name="Khwima Mkamanga" userId="70c59b1a-5395-457b-a2f5-76eae1982732" providerId="ADAL" clId="{DD392B80-CF4E-4A59-89FA-3D0F82037691}" dt="2023-05-07T17:48:33.480" v="178"/>
          <ac:spMkLst>
            <pc:docMk/>
            <pc:sldMk cId="689327590" sldId="284"/>
            <ac:spMk id="2" creationId="{6A90D082-9CAB-FFD7-DC89-F3B02C04DB95}"/>
          </ac:spMkLst>
        </pc:spChg>
      </pc:sldChg>
      <pc:sldChg chg="modSp">
        <pc:chgData name="Khwima Mkamanga" userId="70c59b1a-5395-457b-a2f5-76eae1982732" providerId="ADAL" clId="{DD392B80-CF4E-4A59-89FA-3D0F82037691}" dt="2023-05-07T17:48:33.480" v="178"/>
        <pc:sldMkLst>
          <pc:docMk/>
          <pc:sldMk cId="2945453414" sldId="285"/>
        </pc:sldMkLst>
        <pc:spChg chg="mod">
          <ac:chgData name="Khwima Mkamanga" userId="70c59b1a-5395-457b-a2f5-76eae1982732" providerId="ADAL" clId="{DD392B80-CF4E-4A59-89FA-3D0F82037691}" dt="2023-05-07T17:48:33.480" v="178"/>
          <ac:spMkLst>
            <pc:docMk/>
            <pc:sldMk cId="2945453414" sldId="285"/>
            <ac:spMk id="2" creationId="{95CCD1C6-3DA9-6A61-81B1-55D5EC371603}"/>
          </ac:spMkLst>
        </pc:spChg>
      </pc:sldChg>
      <pc:sldChg chg="new del ord">
        <pc:chgData name="Khwima Mkamanga" userId="70c59b1a-5395-457b-a2f5-76eae1982732" providerId="ADAL" clId="{DD392B80-CF4E-4A59-89FA-3D0F82037691}" dt="2023-05-07T17:54:07.327" v="202" actId="2696"/>
        <pc:sldMkLst>
          <pc:docMk/>
          <pc:sldMk cId="647181159" sldId="28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5/8/2023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5/8/2023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5/8/2023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5/8/2023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5/8/2023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5/8/2023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5/8/2023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5/8/2023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5/8/2023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5/8/2023</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5/8/2023</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5/8/2023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09098" y="3335162"/>
            <a:ext cx="6253317" cy="936342"/>
          </a:xfrm>
        </p:spPr>
        <p:txBody>
          <a:bodyPr>
            <a:normAutofit/>
          </a:bodyPr>
          <a:lstStyle/>
          <a:p>
            <a:r>
              <a:rPr lang="en-US" sz="4000" dirty="0"/>
              <a:t>History of Programming</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8"/>
            <a:ext cx="6269347" cy="1639569"/>
          </a:xfrm>
        </p:spPr>
        <p:txBody>
          <a:bodyPr>
            <a:normAutofit/>
          </a:bodyPr>
          <a:lstStyle/>
          <a:p>
            <a:r>
              <a:rPr lang="en-US" sz="1400" cap="none" dirty="0">
                <a:solidFill>
                  <a:schemeClr val="tx1">
                    <a:lumMod val="85000"/>
                    <a:lumOff val="15000"/>
                  </a:schemeClr>
                </a:solidFill>
              </a:rPr>
              <a:t>Lecturer: </a:t>
            </a:r>
            <a:r>
              <a:rPr lang="en-US" sz="1400" cap="none" dirty="0" err="1">
                <a:solidFill>
                  <a:schemeClr val="tx1">
                    <a:lumMod val="85000"/>
                    <a:lumOff val="15000"/>
                  </a:schemeClr>
                </a:solidFill>
              </a:rPr>
              <a:t>Mr</a:t>
            </a:r>
            <a:r>
              <a:rPr lang="en-US" sz="1400" cap="none" dirty="0">
                <a:solidFill>
                  <a:schemeClr val="tx1">
                    <a:lumMod val="85000"/>
                    <a:lumOff val="15000"/>
                  </a:schemeClr>
                </a:solidFill>
              </a:rPr>
              <a:t> Khwima Mkamanga., MSc Information Technology Management, Cardiff Metropolitan University</a:t>
            </a:r>
            <a:r>
              <a:rPr lang="en-US" sz="1400" cap="none">
                <a:solidFill>
                  <a:schemeClr val="tx1">
                    <a:lumMod val="85000"/>
                    <a:lumOff val="15000"/>
                  </a:schemeClr>
                </a:solidFill>
              </a:rPr>
              <a:t>, UK</a:t>
            </a:r>
            <a:endParaRPr lang="en-US" sz="1400" cap="none" dirty="0">
              <a:solidFill>
                <a:schemeClr val="tx1">
                  <a:lumMod val="85000"/>
                  <a:lumOff val="15000"/>
                </a:schemeClr>
              </a:solidFill>
            </a:endParaRPr>
          </a:p>
          <a:p>
            <a:r>
              <a:rPr lang="en-US" sz="1400" cap="none" dirty="0">
                <a:solidFill>
                  <a:schemeClr val="tx1">
                    <a:lumMod val="85000"/>
                    <a:lumOff val="15000"/>
                  </a:schemeClr>
                </a:solidFill>
              </a:rPr>
              <a:t>Ass. Lecturer : Mr. Lloyd Chunga</a:t>
            </a:r>
          </a:p>
        </p:txBody>
      </p:sp>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B8D5EB12-C015-9240-6C04-AA34E7B25FD6}"/>
              </a:ext>
            </a:extLst>
          </p:cNvPr>
          <p:cNvSpPr txBox="1">
            <a:spLocks/>
          </p:cNvSpPr>
          <p:nvPr/>
        </p:nvSpPr>
        <p:spPr>
          <a:xfrm>
            <a:off x="5209098" y="2235922"/>
            <a:ext cx="6073418" cy="105707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mj-lt"/>
                <a:ea typeface="+mj-ea"/>
                <a:cs typeface="+mj-cs"/>
              </a:defRPr>
            </a:lvl1pPr>
          </a:lstStyle>
          <a:p>
            <a:r>
              <a:rPr lang="en-US" sz="2100" cap="none" dirty="0">
                <a:solidFill>
                  <a:schemeClr val="tx1">
                    <a:lumMod val="85000"/>
                    <a:lumOff val="15000"/>
                  </a:schemeClr>
                </a:solidFill>
              </a:rPr>
              <a:t>INTRODUCTION TO PROGRAMMING WITH C – BICT 1102</a:t>
            </a: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lstStyle/>
          <a:p>
            <a:r>
              <a:rPr lang="en-US" dirty="0"/>
              <a:t>Learning Objectives</a:t>
            </a:r>
            <a:endParaRPr lang="en-MW" dirty="0"/>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p:txBody>
          <a:bodyPr>
            <a:normAutofit fontScale="92500" lnSpcReduction="20000"/>
          </a:bodyPr>
          <a:lstStyle/>
          <a:p>
            <a:pPr>
              <a:lnSpc>
                <a:spcPct val="120000"/>
              </a:lnSpc>
            </a:pPr>
            <a:r>
              <a:rPr lang="en-US" sz="2800" dirty="0"/>
              <a:t>In  this chapter you will learn about:</a:t>
            </a:r>
            <a:endParaRPr lang="en-US" dirty="0"/>
          </a:p>
          <a:p>
            <a:pPr lvl="1">
              <a:lnSpc>
                <a:spcPct val="120000"/>
              </a:lnSpc>
              <a:buFont typeface="Wingdings" panose="05000000000000000000" pitchFamily="2" charset="2"/>
              <a:buChar char="§"/>
            </a:pPr>
            <a:r>
              <a:rPr lang="en-US" sz="2000" dirty="0"/>
              <a:t>Describing Programming language </a:t>
            </a:r>
          </a:p>
          <a:p>
            <a:pPr lvl="1">
              <a:lnSpc>
                <a:spcPct val="120000"/>
              </a:lnSpc>
              <a:buFont typeface="Wingdings" panose="05000000000000000000" pitchFamily="2" charset="2"/>
              <a:buChar char="§"/>
            </a:pPr>
            <a:r>
              <a:rPr lang="en-US" sz="2000" dirty="0"/>
              <a:t>Language Models </a:t>
            </a:r>
          </a:p>
          <a:p>
            <a:pPr lvl="1">
              <a:lnSpc>
                <a:spcPct val="120000"/>
              </a:lnSpc>
              <a:buFont typeface="Wingdings" panose="05000000000000000000" pitchFamily="2" charset="2"/>
              <a:buChar char="§"/>
            </a:pPr>
            <a:r>
              <a:rPr lang="en-US" sz="2000" dirty="0"/>
              <a:t>Chronology of Programming</a:t>
            </a:r>
          </a:p>
          <a:p>
            <a:pPr lvl="1">
              <a:lnSpc>
                <a:spcPct val="120000"/>
              </a:lnSpc>
              <a:buFont typeface="Wingdings" panose="05000000000000000000" pitchFamily="2" charset="2"/>
              <a:buChar char="§"/>
            </a:pPr>
            <a:r>
              <a:rPr lang="en-US" sz="2000" dirty="0"/>
              <a:t>Object Oriented Concepts</a:t>
            </a:r>
          </a:p>
          <a:p>
            <a:pPr lvl="1">
              <a:lnSpc>
                <a:spcPct val="120000"/>
              </a:lnSpc>
              <a:buFont typeface="Wingdings" panose="05000000000000000000" pitchFamily="2" charset="2"/>
              <a:buChar char="§"/>
            </a:pPr>
            <a:r>
              <a:rPr lang="en-US" sz="2000" dirty="0"/>
              <a:t>Classes</a:t>
            </a:r>
          </a:p>
          <a:p>
            <a:pPr lvl="1">
              <a:lnSpc>
                <a:spcPct val="120000"/>
              </a:lnSpc>
              <a:buFont typeface="Wingdings" panose="05000000000000000000" pitchFamily="2" charset="2"/>
              <a:buChar char="§"/>
            </a:pPr>
            <a:r>
              <a:rPr lang="en-US" sz="2000" dirty="0"/>
              <a:t>Encapsulation (or Information Hiding) and Abstraction</a:t>
            </a:r>
          </a:p>
          <a:p>
            <a:pPr lvl="1">
              <a:lnSpc>
                <a:spcPct val="120000"/>
              </a:lnSpc>
              <a:buFont typeface="Wingdings" panose="05000000000000000000" pitchFamily="2" charset="2"/>
              <a:buChar char="§"/>
            </a:pPr>
            <a:r>
              <a:rPr lang="en-US" sz="2000" dirty="0"/>
              <a:t>Messages and Operations</a:t>
            </a:r>
          </a:p>
          <a:p>
            <a:pPr lvl="1">
              <a:lnSpc>
                <a:spcPct val="120000"/>
              </a:lnSpc>
              <a:buFont typeface="Wingdings" panose="05000000000000000000" pitchFamily="2" charset="2"/>
              <a:buChar char="§"/>
            </a:pPr>
            <a:r>
              <a:rPr lang="en-US" sz="2000" dirty="0"/>
              <a:t>Relationships</a:t>
            </a:r>
          </a:p>
          <a:p>
            <a:pPr lvl="1">
              <a:lnSpc>
                <a:spcPct val="120000"/>
              </a:lnSpc>
              <a:buFont typeface="Wingdings" panose="05000000000000000000" pitchFamily="2" charset="2"/>
              <a:buChar char="§"/>
            </a:pPr>
            <a:r>
              <a:rPr lang="en-US" sz="2000" dirty="0"/>
              <a:t>Polymorphism</a:t>
            </a:r>
          </a:p>
        </p:txBody>
      </p:sp>
    </p:spTree>
    <p:extLst>
      <p:ext uri="{BB962C8B-B14F-4D97-AF65-F5344CB8AC3E}">
        <p14:creationId xmlns:p14="http://schemas.microsoft.com/office/powerpoint/2010/main" val="4288387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Describing Programming language </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p:txBody>
          <a:bodyPr>
            <a:normAutofit fontScale="92500" lnSpcReduction="10000"/>
          </a:bodyPr>
          <a:lstStyle/>
          <a:p>
            <a:pPr marL="635508" lvl="1" indent="-342900">
              <a:lnSpc>
                <a:spcPct val="150000"/>
              </a:lnSpc>
              <a:buFont typeface="Wingdings" panose="05000000000000000000" pitchFamily="2" charset="2"/>
              <a:buChar char="§"/>
            </a:pPr>
            <a:r>
              <a:rPr lang="en-US" sz="2000" b="0" i="0" dirty="0">
                <a:solidFill>
                  <a:schemeClr val="tx1"/>
                </a:solidFill>
                <a:effectLst/>
                <a:latin typeface="Söhne"/>
              </a:rPr>
              <a:t>Programming languages are special computer languages designed for writing software programs that tell computers what to do.</a:t>
            </a:r>
          </a:p>
          <a:p>
            <a:pPr marL="635508" lvl="1" indent="-342900">
              <a:lnSpc>
                <a:spcPct val="150000"/>
              </a:lnSpc>
              <a:buFont typeface="Wingdings" panose="05000000000000000000" pitchFamily="2" charset="2"/>
              <a:buChar char="§"/>
            </a:pPr>
            <a:r>
              <a:rPr lang="en-US" sz="2000" b="0" i="0" dirty="0">
                <a:solidFill>
                  <a:schemeClr val="tx1"/>
                </a:solidFill>
                <a:effectLst/>
                <a:latin typeface="Söhne"/>
              </a:rPr>
              <a:t>There are many different programming languages, each with its own syntax, semantics, and features.</a:t>
            </a:r>
            <a:endParaRPr lang="en-US" sz="2000" dirty="0">
              <a:solidFill>
                <a:schemeClr val="tx1"/>
              </a:solidFill>
              <a:latin typeface="Söhne"/>
            </a:endParaRPr>
          </a:p>
          <a:p>
            <a:pPr marL="635508" lvl="1" indent="-342900">
              <a:lnSpc>
                <a:spcPct val="150000"/>
              </a:lnSpc>
              <a:buFont typeface="Wingdings" panose="05000000000000000000" pitchFamily="2" charset="2"/>
              <a:buChar char="§"/>
            </a:pPr>
            <a:r>
              <a:rPr lang="en-US" sz="2000" dirty="0"/>
              <a:t>Computers consists of; </a:t>
            </a:r>
          </a:p>
          <a:p>
            <a:pPr marL="818388" lvl="2" indent="-342900">
              <a:lnSpc>
                <a:spcPct val="150000"/>
              </a:lnSpc>
              <a:buFont typeface="Courier New" panose="02070309020205020404" pitchFamily="49" charset="0"/>
              <a:buChar char="o"/>
            </a:pPr>
            <a:r>
              <a:rPr lang="en-US" sz="1600" dirty="0"/>
              <a:t> 1s and 0s or the binary system, which human beings would find very difficult to communicate in. </a:t>
            </a:r>
          </a:p>
          <a:p>
            <a:pPr marL="818388" lvl="2" indent="-342900">
              <a:lnSpc>
                <a:spcPct val="150000"/>
              </a:lnSpc>
              <a:buFont typeface="Courier New" panose="02070309020205020404" pitchFamily="49" charset="0"/>
              <a:buChar char="o"/>
            </a:pPr>
            <a:r>
              <a:rPr lang="en-US" sz="1600" dirty="0"/>
              <a:t>Programming languages enable humans to write in a form that is more compatible with the human system of communication. </a:t>
            </a:r>
          </a:p>
          <a:p>
            <a:pPr marL="818388" lvl="2" indent="-342900">
              <a:lnSpc>
                <a:spcPct val="150000"/>
              </a:lnSpc>
              <a:buFont typeface="Courier New" panose="02070309020205020404" pitchFamily="49" charset="0"/>
              <a:buChar char="o"/>
            </a:pPr>
            <a:r>
              <a:rPr lang="en-US" sz="1600" dirty="0"/>
              <a:t>This is then translated into machine code that the computer can understand.</a:t>
            </a:r>
            <a:endParaRPr lang="en-US" sz="1600" dirty="0">
              <a:solidFill>
                <a:schemeClr val="tx1"/>
              </a:solidFill>
            </a:endParaRPr>
          </a:p>
        </p:txBody>
      </p:sp>
    </p:spTree>
    <p:extLst>
      <p:ext uri="{BB962C8B-B14F-4D97-AF65-F5344CB8AC3E}">
        <p14:creationId xmlns:p14="http://schemas.microsoft.com/office/powerpoint/2010/main" val="3014139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C3F78-108A-198F-6B2F-689EE128381F}"/>
              </a:ext>
            </a:extLst>
          </p:cNvPr>
          <p:cNvSpPr>
            <a:spLocks noGrp="1"/>
          </p:cNvSpPr>
          <p:nvPr>
            <p:ph type="title"/>
          </p:nvPr>
        </p:nvSpPr>
        <p:spPr/>
        <p:txBody>
          <a:bodyPr>
            <a:normAutofit/>
          </a:bodyPr>
          <a:lstStyle/>
          <a:p>
            <a:r>
              <a:rPr lang="en-US" sz="3200" dirty="0"/>
              <a:t>Describing Programming Languages </a:t>
            </a:r>
            <a:r>
              <a:rPr lang="en-US" sz="1600" i="1" dirty="0"/>
              <a:t>(continued)</a:t>
            </a:r>
            <a:endParaRPr lang="en-MW" sz="1600" i="1" dirty="0"/>
          </a:p>
        </p:txBody>
      </p:sp>
      <p:sp>
        <p:nvSpPr>
          <p:cNvPr id="3" name="Content Placeholder 2">
            <a:extLst>
              <a:ext uri="{FF2B5EF4-FFF2-40B4-BE49-F238E27FC236}">
                <a16:creationId xmlns:a16="http://schemas.microsoft.com/office/drawing/2014/main" id="{450001D5-EB47-9772-D700-1A4E6D28C669}"/>
              </a:ext>
            </a:extLst>
          </p:cNvPr>
          <p:cNvSpPr>
            <a:spLocks noGrp="1"/>
          </p:cNvSpPr>
          <p:nvPr>
            <p:ph idx="1"/>
          </p:nvPr>
        </p:nvSpPr>
        <p:spPr/>
        <p:txBody>
          <a:bodyPr>
            <a:noAutofit/>
          </a:bodyPr>
          <a:lstStyle/>
          <a:p>
            <a:pPr lvl="1">
              <a:buFont typeface="Wingdings" panose="05000000000000000000" pitchFamily="2" charset="2"/>
              <a:buChar char="§"/>
            </a:pPr>
            <a:r>
              <a:rPr lang="en-US" sz="1800" b="0" i="0" dirty="0">
                <a:solidFill>
                  <a:schemeClr val="tx1"/>
                </a:solidFill>
                <a:effectLst/>
                <a:latin typeface="Söhne"/>
              </a:rPr>
              <a:t>Programming languages are typically implemented by compilers or interpreters, which translate source code into executable machine code.</a:t>
            </a:r>
          </a:p>
          <a:p>
            <a:pPr lvl="1">
              <a:buFont typeface="Wingdings" panose="05000000000000000000" pitchFamily="2" charset="2"/>
              <a:buChar char="§"/>
            </a:pPr>
            <a:r>
              <a:rPr lang="en-US" sz="1800" b="0" i="0" dirty="0">
                <a:solidFill>
                  <a:schemeClr val="tx1"/>
                </a:solidFill>
                <a:effectLst/>
                <a:latin typeface="Söhne"/>
              </a:rPr>
              <a:t>Understanding programming languages and their features is essential for software developers to choose the right language for a given task and write high-quality, efficient code.</a:t>
            </a:r>
            <a:endParaRPr lang="en-MW" sz="1800" dirty="0">
              <a:solidFill>
                <a:schemeClr val="tx1"/>
              </a:solidFill>
            </a:endParaRPr>
          </a:p>
        </p:txBody>
      </p:sp>
    </p:spTree>
    <p:extLst>
      <p:ext uri="{BB962C8B-B14F-4D97-AF65-F5344CB8AC3E}">
        <p14:creationId xmlns:p14="http://schemas.microsoft.com/office/powerpoint/2010/main" val="2287593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Language Models </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p:txBody>
          <a:bodyPr>
            <a:normAutofit/>
          </a:bodyPr>
          <a:lstStyle/>
          <a:p>
            <a:pPr marL="635508" lvl="1" indent="-342900">
              <a:buFont typeface="Wingdings" panose="05000000000000000000" pitchFamily="2" charset="2"/>
              <a:buChar char="§"/>
            </a:pPr>
            <a:r>
              <a:rPr lang="en-US" sz="1800" b="0" i="0" dirty="0">
                <a:solidFill>
                  <a:schemeClr val="tx1"/>
                </a:solidFill>
                <a:effectLst/>
                <a:latin typeface="Söhne"/>
              </a:rPr>
              <a:t>Programming languages can be categorized into different language models or paradigms, such as procedural, functional, and object-oriented programming.</a:t>
            </a:r>
          </a:p>
          <a:p>
            <a:pPr marL="818388" lvl="2" indent="-342900">
              <a:buFont typeface="Wingdings" panose="05000000000000000000" pitchFamily="2" charset="2"/>
              <a:buChar char="§"/>
            </a:pPr>
            <a:r>
              <a:rPr lang="en-US" sz="1600" dirty="0">
                <a:solidFill>
                  <a:schemeClr val="tx1"/>
                </a:solidFill>
              </a:rPr>
              <a:t>Imperative/Procedural languages: </a:t>
            </a:r>
            <a:endParaRPr lang="en-US" sz="1600" dirty="0">
              <a:solidFill>
                <a:schemeClr val="tx1"/>
              </a:solidFill>
              <a:latin typeface="Söhne"/>
            </a:endParaRPr>
          </a:p>
          <a:p>
            <a:pPr marL="1012698" lvl="4" indent="-171450">
              <a:buFont typeface="Wingdings" panose="05000000000000000000" pitchFamily="2" charset="2"/>
              <a:buChar char="§"/>
            </a:pPr>
            <a:r>
              <a:rPr lang="en-US" sz="1200" dirty="0"/>
              <a:t>Formed from collections of basic commands, most often assignments and Input/Output (I/O), where execution is sequenced by control structures (e.g. loops, conditionals, blocks).</a:t>
            </a:r>
          </a:p>
          <a:p>
            <a:pPr marL="1012698" lvl="4" indent="-171450">
              <a:buFont typeface="Wingdings" panose="05000000000000000000" pitchFamily="2" charset="2"/>
              <a:buChar char="§"/>
            </a:pPr>
            <a:r>
              <a:rPr lang="en-US" sz="1200" dirty="0"/>
              <a:t>Specify explicit sequences of steps to follow to produce a result. Examples include: - C, Pascal, Fortran, Assembly</a:t>
            </a:r>
            <a:endParaRPr lang="en-US" sz="1200" dirty="0">
              <a:solidFill>
                <a:schemeClr val="tx1"/>
              </a:solidFill>
            </a:endParaRPr>
          </a:p>
          <a:p>
            <a:pPr marL="761238" lvl="2" indent="-285750">
              <a:buFont typeface="Wingdings" panose="05000000000000000000" pitchFamily="2" charset="2"/>
              <a:buChar char="§"/>
            </a:pPr>
            <a:r>
              <a:rPr lang="en-US" sz="1600" dirty="0">
                <a:solidFill>
                  <a:schemeClr val="tx1"/>
                </a:solidFill>
              </a:rPr>
              <a:t>Functional Languages:</a:t>
            </a:r>
          </a:p>
          <a:p>
            <a:pPr marL="1126998" lvl="4" indent="-285750">
              <a:buFont typeface="Wingdings" panose="05000000000000000000" pitchFamily="2" charset="2"/>
              <a:buChar char="§"/>
            </a:pPr>
            <a:r>
              <a:rPr lang="en-US" sz="1200" dirty="0"/>
              <a:t>Consists of a collection of mathematical function definitions and function applications. </a:t>
            </a:r>
          </a:p>
          <a:p>
            <a:pPr marL="1126998" lvl="4" indent="-285750">
              <a:buFont typeface="Wingdings" panose="05000000000000000000" pitchFamily="2" charset="2"/>
              <a:buChar char="§"/>
            </a:pPr>
            <a:r>
              <a:rPr lang="en-US" sz="1200" dirty="0"/>
              <a:t>Programs written in a functional language are generally compact and elegant, but have tended, until recently, run slowly and require a lot of memory. Examples include LISP, Haskell, Scheme.</a:t>
            </a:r>
          </a:p>
          <a:p>
            <a:pPr marL="761238" lvl="2" indent="-285750">
              <a:buFont typeface="Wingdings" panose="05000000000000000000" pitchFamily="2" charset="2"/>
              <a:buChar char="§"/>
            </a:pPr>
            <a:r>
              <a:rPr lang="en-US" sz="1600" dirty="0"/>
              <a:t>Logic programming languages: </a:t>
            </a:r>
          </a:p>
          <a:p>
            <a:pPr marL="1126998" lvl="4" indent="-285750">
              <a:buFont typeface="Wingdings" panose="05000000000000000000" pitchFamily="2" charset="2"/>
              <a:buChar char="§"/>
            </a:pPr>
            <a:r>
              <a:rPr lang="en-US" sz="1200" dirty="0"/>
              <a:t>Consists of a collection of statements with a particular mathematical logic. </a:t>
            </a:r>
          </a:p>
          <a:p>
            <a:pPr marL="1126998" lvl="4" indent="-285750">
              <a:buFont typeface="Wingdings" panose="05000000000000000000" pitchFamily="2" charset="2"/>
              <a:buChar char="§"/>
            </a:pPr>
            <a:r>
              <a:rPr lang="en-US" sz="1200" dirty="0"/>
              <a:t>Original logic programming language was Prolog.</a:t>
            </a:r>
            <a:endParaRPr lang="en-US" sz="1200" dirty="0">
              <a:solidFill>
                <a:schemeClr val="tx1"/>
              </a:solidFill>
            </a:endParaRPr>
          </a:p>
        </p:txBody>
      </p:sp>
    </p:spTree>
    <p:extLst>
      <p:ext uri="{BB962C8B-B14F-4D97-AF65-F5344CB8AC3E}">
        <p14:creationId xmlns:p14="http://schemas.microsoft.com/office/powerpoint/2010/main" val="1621930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Language Models  </a:t>
            </a:r>
            <a:r>
              <a:rPr lang="en-US" sz="1600" i="1" dirty="0"/>
              <a:t>(continued)</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fontScale="92500" lnSpcReduction="20000"/>
          </a:bodyPr>
          <a:lstStyle/>
          <a:p>
            <a:pPr marL="761238" lvl="2" indent="-285750">
              <a:lnSpc>
                <a:spcPct val="110000"/>
              </a:lnSpc>
              <a:buFont typeface="Wingdings" panose="05000000000000000000" pitchFamily="2" charset="2"/>
              <a:buChar char="§"/>
            </a:pPr>
            <a:r>
              <a:rPr lang="en-US" sz="1700" dirty="0">
                <a:solidFill>
                  <a:schemeClr val="tx1"/>
                </a:solidFill>
              </a:rPr>
              <a:t>Object-Oriented (OO) languages:</a:t>
            </a:r>
            <a:endParaRPr lang="en-US" sz="1700" dirty="0">
              <a:solidFill>
                <a:schemeClr val="tx1"/>
              </a:solidFill>
              <a:latin typeface="Söhne"/>
            </a:endParaRPr>
          </a:p>
          <a:p>
            <a:pPr marL="1126998" lvl="4" indent="-285750">
              <a:lnSpc>
                <a:spcPct val="110000"/>
              </a:lnSpc>
              <a:buFont typeface="Wingdings" panose="05000000000000000000" pitchFamily="2" charset="2"/>
              <a:buChar char="§"/>
            </a:pPr>
            <a:r>
              <a:rPr lang="en-US" sz="1400" dirty="0"/>
              <a:t>Consists of objects that interact with each other. Examples include Simula, Smalltalk-80, C++, Java.</a:t>
            </a:r>
          </a:p>
          <a:p>
            <a:pPr marL="818388" lvl="2" indent="-342900">
              <a:lnSpc>
                <a:spcPct val="110000"/>
              </a:lnSpc>
              <a:buFont typeface="Wingdings" panose="05000000000000000000" pitchFamily="2" charset="2"/>
              <a:buChar char="§"/>
            </a:pPr>
            <a:r>
              <a:rPr lang="en-US" sz="1700" dirty="0"/>
              <a:t>Declarative languages:</a:t>
            </a:r>
          </a:p>
          <a:p>
            <a:pPr marL="1012698" lvl="4" indent="-171450">
              <a:lnSpc>
                <a:spcPct val="110000"/>
              </a:lnSpc>
              <a:buFont typeface="Wingdings" panose="05000000000000000000" pitchFamily="2" charset="2"/>
              <a:buChar char="§"/>
            </a:pPr>
            <a:r>
              <a:rPr lang="en-US" sz="1400" dirty="0"/>
              <a:t>Consists of a collection of declarations, i.e. program specifies what is to be done rather than how to do it. - Many functional and logic languages are also declarative. </a:t>
            </a:r>
          </a:p>
          <a:p>
            <a:pPr marL="1012698" lvl="4" indent="-171450">
              <a:lnSpc>
                <a:spcPct val="110000"/>
              </a:lnSpc>
              <a:buFont typeface="Wingdings" panose="05000000000000000000" pitchFamily="2" charset="2"/>
              <a:buChar char="§"/>
            </a:pPr>
            <a:r>
              <a:rPr lang="en-US" sz="1400" dirty="0"/>
              <a:t>Examples include Haskell, Prolog. </a:t>
            </a:r>
          </a:p>
          <a:p>
            <a:pPr marL="818388" lvl="2" indent="-342900">
              <a:lnSpc>
                <a:spcPct val="110000"/>
              </a:lnSpc>
              <a:buFont typeface="Wingdings" panose="05000000000000000000" pitchFamily="2" charset="2"/>
              <a:buChar char="§"/>
            </a:pPr>
            <a:r>
              <a:rPr lang="en-US" sz="1700" dirty="0"/>
              <a:t>Scripting languages:</a:t>
            </a:r>
          </a:p>
          <a:p>
            <a:pPr marL="1012698" lvl="4" indent="-171450">
              <a:lnSpc>
                <a:spcPct val="110000"/>
              </a:lnSpc>
              <a:buFont typeface="Wingdings" panose="05000000000000000000" pitchFamily="2" charset="2"/>
              <a:buChar char="§"/>
            </a:pPr>
            <a:r>
              <a:rPr lang="en-US" sz="1400" dirty="0"/>
              <a:t>Controls a software application which is usually written in a different language. </a:t>
            </a:r>
          </a:p>
          <a:p>
            <a:pPr marL="1012698" lvl="4" indent="-171450">
              <a:lnSpc>
                <a:spcPct val="110000"/>
              </a:lnSpc>
              <a:buFont typeface="Wingdings" panose="05000000000000000000" pitchFamily="2" charset="2"/>
              <a:buChar char="§"/>
            </a:pPr>
            <a:r>
              <a:rPr lang="en-US" sz="1400" dirty="0"/>
              <a:t>Scripting languages came about largely because of the development of the Internet as a communication tool. </a:t>
            </a:r>
          </a:p>
          <a:p>
            <a:pPr marL="1012698" lvl="4" indent="-171450">
              <a:lnSpc>
                <a:spcPct val="110000"/>
              </a:lnSpc>
              <a:buFont typeface="Wingdings" panose="05000000000000000000" pitchFamily="2" charset="2"/>
              <a:buChar char="§"/>
            </a:pPr>
            <a:r>
              <a:rPr lang="en-US" sz="1400" dirty="0"/>
              <a:t>Examples include JavaScript, Perl, PHP. </a:t>
            </a:r>
          </a:p>
          <a:p>
            <a:pPr marL="761238" lvl="2" indent="-285750">
              <a:lnSpc>
                <a:spcPct val="110000"/>
              </a:lnSpc>
              <a:buFont typeface="Wingdings" panose="05000000000000000000" pitchFamily="2" charset="2"/>
              <a:buChar char="§"/>
            </a:pPr>
            <a:r>
              <a:rPr lang="en-US" sz="1700" dirty="0"/>
              <a:t>Parallel languages:</a:t>
            </a:r>
          </a:p>
          <a:p>
            <a:pPr marL="1126998" lvl="4" indent="-285750">
              <a:lnSpc>
                <a:spcPct val="110000"/>
              </a:lnSpc>
              <a:buFont typeface="Wingdings" panose="05000000000000000000" pitchFamily="2" charset="2"/>
              <a:buChar char="§"/>
            </a:pPr>
            <a:r>
              <a:rPr lang="en-US" sz="1400" dirty="0"/>
              <a:t>Operate on the principle that large problems can often be divided into smaller ones, which are then solved concurrently ("in parallel"). </a:t>
            </a:r>
          </a:p>
          <a:p>
            <a:pPr marL="1126998" lvl="4" indent="-285750">
              <a:lnSpc>
                <a:spcPct val="110000"/>
              </a:lnSpc>
              <a:buFont typeface="Wingdings" panose="05000000000000000000" pitchFamily="2" charset="2"/>
              <a:buChar char="§"/>
            </a:pPr>
            <a:r>
              <a:rPr lang="en-US" sz="1400" dirty="0"/>
              <a:t>An example is Ada</a:t>
            </a:r>
          </a:p>
          <a:p>
            <a:pPr marL="1126998" lvl="4" indent="-285750">
              <a:lnSpc>
                <a:spcPct val="110000"/>
              </a:lnSpc>
              <a:buFont typeface="Wingdings" panose="05000000000000000000" pitchFamily="2" charset="2"/>
              <a:buChar char="§"/>
            </a:pPr>
            <a:r>
              <a:rPr lang="en-US" sz="1400" dirty="0"/>
              <a:t>Consists of a collection of processes (sometimes structure data) that communicate with each other. </a:t>
            </a:r>
            <a:endParaRPr lang="en-US" sz="1400" dirty="0">
              <a:solidFill>
                <a:schemeClr val="tx1"/>
              </a:solidFill>
            </a:endParaRPr>
          </a:p>
        </p:txBody>
      </p:sp>
    </p:spTree>
    <p:extLst>
      <p:ext uri="{BB962C8B-B14F-4D97-AF65-F5344CB8AC3E}">
        <p14:creationId xmlns:p14="http://schemas.microsoft.com/office/powerpoint/2010/main" val="1238253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Chronology of Programming</a:t>
            </a:r>
            <a:endParaRPr lang="en-US" sz="1600" i="1" dirty="0"/>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a:bodyPr>
          <a:lstStyle/>
          <a:p>
            <a:pPr marL="761238" lvl="2" indent="-285750">
              <a:lnSpc>
                <a:spcPct val="150000"/>
              </a:lnSpc>
              <a:buFont typeface="Wingdings" panose="05000000000000000000" pitchFamily="2" charset="2"/>
              <a:buChar char="§"/>
            </a:pPr>
            <a:r>
              <a:rPr lang="en-US" sz="1800" dirty="0"/>
              <a:t>The Chronology of programming represents: -</a:t>
            </a:r>
          </a:p>
          <a:p>
            <a:pPr marL="944118" lvl="3" indent="-285750">
              <a:lnSpc>
                <a:spcPct val="150000"/>
              </a:lnSpc>
              <a:buFont typeface="Wingdings" panose="05000000000000000000" pitchFamily="2" charset="2"/>
              <a:buChar char="§"/>
            </a:pPr>
            <a:r>
              <a:rPr lang="en-US" sz="1800" dirty="0"/>
              <a:t> Major steps or ‘generations’ in the evolution of programming languages. </a:t>
            </a:r>
          </a:p>
          <a:p>
            <a:pPr marL="944118" lvl="3" indent="-285750">
              <a:lnSpc>
                <a:spcPct val="150000"/>
              </a:lnSpc>
              <a:buFont typeface="Wingdings" panose="05000000000000000000" pitchFamily="2" charset="2"/>
              <a:buChar char="§"/>
            </a:pPr>
            <a:r>
              <a:rPr lang="en-US" sz="1800" dirty="0"/>
              <a:t>The language generations span many decades, and begin with the development of machine code.</a:t>
            </a:r>
          </a:p>
          <a:p>
            <a:pPr marL="944118" lvl="3" indent="-285750">
              <a:lnSpc>
                <a:spcPct val="150000"/>
              </a:lnSpc>
              <a:buFont typeface="Wingdings" panose="05000000000000000000" pitchFamily="2" charset="2"/>
              <a:buChar char="§"/>
            </a:pPr>
            <a:r>
              <a:rPr lang="en-US" sz="1800" dirty="0"/>
              <a:t>Each generation adds new features and capabilities. </a:t>
            </a:r>
          </a:p>
          <a:p>
            <a:pPr marL="944118" lvl="3" indent="-285750">
              <a:lnSpc>
                <a:spcPct val="150000"/>
              </a:lnSpc>
              <a:buFont typeface="Wingdings" panose="05000000000000000000" pitchFamily="2" charset="2"/>
              <a:buChar char="§"/>
            </a:pPr>
            <a:r>
              <a:rPr lang="en-US" sz="1800" dirty="0"/>
              <a:t> For example, modern languages have led to the development of completely different styles of programming involving the use of more human-like or natural language and re-usable pieces of code.</a:t>
            </a:r>
            <a:endParaRPr lang="en-US" sz="1800" b="1" dirty="0"/>
          </a:p>
        </p:txBody>
      </p:sp>
    </p:spTree>
    <p:extLst>
      <p:ext uri="{BB962C8B-B14F-4D97-AF65-F5344CB8AC3E}">
        <p14:creationId xmlns:p14="http://schemas.microsoft.com/office/powerpoint/2010/main" val="1136218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Chronology of Programming  </a:t>
            </a:r>
            <a:r>
              <a:rPr lang="en-US" sz="1600" i="1" dirty="0"/>
              <a:t>(continued)</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lnSpcReduction="10000"/>
          </a:bodyPr>
          <a:lstStyle/>
          <a:p>
            <a:pPr marL="761238" lvl="2" indent="-285750">
              <a:lnSpc>
                <a:spcPct val="110000"/>
              </a:lnSpc>
              <a:buFont typeface="Wingdings" panose="05000000000000000000" pitchFamily="2" charset="2"/>
              <a:buChar char="§"/>
            </a:pPr>
            <a:r>
              <a:rPr lang="en-US" sz="1600" dirty="0"/>
              <a:t>First generation languages (1GL):  </a:t>
            </a:r>
          </a:p>
          <a:p>
            <a:pPr marL="944118" lvl="3" indent="-285750">
              <a:lnSpc>
                <a:spcPct val="110000"/>
              </a:lnSpc>
              <a:buFont typeface="Wingdings" panose="05000000000000000000" pitchFamily="2" charset="2"/>
              <a:buChar char="§"/>
            </a:pPr>
            <a:r>
              <a:rPr lang="en-US" sz="1200" dirty="0"/>
              <a:t>Was machine language, instructions and addresses were numerical. </a:t>
            </a:r>
          </a:p>
          <a:p>
            <a:pPr marL="944118" lvl="3" indent="-285750">
              <a:lnSpc>
                <a:spcPct val="110000"/>
              </a:lnSpc>
              <a:buFont typeface="Wingdings" panose="05000000000000000000" pitchFamily="2" charset="2"/>
              <a:buChar char="§"/>
            </a:pPr>
            <a:r>
              <a:rPr lang="en-US" sz="1200" dirty="0"/>
              <a:t>These programs were linked to the machine they were developed on. </a:t>
            </a:r>
          </a:p>
          <a:p>
            <a:pPr marL="761238" lvl="2" indent="-285750">
              <a:lnSpc>
                <a:spcPct val="110000"/>
              </a:lnSpc>
              <a:buFont typeface="Wingdings" panose="05000000000000000000" pitchFamily="2" charset="2"/>
              <a:buChar char="§"/>
            </a:pPr>
            <a:r>
              <a:rPr lang="en-US" sz="1600" dirty="0"/>
              <a:t>Second generation languages (2GL): </a:t>
            </a:r>
          </a:p>
          <a:p>
            <a:pPr marL="944118" lvl="3" indent="-285750">
              <a:lnSpc>
                <a:spcPct val="110000"/>
              </a:lnSpc>
              <a:buFont typeface="Wingdings" panose="05000000000000000000" pitchFamily="2" charset="2"/>
              <a:buChar char="§"/>
            </a:pPr>
            <a:r>
              <a:rPr lang="en-US" sz="1200" dirty="0"/>
              <a:t>Allowed symbolic instructions and addresses. </a:t>
            </a:r>
          </a:p>
          <a:p>
            <a:pPr marL="944118" lvl="3" indent="-285750">
              <a:lnSpc>
                <a:spcPct val="110000"/>
              </a:lnSpc>
              <a:buFont typeface="Wingdings" panose="05000000000000000000" pitchFamily="2" charset="2"/>
              <a:buChar char="§"/>
            </a:pPr>
            <a:r>
              <a:rPr lang="en-US" sz="1200" dirty="0"/>
              <a:t>An assembler translated the programs into machine codes. </a:t>
            </a:r>
          </a:p>
          <a:p>
            <a:pPr marL="944118" lvl="3" indent="-285750">
              <a:lnSpc>
                <a:spcPct val="110000"/>
              </a:lnSpc>
              <a:buFont typeface="Wingdings" panose="05000000000000000000" pitchFamily="2" charset="2"/>
              <a:buChar char="§"/>
            </a:pPr>
            <a:r>
              <a:rPr lang="en-US" sz="1200" dirty="0"/>
              <a:t>Languages of this generation include IBM, BAL and VAX Macro. </a:t>
            </a:r>
          </a:p>
          <a:p>
            <a:pPr marL="944118" lvl="3" indent="-285750">
              <a:lnSpc>
                <a:spcPct val="110000"/>
              </a:lnSpc>
              <a:buFont typeface="Wingdings" panose="05000000000000000000" pitchFamily="2" charset="2"/>
              <a:buChar char="§"/>
            </a:pPr>
            <a:r>
              <a:rPr lang="en-US" sz="1200" dirty="0"/>
              <a:t>Languages were still dependent on the machine they were developed on. </a:t>
            </a:r>
          </a:p>
          <a:p>
            <a:pPr marL="944118" lvl="3" indent="-285750">
              <a:lnSpc>
                <a:spcPct val="110000"/>
              </a:lnSpc>
              <a:buFont typeface="Wingdings" panose="05000000000000000000" pitchFamily="2" charset="2"/>
              <a:buChar char="§"/>
            </a:pPr>
            <a:r>
              <a:rPr lang="en-US" sz="1200" dirty="0"/>
              <a:t>A typical 2GL instruction looks like this: </a:t>
            </a:r>
            <a:r>
              <a:rPr lang="en-US" sz="1200" b="1" dirty="0"/>
              <a:t>ADD 12, 8</a:t>
            </a:r>
          </a:p>
          <a:p>
            <a:pPr marL="761238" lvl="2" indent="-285750">
              <a:lnSpc>
                <a:spcPct val="110000"/>
              </a:lnSpc>
              <a:buFont typeface="Wingdings" panose="05000000000000000000" pitchFamily="2" charset="2"/>
              <a:buChar char="§"/>
            </a:pPr>
            <a:r>
              <a:rPr lang="en-US" sz="1600" dirty="0"/>
              <a:t>Third generation languages (3GL): -</a:t>
            </a:r>
          </a:p>
          <a:p>
            <a:pPr marL="944118" lvl="3" indent="-285750">
              <a:lnSpc>
                <a:spcPct val="110000"/>
              </a:lnSpc>
              <a:buFont typeface="Wingdings" panose="05000000000000000000" pitchFamily="2" charset="2"/>
              <a:buChar char="§"/>
            </a:pPr>
            <a:r>
              <a:rPr lang="en-US" sz="1200" dirty="0"/>
              <a:t>Also called high-level programming languages. </a:t>
            </a:r>
          </a:p>
          <a:p>
            <a:pPr marL="944118" lvl="3" indent="-285750">
              <a:lnSpc>
                <a:spcPct val="110000"/>
              </a:lnSpc>
              <a:buFont typeface="Wingdings" panose="05000000000000000000" pitchFamily="2" charset="2"/>
              <a:buChar char="§"/>
            </a:pPr>
            <a:r>
              <a:rPr lang="en-US" sz="1200" dirty="0"/>
              <a:t>All 3GL are much easier for the human being to understand. </a:t>
            </a:r>
          </a:p>
          <a:p>
            <a:pPr marL="944118" lvl="3" indent="-285750">
              <a:lnSpc>
                <a:spcPct val="110000"/>
              </a:lnSpc>
              <a:buFont typeface="Wingdings" panose="05000000000000000000" pitchFamily="2" charset="2"/>
              <a:buChar char="§"/>
            </a:pPr>
            <a:r>
              <a:rPr lang="en-US" sz="1200" dirty="0"/>
              <a:t>Not machine dependent, and as such, allows programmers to concentrate on the problem rather than the machine they writing for. </a:t>
            </a:r>
          </a:p>
          <a:p>
            <a:pPr marL="944118" lvl="3" indent="-285750">
              <a:lnSpc>
                <a:spcPct val="110000"/>
              </a:lnSpc>
              <a:buFont typeface="Wingdings" panose="05000000000000000000" pitchFamily="2" charset="2"/>
              <a:buChar char="§"/>
            </a:pPr>
            <a:r>
              <a:rPr lang="en-US" sz="1200" dirty="0"/>
              <a:t>3GL include FORTRAN, COBOL, Pascal, Ada, C and BASIC. </a:t>
            </a:r>
          </a:p>
          <a:p>
            <a:pPr marL="944118" lvl="3" indent="-285750">
              <a:lnSpc>
                <a:spcPct val="110000"/>
              </a:lnSpc>
              <a:buFont typeface="Wingdings" panose="05000000000000000000" pitchFamily="2" charset="2"/>
              <a:buChar char="§"/>
            </a:pPr>
            <a:r>
              <a:rPr lang="en-US" sz="1200" dirty="0"/>
              <a:t>A compiler converts the statements of a specific high-level programming language into machine code</a:t>
            </a:r>
            <a:endParaRPr lang="en-US" sz="1200" b="1" dirty="0"/>
          </a:p>
        </p:txBody>
      </p:sp>
    </p:spTree>
    <p:extLst>
      <p:ext uri="{BB962C8B-B14F-4D97-AF65-F5344CB8AC3E}">
        <p14:creationId xmlns:p14="http://schemas.microsoft.com/office/powerpoint/2010/main" val="720554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normAutofit/>
          </a:bodyPr>
          <a:lstStyle/>
          <a:p>
            <a:pPr lvl="1">
              <a:lnSpc>
                <a:spcPct val="120000"/>
              </a:lnSpc>
            </a:pPr>
            <a:r>
              <a:rPr lang="en-US" sz="3200" dirty="0"/>
              <a:t>Chronology of Programming  </a:t>
            </a:r>
            <a:r>
              <a:rPr lang="en-US" sz="1600" i="1" dirty="0"/>
              <a:t>(continued)</a:t>
            </a:r>
          </a:p>
        </p:txBody>
      </p:sp>
      <p:sp>
        <p:nvSpPr>
          <p:cNvPr id="3" name="Content Placeholder 2">
            <a:extLst>
              <a:ext uri="{FF2B5EF4-FFF2-40B4-BE49-F238E27FC236}">
                <a16:creationId xmlns:a16="http://schemas.microsoft.com/office/drawing/2014/main" id="{8976E5AC-4EE4-6773-B0F0-83168CCE2EA3}"/>
              </a:ext>
            </a:extLst>
          </p:cNvPr>
          <p:cNvSpPr>
            <a:spLocks noGrp="1"/>
          </p:cNvSpPr>
          <p:nvPr>
            <p:ph idx="1"/>
          </p:nvPr>
        </p:nvSpPr>
        <p:spPr>
          <a:xfrm>
            <a:off x="1097280" y="1978925"/>
            <a:ext cx="10058400" cy="4130723"/>
          </a:xfrm>
        </p:spPr>
        <p:txBody>
          <a:bodyPr>
            <a:normAutofit/>
          </a:bodyPr>
          <a:lstStyle/>
          <a:p>
            <a:pPr marL="761238" lvl="2" indent="-285750">
              <a:lnSpc>
                <a:spcPct val="150000"/>
              </a:lnSpc>
              <a:buFont typeface="Wingdings" panose="05000000000000000000" pitchFamily="2" charset="2"/>
              <a:buChar char="§"/>
            </a:pPr>
            <a:r>
              <a:rPr lang="en-US" sz="1600" dirty="0"/>
              <a:t>Fourth generation languages (4GL): - </a:t>
            </a:r>
          </a:p>
          <a:p>
            <a:pPr marL="944118" lvl="3" indent="-285750">
              <a:lnSpc>
                <a:spcPct val="150000"/>
              </a:lnSpc>
              <a:buFont typeface="Wingdings" panose="05000000000000000000" pitchFamily="2" charset="2"/>
              <a:buChar char="§"/>
            </a:pPr>
            <a:r>
              <a:rPr lang="en-US" sz="1200" dirty="0"/>
              <a:t>These are known as non-procedural, they concentrate on what you want to do rather than how you are going to do it. </a:t>
            </a:r>
          </a:p>
          <a:p>
            <a:pPr marL="944118" lvl="3" indent="-285750">
              <a:lnSpc>
                <a:spcPct val="150000"/>
              </a:lnSpc>
              <a:buFont typeface="Wingdings" panose="05000000000000000000" pitchFamily="2" charset="2"/>
              <a:buChar char="§"/>
            </a:pPr>
            <a:r>
              <a:rPr lang="en-US" sz="1200" dirty="0"/>
              <a:t>Designed to be closer to natural language than 3GL language. </a:t>
            </a:r>
          </a:p>
          <a:p>
            <a:pPr marL="944118" lvl="3" indent="-285750">
              <a:lnSpc>
                <a:spcPct val="150000"/>
              </a:lnSpc>
              <a:buFont typeface="Wingdings" panose="05000000000000000000" pitchFamily="2" charset="2"/>
              <a:buChar char="§"/>
            </a:pPr>
            <a:r>
              <a:rPr lang="en-US" sz="1200" dirty="0"/>
              <a:t>Languages for accessing databases are often described as 4GLs. </a:t>
            </a:r>
          </a:p>
          <a:p>
            <a:pPr marL="944118" lvl="3" indent="-285750">
              <a:lnSpc>
                <a:spcPct val="150000"/>
              </a:lnSpc>
              <a:buFont typeface="Wingdings" panose="05000000000000000000" pitchFamily="2" charset="2"/>
              <a:buChar char="§"/>
            </a:pPr>
            <a:r>
              <a:rPr lang="en-US" sz="1200" dirty="0"/>
              <a:t>4GL languages include SQL, Postscript. </a:t>
            </a:r>
          </a:p>
          <a:p>
            <a:pPr marL="761238" lvl="2" indent="-285750">
              <a:lnSpc>
                <a:spcPct val="150000"/>
              </a:lnSpc>
              <a:buFont typeface="Wingdings" panose="05000000000000000000" pitchFamily="2" charset="2"/>
              <a:buChar char="§"/>
            </a:pPr>
            <a:r>
              <a:rPr lang="en-US" sz="1600" dirty="0"/>
              <a:t>Fifth generation languages (5GL): - </a:t>
            </a:r>
          </a:p>
          <a:p>
            <a:pPr marL="944118" lvl="3" indent="-285750">
              <a:lnSpc>
                <a:spcPct val="150000"/>
              </a:lnSpc>
              <a:buFont typeface="Wingdings" panose="05000000000000000000" pitchFamily="2" charset="2"/>
              <a:buChar char="§"/>
            </a:pPr>
            <a:r>
              <a:rPr lang="en-US" sz="1200" dirty="0"/>
              <a:t>Did not appear until 1990s - Contain visual tools to help in developing a program. </a:t>
            </a:r>
          </a:p>
          <a:p>
            <a:pPr marL="944118" lvl="3" indent="-285750">
              <a:lnSpc>
                <a:spcPct val="150000"/>
              </a:lnSpc>
              <a:buFont typeface="Wingdings" panose="05000000000000000000" pitchFamily="2" charset="2"/>
              <a:buChar char="§"/>
            </a:pPr>
            <a:r>
              <a:rPr lang="en-US" sz="1200" dirty="0"/>
              <a:t>Have primarily been concerned with Artificial Intelligence and Fuzzy logic. </a:t>
            </a:r>
          </a:p>
          <a:p>
            <a:pPr marL="944118" lvl="3" indent="-285750">
              <a:lnSpc>
                <a:spcPct val="150000"/>
              </a:lnSpc>
              <a:buFont typeface="Wingdings" panose="05000000000000000000" pitchFamily="2" charset="2"/>
              <a:buChar char="§"/>
            </a:pPr>
            <a:r>
              <a:rPr lang="en-US" sz="1200" dirty="0"/>
              <a:t>Languages in this generation have explored natural languages, making the computer seem to communicate like a human being. </a:t>
            </a:r>
          </a:p>
          <a:p>
            <a:pPr marL="944118" lvl="3" indent="-285750">
              <a:lnSpc>
                <a:spcPct val="150000"/>
              </a:lnSpc>
              <a:buFont typeface="Wingdings" panose="05000000000000000000" pitchFamily="2" charset="2"/>
              <a:buChar char="§"/>
            </a:pPr>
            <a:r>
              <a:rPr lang="en-US" sz="1200" dirty="0"/>
              <a:t>A good example of a fifth generation language is Visual Basic. </a:t>
            </a:r>
          </a:p>
          <a:p>
            <a:pPr marL="944118" lvl="3" indent="-285750">
              <a:lnSpc>
                <a:spcPct val="150000"/>
              </a:lnSpc>
              <a:buFont typeface="Wingdings" panose="05000000000000000000" pitchFamily="2" charset="2"/>
              <a:buChar char="§"/>
            </a:pPr>
            <a:r>
              <a:rPr lang="en-US" sz="1200" dirty="0"/>
              <a:t>A compiler is also used to covert statements of 5GL to machine code</a:t>
            </a:r>
            <a:endParaRPr lang="en-US" sz="1200" b="1" dirty="0"/>
          </a:p>
        </p:txBody>
      </p:sp>
    </p:spTree>
    <p:extLst>
      <p:ext uri="{BB962C8B-B14F-4D97-AF65-F5344CB8AC3E}">
        <p14:creationId xmlns:p14="http://schemas.microsoft.com/office/powerpoint/2010/main" val="2912743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BE70-D3E6-3860-EA62-A3DF738D3270}"/>
              </a:ext>
            </a:extLst>
          </p:cNvPr>
          <p:cNvSpPr>
            <a:spLocks noGrp="1"/>
          </p:cNvSpPr>
          <p:nvPr>
            <p:ph type="title"/>
          </p:nvPr>
        </p:nvSpPr>
        <p:spPr/>
        <p:txBody>
          <a:bodyPr>
            <a:normAutofit/>
          </a:bodyPr>
          <a:lstStyle/>
          <a:p>
            <a:r>
              <a:rPr lang="en-US" sz="3200" dirty="0"/>
              <a:t>Object Oriented Concepts</a:t>
            </a:r>
            <a:endParaRPr lang="en-MW" sz="3200" dirty="0"/>
          </a:p>
        </p:txBody>
      </p:sp>
      <p:sp>
        <p:nvSpPr>
          <p:cNvPr id="3" name="Content Placeholder 2">
            <a:extLst>
              <a:ext uri="{FF2B5EF4-FFF2-40B4-BE49-F238E27FC236}">
                <a16:creationId xmlns:a16="http://schemas.microsoft.com/office/drawing/2014/main" id="{ECC0102D-4686-8943-B8A1-BFA052991BED}"/>
              </a:ext>
            </a:extLst>
          </p:cNvPr>
          <p:cNvSpPr>
            <a:spLocks noGrp="1"/>
          </p:cNvSpPr>
          <p:nvPr>
            <p:ph idx="1"/>
          </p:nvPr>
        </p:nvSpPr>
        <p:spPr/>
        <p:txBody>
          <a:bodyPr>
            <a:normAutofit/>
          </a:bodyPr>
          <a:lstStyle/>
          <a:p>
            <a:pPr lvl="1">
              <a:buFont typeface="Wingdings" panose="05000000000000000000" pitchFamily="2" charset="2"/>
              <a:buChar char="§"/>
            </a:pPr>
            <a:r>
              <a:rPr lang="en-US" sz="1400" b="0" i="0" dirty="0">
                <a:solidFill>
                  <a:schemeClr val="tx1"/>
                </a:solidFill>
                <a:effectLst/>
                <a:latin typeface="Söhne"/>
              </a:rPr>
              <a:t>Object-oriented programming (OOP) is a powerful paradigm used by many modern programming languages. In OOP, programs are organized around objects, which represent real-world entities and contain both data and behaviors.</a:t>
            </a:r>
          </a:p>
          <a:p>
            <a:pPr lvl="1">
              <a:buFont typeface="Wingdings" panose="05000000000000000000" pitchFamily="2" charset="2"/>
              <a:buChar char="§"/>
            </a:pPr>
            <a:r>
              <a:rPr lang="en-US" sz="1400" b="0" i="0" dirty="0">
                <a:solidFill>
                  <a:schemeClr val="tx1"/>
                </a:solidFill>
                <a:effectLst/>
                <a:latin typeface="Söhne"/>
              </a:rPr>
              <a:t>The basic building block of OOP is the class, which defines the structure and behavior of objects. A class is like a blueprint for an object, containing information about its properties and methods.</a:t>
            </a:r>
          </a:p>
          <a:p>
            <a:pPr lvl="1">
              <a:buFont typeface="Wingdings" panose="05000000000000000000" pitchFamily="2" charset="2"/>
              <a:buChar char="§"/>
            </a:pPr>
            <a:r>
              <a:rPr lang="en-US" sz="1400" b="0" i="0" dirty="0">
                <a:solidFill>
                  <a:schemeClr val="tx1"/>
                </a:solidFill>
                <a:effectLst/>
                <a:latin typeface="Söhne"/>
              </a:rPr>
              <a:t>Objects can interact with each other through messages and methods. A message is a request for an object to perform a certain action, and a method is the code that performs the requested action.</a:t>
            </a:r>
          </a:p>
          <a:p>
            <a:pPr lvl="1">
              <a:buFont typeface="Wingdings" panose="05000000000000000000" pitchFamily="2" charset="2"/>
              <a:buChar char="§"/>
            </a:pPr>
            <a:endParaRPr lang="en-MW" sz="1400" dirty="0">
              <a:solidFill>
                <a:schemeClr val="tx1"/>
              </a:solidFill>
            </a:endParaRPr>
          </a:p>
        </p:txBody>
      </p:sp>
      <p:pic>
        <p:nvPicPr>
          <p:cNvPr id="5" name="Picture 4">
            <a:extLst>
              <a:ext uri="{FF2B5EF4-FFF2-40B4-BE49-F238E27FC236}">
                <a16:creationId xmlns:a16="http://schemas.microsoft.com/office/drawing/2014/main" id="{C089806C-A0F9-DE12-09BD-EE5711BDE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7708" y="3606720"/>
            <a:ext cx="5377218" cy="2771334"/>
          </a:xfrm>
          <a:prstGeom prst="rect">
            <a:avLst/>
          </a:prstGeom>
        </p:spPr>
      </p:pic>
      <p:sp>
        <p:nvSpPr>
          <p:cNvPr id="6" name="TextBox 5">
            <a:extLst>
              <a:ext uri="{FF2B5EF4-FFF2-40B4-BE49-F238E27FC236}">
                <a16:creationId xmlns:a16="http://schemas.microsoft.com/office/drawing/2014/main" id="{FEC3D929-1625-55B2-C4DA-6A7B244E97DE}"/>
              </a:ext>
            </a:extLst>
          </p:cNvPr>
          <p:cNvSpPr txBox="1"/>
          <p:nvPr/>
        </p:nvSpPr>
        <p:spPr>
          <a:xfrm>
            <a:off x="7110484" y="5800408"/>
            <a:ext cx="3061648" cy="461665"/>
          </a:xfrm>
          <a:prstGeom prst="rect">
            <a:avLst/>
          </a:prstGeom>
          <a:noFill/>
        </p:spPr>
        <p:txBody>
          <a:bodyPr wrap="square" rtlCol="0">
            <a:spAutoFit/>
          </a:bodyPr>
          <a:lstStyle/>
          <a:p>
            <a:r>
              <a:rPr lang="en-US" sz="1200" b="1" dirty="0"/>
              <a:t>A pictorial representation of an OOP implementation</a:t>
            </a:r>
            <a:endParaRPr lang="en-MW" sz="1200" b="1" dirty="0"/>
          </a:p>
        </p:txBody>
      </p:sp>
    </p:spTree>
    <p:extLst>
      <p:ext uri="{BB962C8B-B14F-4D97-AF65-F5344CB8AC3E}">
        <p14:creationId xmlns:p14="http://schemas.microsoft.com/office/powerpoint/2010/main" val="2715555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E7D4B-BFD8-25C9-BF99-8968DA7AD5D0}"/>
              </a:ext>
            </a:extLst>
          </p:cNvPr>
          <p:cNvSpPr>
            <a:spLocks noGrp="1"/>
          </p:cNvSpPr>
          <p:nvPr>
            <p:ph type="title"/>
          </p:nvPr>
        </p:nvSpPr>
        <p:spPr/>
        <p:txBody>
          <a:bodyPr/>
          <a:lstStyle/>
          <a:p>
            <a:r>
              <a:rPr lang="en-US" dirty="0"/>
              <a:t>OOP - Classes</a:t>
            </a:r>
            <a:endParaRPr lang="en-MW" dirty="0"/>
          </a:p>
        </p:txBody>
      </p:sp>
      <p:sp>
        <p:nvSpPr>
          <p:cNvPr id="3" name="Content Placeholder 2">
            <a:extLst>
              <a:ext uri="{FF2B5EF4-FFF2-40B4-BE49-F238E27FC236}">
                <a16:creationId xmlns:a16="http://schemas.microsoft.com/office/drawing/2014/main" id="{CB69ADE2-3CB7-9ECE-3306-402FBDAFB9BC}"/>
              </a:ext>
            </a:extLst>
          </p:cNvPr>
          <p:cNvSpPr>
            <a:spLocks noGrp="1"/>
          </p:cNvSpPr>
          <p:nvPr>
            <p:ph idx="1"/>
          </p:nvPr>
        </p:nvSpPr>
        <p:spPr/>
        <p:txBody>
          <a:bodyPr>
            <a:noAutofit/>
          </a:bodyPr>
          <a:lstStyle/>
          <a:p>
            <a:pPr lvl="1">
              <a:lnSpc>
                <a:spcPct val="150000"/>
              </a:lnSpc>
              <a:buFont typeface="Wingdings" panose="05000000000000000000" pitchFamily="2" charset="2"/>
              <a:buChar char="§"/>
            </a:pPr>
            <a:r>
              <a:rPr lang="en-US" sz="1800" b="0" i="0" dirty="0">
                <a:solidFill>
                  <a:schemeClr val="tx1"/>
                </a:solidFill>
                <a:effectLst/>
                <a:latin typeface="Söhne"/>
              </a:rPr>
              <a:t>In OOP, a class is a blueprint for creating objects</a:t>
            </a:r>
          </a:p>
          <a:p>
            <a:pPr lvl="1">
              <a:lnSpc>
                <a:spcPct val="150000"/>
              </a:lnSpc>
              <a:buFont typeface="Wingdings" panose="05000000000000000000" pitchFamily="2" charset="2"/>
              <a:buChar char="§"/>
            </a:pPr>
            <a:r>
              <a:rPr lang="en-US" sz="1800" b="0" i="0" dirty="0">
                <a:solidFill>
                  <a:schemeClr val="tx1"/>
                </a:solidFill>
                <a:effectLst/>
                <a:latin typeface="Söhne"/>
              </a:rPr>
              <a:t>It defines the attributes and methods that all objects of that class will have</a:t>
            </a:r>
          </a:p>
          <a:p>
            <a:pPr lvl="1">
              <a:lnSpc>
                <a:spcPct val="150000"/>
              </a:lnSpc>
              <a:buFont typeface="Wingdings" panose="05000000000000000000" pitchFamily="2" charset="2"/>
              <a:buChar char="§"/>
            </a:pPr>
            <a:r>
              <a:rPr lang="en-US" sz="1800" b="0" i="0" dirty="0">
                <a:solidFill>
                  <a:schemeClr val="tx1"/>
                </a:solidFill>
                <a:effectLst/>
                <a:latin typeface="Söhne"/>
              </a:rPr>
              <a:t>Classes can inherit from other classes, which allows them to reuse code and share functionality</a:t>
            </a:r>
          </a:p>
          <a:p>
            <a:pPr lvl="1">
              <a:lnSpc>
                <a:spcPct val="150000"/>
              </a:lnSpc>
              <a:buFont typeface="Wingdings" panose="05000000000000000000" pitchFamily="2" charset="2"/>
              <a:buChar char="§"/>
            </a:pPr>
            <a:r>
              <a:rPr lang="en-US" sz="1800" b="0" i="0" dirty="0">
                <a:solidFill>
                  <a:schemeClr val="tx1"/>
                </a:solidFill>
                <a:effectLst/>
                <a:latin typeface="Söhne"/>
              </a:rPr>
              <a:t>The inheritance relationship between classes is often depicted using a class hierarchy or inheritance tree</a:t>
            </a:r>
          </a:p>
          <a:p>
            <a:pPr lvl="1">
              <a:lnSpc>
                <a:spcPct val="150000"/>
              </a:lnSpc>
              <a:buFont typeface="Wingdings" panose="05000000000000000000" pitchFamily="2" charset="2"/>
              <a:buChar char="§"/>
            </a:pPr>
            <a:r>
              <a:rPr lang="en-US" sz="1600" b="1" dirty="0">
                <a:solidFill>
                  <a:schemeClr val="tx1"/>
                </a:solidFill>
                <a:effectLst/>
                <a:latin typeface="Söhne"/>
              </a:rPr>
              <a:t>For Example: </a:t>
            </a:r>
            <a:r>
              <a:rPr lang="en-US" sz="1600" b="0" i="0" dirty="0">
                <a:solidFill>
                  <a:schemeClr val="tx1"/>
                </a:solidFill>
                <a:effectLst/>
                <a:latin typeface="Söhne"/>
              </a:rPr>
              <a:t>Consider the Class of Cars. There may be many cars with different names and brands but all of them will share some common properties like all of them will have 4 wheels, Speed Limit, Mileage range, etc. So here, Car is the class, and wheels, speed limits, mileage are their properties.</a:t>
            </a:r>
          </a:p>
        </p:txBody>
      </p:sp>
    </p:spTree>
    <p:extLst>
      <p:ext uri="{BB962C8B-B14F-4D97-AF65-F5344CB8AC3E}">
        <p14:creationId xmlns:p14="http://schemas.microsoft.com/office/powerpoint/2010/main" val="2919474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D082-9CAB-FFD7-DC89-F3B02C04DB95}"/>
              </a:ext>
            </a:extLst>
          </p:cNvPr>
          <p:cNvSpPr>
            <a:spLocks noGrp="1"/>
          </p:cNvSpPr>
          <p:nvPr>
            <p:ph type="title"/>
          </p:nvPr>
        </p:nvSpPr>
        <p:spPr/>
        <p:txBody>
          <a:bodyPr/>
          <a:lstStyle/>
          <a:p>
            <a:r>
              <a:rPr lang="en-US" dirty="0"/>
              <a:t>OOP – Classes  </a:t>
            </a:r>
            <a:r>
              <a:rPr lang="en-US" sz="1800" i="1" dirty="0"/>
              <a:t>(continued)</a:t>
            </a:r>
            <a:endParaRPr lang="en-MW" sz="1800" i="1" dirty="0"/>
          </a:p>
        </p:txBody>
      </p:sp>
      <p:pic>
        <p:nvPicPr>
          <p:cNvPr id="5" name="Content Placeholder 4">
            <a:extLst>
              <a:ext uri="{FF2B5EF4-FFF2-40B4-BE49-F238E27FC236}">
                <a16:creationId xmlns:a16="http://schemas.microsoft.com/office/drawing/2014/main" id="{ABBBC00B-6191-7C60-DC48-82A6C36595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7015" y="2108200"/>
            <a:ext cx="6209731" cy="3760788"/>
          </a:xfrm>
        </p:spPr>
      </p:pic>
    </p:spTree>
    <p:extLst>
      <p:ext uri="{BB962C8B-B14F-4D97-AF65-F5344CB8AC3E}">
        <p14:creationId xmlns:p14="http://schemas.microsoft.com/office/powerpoint/2010/main" val="689327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AC91-CFD8-0F2D-8D4F-D31CB7C26C24}"/>
              </a:ext>
            </a:extLst>
          </p:cNvPr>
          <p:cNvSpPr>
            <a:spLocks noGrp="1"/>
          </p:cNvSpPr>
          <p:nvPr>
            <p:ph type="title"/>
          </p:nvPr>
        </p:nvSpPr>
        <p:spPr/>
        <p:txBody>
          <a:bodyPr>
            <a:normAutofit/>
          </a:bodyPr>
          <a:lstStyle/>
          <a:p>
            <a:r>
              <a:rPr lang="en-US" sz="3200" dirty="0"/>
              <a:t>Encapsulation (or Information Hiding) and Abstraction</a:t>
            </a:r>
            <a:endParaRPr lang="en-MW" sz="3200" dirty="0"/>
          </a:p>
        </p:txBody>
      </p:sp>
      <p:sp>
        <p:nvSpPr>
          <p:cNvPr id="3" name="Content Placeholder 2">
            <a:extLst>
              <a:ext uri="{FF2B5EF4-FFF2-40B4-BE49-F238E27FC236}">
                <a16:creationId xmlns:a16="http://schemas.microsoft.com/office/drawing/2014/main" id="{FE77E8D4-1783-2631-D994-09BA648B432C}"/>
              </a:ext>
            </a:extLst>
          </p:cNvPr>
          <p:cNvSpPr>
            <a:spLocks noGrp="1"/>
          </p:cNvSpPr>
          <p:nvPr>
            <p:ph idx="1"/>
          </p:nvPr>
        </p:nvSpPr>
        <p:spPr/>
        <p:txBody>
          <a:bodyPr>
            <a:normAutofit lnSpcReduction="10000"/>
          </a:bodyPr>
          <a:lstStyle/>
          <a:p>
            <a:pPr lvl="1">
              <a:lnSpc>
                <a:spcPct val="150000"/>
              </a:lnSpc>
              <a:buFont typeface="Wingdings" panose="05000000000000000000" pitchFamily="2" charset="2"/>
              <a:buChar char="§"/>
            </a:pPr>
            <a:r>
              <a:rPr lang="en-US" sz="1800" b="0" i="0" dirty="0">
                <a:solidFill>
                  <a:schemeClr val="tx1"/>
                </a:solidFill>
                <a:effectLst/>
                <a:latin typeface="Söhne"/>
              </a:rPr>
              <a:t>Encapsulation is a key concept in OOP that refers to the idea of bundling data and methods together and hiding them from outside access. This helps to ensure that data is only accessed and modified in the intended ways.</a:t>
            </a:r>
          </a:p>
          <a:p>
            <a:pPr lvl="1">
              <a:lnSpc>
                <a:spcPct val="150000"/>
              </a:lnSpc>
              <a:buFont typeface="Wingdings" panose="05000000000000000000" pitchFamily="2" charset="2"/>
              <a:buChar char="§"/>
            </a:pPr>
            <a:r>
              <a:rPr lang="en-US" sz="1800" b="0" i="0" dirty="0">
                <a:solidFill>
                  <a:schemeClr val="tx1"/>
                </a:solidFill>
                <a:effectLst/>
                <a:latin typeface="Söhne"/>
              </a:rPr>
              <a:t>Encapsulation allows us to create objects that are self-contained and can be used by other parts of a program without needing to know the details of how they work internally.</a:t>
            </a:r>
          </a:p>
          <a:p>
            <a:pPr lvl="1">
              <a:lnSpc>
                <a:spcPct val="150000"/>
              </a:lnSpc>
              <a:buFont typeface="Wingdings" panose="05000000000000000000" pitchFamily="2" charset="2"/>
              <a:buChar char="§"/>
            </a:pPr>
            <a:r>
              <a:rPr lang="en-US" sz="1800" b="0" i="0" dirty="0">
                <a:solidFill>
                  <a:schemeClr val="tx1"/>
                </a:solidFill>
                <a:effectLst/>
                <a:latin typeface="Söhne"/>
              </a:rPr>
              <a:t>Abstraction is another key concept in OOP that refers to the idea of hiding unnecessary details and exposing only the relevant information. This helps to simplify programming and reduce complexity.</a:t>
            </a:r>
          </a:p>
          <a:p>
            <a:pPr lvl="1">
              <a:lnSpc>
                <a:spcPct val="150000"/>
              </a:lnSpc>
              <a:buFont typeface="Wingdings" panose="05000000000000000000" pitchFamily="2" charset="2"/>
              <a:buChar char="§"/>
            </a:pPr>
            <a:r>
              <a:rPr lang="en-US" sz="1800" b="0" i="0" dirty="0">
                <a:solidFill>
                  <a:schemeClr val="tx1"/>
                </a:solidFill>
                <a:effectLst/>
                <a:latin typeface="Söhne"/>
              </a:rPr>
              <a:t>Abstraction can be achieved through the use of interfaces or abstract classes, which define a set of methods that a class must implement but do not provide any implementation details.</a:t>
            </a:r>
          </a:p>
        </p:txBody>
      </p:sp>
    </p:spTree>
    <p:extLst>
      <p:ext uri="{BB962C8B-B14F-4D97-AF65-F5344CB8AC3E}">
        <p14:creationId xmlns:p14="http://schemas.microsoft.com/office/powerpoint/2010/main" val="1504497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AC91-CFD8-0F2D-8D4F-D31CB7C26C24}"/>
              </a:ext>
            </a:extLst>
          </p:cNvPr>
          <p:cNvSpPr>
            <a:spLocks noGrp="1"/>
          </p:cNvSpPr>
          <p:nvPr>
            <p:ph type="title"/>
          </p:nvPr>
        </p:nvSpPr>
        <p:spPr/>
        <p:txBody>
          <a:bodyPr>
            <a:normAutofit/>
          </a:bodyPr>
          <a:lstStyle/>
          <a:p>
            <a:r>
              <a:rPr lang="en-US" sz="3200" dirty="0"/>
              <a:t>OOP - Encapsulation (or Information Hiding) and Abstraction  </a:t>
            </a:r>
            <a:r>
              <a:rPr lang="en-US" sz="1600" i="1" dirty="0"/>
              <a:t>(continued)</a:t>
            </a:r>
            <a:endParaRPr lang="en-MW" sz="1600" i="1" dirty="0"/>
          </a:p>
        </p:txBody>
      </p:sp>
      <p:pic>
        <p:nvPicPr>
          <p:cNvPr id="5" name="Content Placeholder 4">
            <a:extLst>
              <a:ext uri="{FF2B5EF4-FFF2-40B4-BE49-F238E27FC236}">
                <a16:creationId xmlns:a16="http://schemas.microsoft.com/office/drawing/2014/main" id="{3360D217-DB41-A46C-4705-01CD4780A4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5213" y="2108200"/>
            <a:ext cx="6164402" cy="3760788"/>
          </a:xfrm>
        </p:spPr>
      </p:pic>
    </p:spTree>
    <p:extLst>
      <p:ext uri="{BB962C8B-B14F-4D97-AF65-F5344CB8AC3E}">
        <p14:creationId xmlns:p14="http://schemas.microsoft.com/office/powerpoint/2010/main" val="65986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14D7F-8431-17B4-D32A-E18E91F4AAD0}"/>
              </a:ext>
            </a:extLst>
          </p:cNvPr>
          <p:cNvSpPr>
            <a:spLocks noGrp="1"/>
          </p:cNvSpPr>
          <p:nvPr>
            <p:ph type="title"/>
          </p:nvPr>
        </p:nvSpPr>
        <p:spPr/>
        <p:txBody>
          <a:bodyPr>
            <a:normAutofit/>
          </a:bodyPr>
          <a:lstStyle/>
          <a:p>
            <a:r>
              <a:rPr lang="en-US" sz="3200" dirty="0"/>
              <a:t>Messages and Operation</a:t>
            </a:r>
            <a:endParaRPr lang="en-MW" sz="3200" dirty="0"/>
          </a:p>
        </p:txBody>
      </p:sp>
      <p:sp>
        <p:nvSpPr>
          <p:cNvPr id="3" name="Content Placeholder 2">
            <a:extLst>
              <a:ext uri="{FF2B5EF4-FFF2-40B4-BE49-F238E27FC236}">
                <a16:creationId xmlns:a16="http://schemas.microsoft.com/office/drawing/2014/main" id="{59B6D846-884D-62BE-14B0-48431374E84A}"/>
              </a:ext>
            </a:extLst>
          </p:cNvPr>
          <p:cNvSpPr>
            <a:spLocks noGrp="1"/>
          </p:cNvSpPr>
          <p:nvPr>
            <p:ph idx="1"/>
          </p:nvPr>
        </p:nvSpPr>
        <p:spPr/>
        <p:txBody>
          <a:bodyPr/>
          <a:lstStyle/>
          <a:p>
            <a:pPr lvl="1">
              <a:lnSpc>
                <a:spcPct val="150000"/>
              </a:lnSpc>
              <a:buFont typeface="Wingdings" panose="05000000000000000000" pitchFamily="2" charset="2"/>
              <a:buChar char="§"/>
            </a:pPr>
            <a:r>
              <a:rPr lang="en-US" b="0" i="0" dirty="0">
                <a:solidFill>
                  <a:schemeClr val="tx1"/>
                </a:solidFill>
                <a:effectLst/>
                <a:latin typeface="Söhne"/>
              </a:rPr>
              <a:t>In OOP, objects communicate with each other through messages and methods. A message is a request for an object to perform a certain action, and a method is the code that performs the requested action.</a:t>
            </a:r>
          </a:p>
          <a:p>
            <a:pPr lvl="1">
              <a:lnSpc>
                <a:spcPct val="150000"/>
              </a:lnSpc>
              <a:buFont typeface="Wingdings" panose="05000000000000000000" pitchFamily="2" charset="2"/>
              <a:buChar char="§"/>
            </a:pPr>
            <a:r>
              <a:rPr lang="en-US" b="0" i="0" dirty="0">
                <a:solidFill>
                  <a:schemeClr val="tx1"/>
                </a:solidFill>
                <a:effectLst/>
                <a:latin typeface="Söhne"/>
              </a:rPr>
              <a:t>For example, a car object might receive a message to start its engine, which would trigger the start method. The method would then carry out the necessary steps to start the engine, such as activating the starter motor and fuel injection system.</a:t>
            </a:r>
          </a:p>
          <a:p>
            <a:pPr lvl="1">
              <a:lnSpc>
                <a:spcPct val="150000"/>
              </a:lnSpc>
              <a:buFont typeface="Wingdings" panose="05000000000000000000" pitchFamily="2" charset="2"/>
              <a:buChar char="§"/>
            </a:pPr>
            <a:r>
              <a:rPr lang="en-US" b="0" i="0" dirty="0">
                <a:solidFill>
                  <a:schemeClr val="tx1"/>
                </a:solidFill>
                <a:effectLst/>
                <a:latin typeface="Söhne"/>
              </a:rPr>
              <a:t>In C++, messages and methods are defined using function syntax. A method is a function that is defined as part of a class and operates on the object itself.</a:t>
            </a:r>
          </a:p>
          <a:p>
            <a:pPr lvl="1">
              <a:lnSpc>
                <a:spcPct val="150000"/>
              </a:lnSpc>
              <a:buFont typeface="Wingdings" panose="05000000000000000000" pitchFamily="2" charset="2"/>
              <a:buChar char="§"/>
            </a:pPr>
            <a:endParaRPr lang="en-MW" dirty="0">
              <a:solidFill>
                <a:schemeClr val="tx1"/>
              </a:solidFill>
            </a:endParaRPr>
          </a:p>
        </p:txBody>
      </p:sp>
    </p:spTree>
    <p:extLst>
      <p:ext uri="{BB962C8B-B14F-4D97-AF65-F5344CB8AC3E}">
        <p14:creationId xmlns:p14="http://schemas.microsoft.com/office/powerpoint/2010/main" val="2281728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BFA7-24CB-27CA-294C-C27CC8E78E2A}"/>
              </a:ext>
            </a:extLst>
          </p:cNvPr>
          <p:cNvSpPr>
            <a:spLocks noGrp="1"/>
          </p:cNvSpPr>
          <p:nvPr>
            <p:ph type="title"/>
          </p:nvPr>
        </p:nvSpPr>
        <p:spPr/>
        <p:txBody>
          <a:bodyPr/>
          <a:lstStyle/>
          <a:p>
            <a:r>
              <a:rPr lang="en-US" dirty="0"/>
              <a:t>Relationships</a:t>
            </a:r>
            <a:endParaRPr lang="en-MW" dirty="0"/>
          </a:p>
        </p:txBody>
      </p:sp>
      <p:sp>
        <p:nvSpPr>
          <p:cNvPr id="3" name="Content Placeholder 2">
            <a:extLst>
              <a:ext uri="{FF2B5EF4-FFF2-40B4-BE49-F238E27FC236}">
                <a16:creationId xmlns:a16="http://schemas.microsoft.com/office/drawing/2014/main" id="{B2357000-CFDD-94F0-6CAE-EB83614E2CAA}"/>
              </a:ext>
            </a:extLst>
          </p:cNvPr>
          <p:cNvSpPr>
            <a:spLocks noGrp="1"/>
          </p:cNvSpPr>
          <p:nvPr>
            <p:ph idx="1"/>
          </p:nvPr>
        </p:nvSpPr>
        <p:spPr/>
        <p:txBody>
          <a:bodyPr/>
          <a:lstStyle/>
          <a:p>
            <a:pPr lvl="1">
              <a:lnSpc>
                <a:spcPct val="150000"/>
              </a:lnSpc>
              <a:buFont typeface="Wingdings" panose="05000000000000000000" pitchFamily="2" charset="2"/>
              <a:buChar char="§"/>
            </a:pPr>
            <a:r>
              <a:rPr lang="en-US" b="0" i="0" dirty="0">
                <a:solidFill>
                  <a:schemeClr val="tx1"/>
                </a:solidFill>
                <a:effectLst/>
                <a:latin typeface="Söhne"/>
              </a:rPr>
              <a:t>Objects can have relationships with each other, such as inheritance and composition.</a:t>
            </a:r>
          </a:p>
          <a:p>
            <a:pPr lvl="1">
              <a:lnSpc>
                <a:spcPct val="150000"/>
              </a:lnSpc>
              <a:buFont typeface="Wingdings" panose="05000000000000000000" pitchFamily="2" charset="2"/>
              <a:buChar char="§"/>
            </a:pPr>
            <a:r>
              <a:rPr lang="en-US" b="0" i="0" dirty="0">
                <a:solidFill>
                  <a:schemeClr val="tx1"/>
                </a:solidFill>
                <a:effectLst/>
                <a:latin typeface="Söhne"/>
              </a:rPr>
              <a:t>Inheritance is a mechanism that allows a class to inherit properties and methods from a parent class. This allows for code reuse and helps to simplify programming.</a:t>
            </a:r>
          </a:p>
          <a:p>
            <a:pPr lvl="1">
              <a:lnSpc>
                <a:spcPct val="150000"/>
              </a:lnSpc>
              <a:buFont typeface="Wingdings" panose="05000000000000000000" pitchFamily="2" charset="2"/>
              <a:buChar char="§"/>
            </a:pPr>
            <a:r>
              <a:rPr lang="en-US" b="0" i="0" dirty="0">
                <a:solidFill>
                  <a:schemeClr val="tx1"/>
                </a:solidFill>
                <a:effectLst/>
                <a:latin typeface="Söhne"/>
              </a:rPr>
              <a:t>Composition is a mechanism that allows a class to contain one or more other objects as members. This allows for greater flexibility and modularity in programming.</a:t>
            </a:r>
          </a:p>
          <a:p>
            <a:pPr lvl="1">
              <a:lnSpc>
                <a:spcPct val="150000"/>
              </a:lnSpc>
              <a:buFont typeface="Wingdings" panose="05000000000000000000" pitchFamily="2" charset="2"/>
              <a:buChar char="§"/>
            </a:pPr>
            <a:r>
              <a:rPr lang="en-US" dirty="0">
                <a:solidFill>
                  <a:schemeClr val="tx1"/>
                </a:solidFill>
                <a:latin typeface="-apple-system"/>
              </a:rPr>
              <a:t>Inheritance</a:t>
            </a:r>
            <a:r>
              <a:rPr lang="en-US" b="0" i="0" dirty="0">
                <a:solidFill>
                  <a:schemeClr val="tx1"/>
                </a:solidFill>
                <a:effectLst/>
                <a:latin typeface="-apple-system"/>
              </a:rPr>
              <a:t> allows for code reuse and specialization. </a:t>
            </a:r>
          </a:p>
          <a:p>
            <a:pPr lvl="1">
              <a:lnSpc>
                <a:spcPct val="150000"/>
              </a:lnSpc>
              <a:buFont typeface="Wingdings" panose="05000000000000000000" pitchFamily="2" charset="2"/>
              <a:buChar char="§"/>
            </a:pPr>
            <a:r>
              <a:rPr lang="en-US" b="0" i="0" dirty="0">
                <a:solidFill>
                  <a:schemeClr val="tx1"/>
                </a:solidFill>
                <a:effectLst/>
                <a:latin typeface="-apple-system"/>
              </a:rPr>
              <a:t>For example, a car class can inherit from a vehicle class and add specific features like doors or wheels. A subclass or child class can also override or modify the inherited behavior of its superclass.</a:t>
            </a:r>
            <a:endParaRPr lang="en-MW" dirty="0">
              <a:solidFill>
                <a:schemeClr val="tx1"/>
              </a:solidFill>
            </a:endParaRPr>
          </a:p>
        </p:txBody>
      </p:sp>
    </p:spTree>
    <p:extLst>
      <p:ext uri="{BB962C8B-B14F-4D97-AF65-F5344CB8AC3E}">
        <p14:creationId xmlns:p14="http://schemas.microsoft.com/office/powerpoint/2010/main" val="3042520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8BFA7-24CB-27CA-294C-C27CC8E78E2A}"/>
              </a:ext>
            </a:extLst>
          </p:cNvPr>
          <p:cNvSpPr>
            <a:spLocks noGrp="1"/>
          </p:cNvSpPr>
          <p:nvPr>
            <p:ph type="title"/>
          </p:nvPr>
        </p:nvSpPr>
        <p:spPr/>
        <p:txBody>
          <a:bodyPr/>
          <a:lstStyle/>
          <a:p>
            <a:r>
              <a:rPr lang="en-US" dirty="0"/>
              <a:t>Relationships </a:t>
            </a:r>
            <a:r>
              <a:rPr lang="en-US" sz="1600" i="1" dirty="0"/>
              <a:t>(continued)</a:t>
            </a:r>
            <a:endParaRPr lang="en-MW" sz="1600" i="1" dirty="0"/>
          </a:p>
        </p:txBody>
      </p:sp>
      <p:pic>
        <p:nvPicPr>
          <p:cNvPr id="5" name="Content Placeholder 4">
            <a:extLst>
              <a:ext uri="{FF2B5EF4-FFF2-40B4-BE49-F238E27FC236}">
                <a16:creationId xmlns:a16="http://schemas.microsoft.com/office/drawing/2014/main" id="{194C79EE-5005-D979-89C2-B8DBD45697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7015" y="2108200"/>
            <a:ext cx="5914029" cy="3760788"/>
          </a:xfrm>
        </p:spPr>
      </p:pic>
    </p:spTree>
    <p:extLst>
      <p:ext uri="{BB962C8B-B14F-4D97-AF65-F5344CB8AC3E}">
        <p14:creationId xmlns:p14="http://schemas.microsoft.com/office/powerpoint/2010/main" val="109022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D1C6-3DA9-6A61-81B1-55D5EC371603}"/>
              </a:ext>
            </a:extLst>
          </p:cNvPr>
          <p:cNvSpPr>
            <a:spLocks noGrp="1"/>
          </p:cNvSpPr>
          <p:nvPr>
            <p:ph type="title"/>
          </p:nvPr>
        </p:nvSpPr>
        <p:spPr/>
        <p:txBody>
          <a:bodyPr/>
          <a:lstStyle/>
          <a:p>
            <a:r>
              <a:rPr lang="en-US" dirty="0"/>
              <a:t>OOP - Polymorphism</a:t>
            </a:r>
            <a:endParaRPr lang="en-MW" dirty="0"/>
          </a:p>
        </p:txBody>
      </p:sp>
      <p:sp>
        <p:nvSpPr>
          <p:cNvPr id="3" name="Content Placeholder 2">
            <a:extLst>
              <a:ext uri="{FF2B5EF4-FFF2-40B4-BE49-F238E27FC236}">
                <a16:creationId xmlns:a16="http://schemas.microsoft.com/office/drawing/2014/main" id="{31FA468E-BC7C-B0E1-630E-B2DA24FDFE63}"/>
              </a:ext>
            </a:extLst>
          </p:cNvPr>
          <p:cNvSpPr>
            <a:spLocks noGrp="1"/>
          </p:cNvSpPr>
          <p:nvPr>
            <p:ph idx="1"/>
          </p:nvPr>
        </p:nvSpPr>
        <p:spPr/>
        <p:txBody>
          <a:bodyPr>
            <a:normAutofit/>
          </a:bodyPr>
          <a:lstStyle/>
          <a:p>
            <a:pPr lvl="1">
              <a:lnSpc>
                <a:spcPct val="150000"/>
              </a:lnSpc>
              <a:buFont typeface="Wingdings" panose="05000000000000000000" pitchFamily="2" charset="2"/>
              <a:buChar char="§"/>
            </a:pPr>
            <a:r>
              <a:rPr lang="en-US" sz="1800" b="0" i="0" dirty="0">
                <a:solidFill>
                  <a:schemeClr val="tx1"/>
                </a:solidFill>
                <a:effectLst/>
                <a:latin typeface="Nunito" panose="020B0604020202020204" pitchFamily="2" charset="0"/>
              </a:rPr>
              <a:t>The word polymorphism means having many forms.</a:t>
            </a:r>
            <a:endParaRPr lang="en-US" sz="1800" b="0" i="0" dirty="0">
              <a:solidFill>
                <a:schemeClr val="tx1"/>
              </a:solidFill>
              <a:effectLst/>
              <a:latin typeface="Söhne"/>
            </a:endParaRPr>
          </a:p>
          <a:p>
            <a:pPr lvl="1">
              <a:lnSpc>
                <a:spcPct val="150000"/>
              </a:lnSpc>
              <a:buFont typeface="Wingdings" panose="05000000000000000000" pitchFamily="2" charset="2"/>
              <a:buChar char="§"/>
            </a:pPr>
            <a:r>
              <a:rPr lang="en-US" sz="1800" b="0" i="0" dirty="0">
                <a:solidFill>
                  <a:schemeClr val="tx1"/>
                </a:solidFill>
                <a:effectLst/>
                <a:latin typeface="Söhne"/>
              </a:rPr>
              <a:t>Polymorphism is a powerful concept in OOP that allows objects of different types to be treated as if they were the same type. This allows for greater flexibility in programming and can help to simplify code.</a:t>
            </a:r>
          </a:p>
          <a:p>
            <a:pPr lvl="1">
              <a:lnSpc>
                <a:spcPct val="150000"/>
              </a:lnSpc>
              <a:buFont typeface="Wingdings" panose="05000000000000000000" pitchFamily="2" charset="2"/>
              <a:buChar char="§"/>
            </a:pPr>
            <a:r>
              <a:rPr lang="en-US" sz="1800" b="0" i="0" dirty="0">
                <a:solidFill>
                  <a:schemeClr val="tx1"/>
                </a:solidFill>
                <a:effectLst/>
                <a:latin typeface="Söhne"/>
              </a:rPr>
              <a:t>There are two types of polymorphism: compile-time (or static) and runtime (or dynamic) polymorphism. Compile-time polymorphism is achieved through function overloading and templates, while runtime polymorphism is achieved through virtual functions and inheritance.</a:t>
            </a:r>
          </a:p>
          <a:p>
            <a:pPr>
              <a:lnSpc>
                <a:spcPct val="150000"/>
              </a:lnSpc>
              <a:buFont typeface="Wingdings" panose="05000000000000000000" pitchFamily="2" charset="2"/>
              <a:buChar char="§"/>
            </a:pPr>
            <a:endParaRPr lang="en-MW" sz="1800" dirty="0">
              <a:solidFill>
                <a:schemeClr val="tx1"/>
              </a:solidFill>
            </a:endParaRPr>
          </a:p>
        </p:txBody>
      </p:sp>
    </p:spTree>
    <p:extLst>
      <p:ext uri="{BB962C8B-B14F-4D97-AF65-F5344CB8AC3E}">
        <p14:creationId xmlns:p14="http://schemas.microsoft.com/office/powerpoint/2010/main" val="3794827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D1C6-3DA9-6A61-81B1-55D5EC371603}"/>
              </a:ext>
            </a:extLst>
          </p:cNvPr>
          <p:cNvSpPr>
            <a:spLocks noGrp="1"/>
          </p:cNvSpPr>
          <p:nvPr>
            <p:ph type="title"/>
          </p:nvPr>
        </p:nvSpPr>
        <p:spPr/>
        <p:txBody>
          <a:bodyPr/>
          <a:lstStyle/>
          <a:p>
            <a:r>
              <a:rPr lang="en-US" dirty="0"/>
              <a:t>OOP – Polymorphism  </a:t>
            </a:r>
            <a:r>
              <a:rPr lang="en-US" sz="1800" i="1" dirty="0"/>
              <a:t>(continued)</a:t>
            </a:r>
            <a:endParaRPr lang="en-MW" sz="1800" i="1" dirty="0"/>
          </a:p>
        </p:txBody>
      </p:sp>
      <p:pic>
        <p:nvPicPr>
          <p:cNvPr id="5" name="Content Placeholder 4">
            <a:extLst>
              <a:ext uri="{FF2B5EF4-FFF2-40B4-BE49-F238E27FC236}">
                <a16:creationId xmlns:a16="http://schemas.microsoft.com/office/drawing/2014/main" id="{05DCCC46-702B-2713-0CCA-21FB457EEA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7666" y="2108200"/>
            <a:ext cx="6710149" cy="3760788"/>
          </a:xfrm>
        </p:spPr>
      </p:pic>
    </p:spTree>
    <p:extLst>
      <p:ext uri="{BB962C8B-B14F-4D97-AF65-F5344CB8AC3E}">
        <p14:creationId xmlns:p14="http://schemas.microsoft.com/office/powerpoint/2010/main" val="2945453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29E7-84F9-21D7-35E7-EB608A001459}"/>
              </a:ext>
            </a:extLst>
          </p:cNvPr>
          <p:cNvSpPr>
            <a:spLocks noGrp="1"/>
          </p:cNvSpPr>
          <p:nvPr>
            <p:ph type="title"/>
          </p:nvPr>
        </p:nvSpPr>
        <p:spPr/>
        <p:txBody>
          <a:bodyPr/>
          <a:lstStyle/>
          <a:p>
            <a:r>
              <a:rPr lang="en-US" sz="3600" dirty="0"/>
              <a:t>Summary</a:t>
            </a:r>
            <a:endParaRPr lang="en-MW" sz="1600" i="1" dirty="0"/>
          </a:p>
        </p:txBody>
      </p:sp>
      <p:sp>
        <p:nvSpPr>
          <p:cNvPr id="4" name="Content Placeholder 3">
            <a:extLst>
              <a:ext uri="{FF2B5EF4-FFF2-40B4-BE49-F238E27FC236}">
                <a16:creationId xmlns:a16="http://schemas.microsoft.com/office/drawing/2014/main" id="{0054870F-D262-D63B-B1BE-EA6921E97C05}"/>
              </a:ext>
            </a:extLst>
          </p:cNvPr>
          <p:cNvSpPr>
            <a:spLocks noGrp="1"/>
          </p:cNvSpPr>
          <p:nvPr>
            <p:ph idx="1"/>
          </p:nvPr>
        </p:nvSpPr>
        <p:spPr/>
        <p:txBody>
          <a:bodyPr>
            <a:noAutofit/>
          </a:bodyPr>
          <a:lstStyle/>
          <a:p>
            <a:pPr lvl="1">
              <a:lnSpc>
                <a:spcPct val="150000"/>
              </a:lnSpc>
              <a:buFont typeface="Wingdings" panose="05000000000000000000" pitchFamily="2" charset="2"/>
              <a:buChar char="§"/>
            </a:pPr>
            <a:r>
              <a:rPr lang="en-US" sz="1800" b="0" i="0" dirty="0">
                <a:solidFill>
                  <a:schemeClr val="tx1"/>
                </a:solidFill>
                <a:effectLst/>
                <a:latin typeface="Söhne"/>
              </a:rPr>
              <a:t>You have now learned about the history of programming and the exciting world of object-oriented programming.</a:t>
            </a:r>
          </a:p>
          <a:p>
            <a:pPr lvl="1">
              <a:lnSpc>
                <a:spcPct val="150000"/>
              </a:lnSpc>
              <a:buFont typeface="Wingdings" panose="05000000000000000000" pitchFamily="2" charset="2"/>
              <a:buChar char="§"/>
            </a:pPr>
            <a:r>
              <a:rPr lang="en-US" sz="1800" b="0" i="0" dirty="0">
                <a:solidFill>
                  <a:schemeClr val="tx1"/>
                </a:solidFill>
                <a:effectLst/>
                <a:latin typeface="Söhne"/>
              </a:rPr>
              <a:t>Understanding these concepts is essential for any programmer and will help you to write more efficient, flexible, and maintainable code.</a:t>
            </a:r>
          </a:p>
          <a:p>
            <a:pPr marL="566928" lvl="3" indent="0">
              <a:lnSpc>
                <a:spcPct val="150000"/>
              </a:lnSpc>
              <a:buNone/>
            </a:pPr>
            <a:endParaRPr lang="en-MW" sz="1800" dirty="0">
              <a:solidFill>
                <a:schemeClr val="tx1"/>
              </a:solidFill>
            </a:endParaRPr>
          </a:p>
        </p:txBody>
      </p:sp>
    </p:spTree>
    <p:extLst>
      <p:ext uri="{BB962C8B-B14F-4D97-AF65-F5344CB8AC3E}">
        <p14:creationId xmlns:p14="http://schemas.microsoft.com/office/powerpoint/2010/main" val="3156505758"/>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docProps/app.xml><?xml version="1.0" encoding="utf-8"?>
<Properties xmlns="http://schemas.openxmlformats.org/officeDocument/2006/extended-properties" xmlns:vt="http://schemas.openxmlformats.org/officeDocument/2006/docPropsVTypes">
  <Template>TM03457452[[fn=Celestial]]</Template>
  <TotalTime>640</TotalTime>
  <Words>1721</Words>
  <Application>Microsoft Office PowerPoint</Application>
  <PresentationFormat>Widescreen</PresentationFormat>
  <Paragraphs>121</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-apple-system</vt:lpstr>
      <vt:lpstr>Bookman Old Style</vt:lpstr>
      <vt:lpstr>Calibri</vt:lpstr>
      <vt:lpstr>Courier New</vt:lpstr>
      <vt:lpstr>Franklin Gothic Book</vt:lpstr>
      <vt:lpstr>Nunito</vt:lpstr>
      <vt:lpstr>Söhne</vt:lpstr>
      <vt:lpstr>Wingdings</vt:lpstr>
      <vt:lpstr>1_RetrospectVTI</vt:lpstr>
      <vt:lpstr>History of Programming</vt:lpstr>
      <vt:lpstr>Learning Objectives</vt:lpstr>
      <vt:lpstr>Describing Programming language </vt:lpstr>
      <vt:lpstr>Describing Programming Languages (continued)</vt:lpstr>
      <vt:lpstr>Language Models </vt:lpstr>
      <vt:lpstr>Language Models  (continued)</vt:lpstr>
      <vt:lpstr>Chronology of Programming</vt:lpstr>
      <vt:lpstr>Chronology of Programming  (continued)</vt:lpstr>
      <vt:lpstr>Chronology of Programming  (continued)</vt:lpstr>
      <vt:lpstr>Object Oriented Concepts</vt:lpstr>
      <vt:lpstr>OOP - Classes</vt:lpstr>
      <vt:lpstr>OOP – Classes  (continued)</vt:lpstr>
      <vt:lpstr>Encapsulation (or Information Hiding) and Abstraction</vt:lpstr>
      <vt:lpstr>OOP - Encapsulation (or Information Hiding) and Abstraction  (continued)</vt:lpstr>
      <vt:lpstr>Messages and Operation</vt:lpstr>
      <vt:lpstr>Relationships</vt:lpstr>
      <vt:lpstr>Relationships (continued)</vt:lpstr>
      <vt:lpstr>OOP - Polymorphism</vt:lpstr>
      <vt:lpstr>OOP – Polymorphism  (continued)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dc:title>
  <dc:creator>Lloyd Chunga</dc:creator>
  <cp:lastModifiedBy>Khwima Mkamanga</cp:lastModifiedBy>
  <cp:revision>4</cp:revision>
  <dcterms:created xsi:type="dcterms:W3CDTF">2023-05-01T20:05:33Z</dcterms:created>
  <dcterms:modified xsi:type="dcterms:W3CDTF">2023-05-08T06:25:06Z</dcterms:modified>
</cp:coreProperties>
</file>