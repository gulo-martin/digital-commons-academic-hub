
<file path=[Content_Types].xml><?xml version="1.0" encoding="utf-8"?>
<Types xmlns="http://schemas.openxmlformats.org/package/2006/content-types">
  <Default Extension="jfif" ContentType="image/jpe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diagrams/data29.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ppt/diagrams/data30.xml" ContentType="application/vnd.openxmlformats-officedocument.drawingml.diagramData+xml"/>
  <Override PartName="/ppt/diagrams/layout30.xml" ContentType="application/vnd.openxmlformats-officedocument.drawingml.diagramLayout+xml"/>
  <Override PartName="/ppt/diagrams/quickStyle30.xml" ContentType="application/vnd.openxmlformats-officedocument.drawingml.diagramStyle+xml"/>
  <Override PartName="/ppt/diagrams/colors30.xml" ContentType="application/vnd.openxmlformats-officedocument.drawingml.diagramColors+xml"/>
  <Override PartName="/ppt/diagrams/drawing30.xml" ContentType="application/vnd.ms-office.drawingml.diagramDrawing+xml"/>
  <Override PartName="/ppt/diagrams/data31.xml" ContentType="application/vnd.openxmlformats-officedocument.drawingml.diagramData+xml"/>
  <Override PartName="/ppt/diagrams/layout31.xml" ContentType="application/vnd.openxmlformats-officedocument.drawingml.diagramLayout+xml"/>
  <Override PartName="/ppt/diagrams/quickStyle31.xml" ContentType="application/vnd.openxmlformats-officedocument.drawingml.diagramStyle+xml"/>
  <Override PartName="/ppt/diagrams/colors31.xml" ContentType="application/vnd.openxmlformats-officedocument.drawingml.diagramColors+xml"/>
  <Override PartName="/ppt/diagrams/drawing31.xml" ContentType="application/vnd.ms-office.drawingml.diagramDrawing+xml"/>
  <Override PartName="/ppt/diagrams/data32.xml" ContentType="application/vnd.openxmlformats-officedocument.drawingml.diagramData+xml"/>
  <Override PartName="/ppt/diagrams/layout32.xml" ContentType="application/vnd.openxmlformats-officedocument.drawingml.diagramLayout+xml"/>
  <Override PartName="/ppt/diagrams/quickStyle32.xml" ContentType="application/vnd.openxmlformats-officedocument.drawingml.diagramStyle+xml"/>
  <Override PartName="/ppt/diagrams/colors32.xml" ContentType="application/vnd.openxmlformats-officedocument.drawingml.diagramColors+xml"/>
  <Override PartName="/ppt/diagrams/drawing32.xml" ContentType="application/vnd.ms-office.drawingml.diagramDrawing+xml"/>
  <Override PartName="/ppt/diagrams/data33.xml" ContentType="application/vnd.openxmlformats-officedocument.drawingml.diagramData+xml"/>
  <Override PartName="/ppt/diagrams/layout33.xml" ContentType="application/vnd.openxmlformats-officedocument.drawingml.diagramLayout+xml"/>
  <Override PartName="/ppt/diagrams/quickStyle33.xml" ContentType="application/vnd.openxmlformats-officedocument.drawingml.diagramStyle+xml"/>
  <Override PartName="/ppt/diagrams/colors33.xml" ContentType="application/vnd.openxmlformats-officedocument.drawingml.diagramColors+xml"/>
  <Override PartName="/ppt/diagrams/drawing33.xml" ContentType="application/vnd.ms-office.drawingml.diagramDrawing+xml"/>
  <Override PartName="/ppt/diagrams/data34.xml" ContentType="application/vnd.openxmlformats-officedocument.drawingml.diagramData+xml"/>
  <Override PartName="/ppt/diagrams/layout34.xml" ContentType="application/vnd.openxmlformats-officedocument.drawingml.diagramLayout+xml"/>
  <Override PartName="/ppt/diagrams/quickStyle34.xml" ContentType="application/vnd.openxmlformats-officedocument.drawingml.diagramStyle+xml"/>
  <Override PartName="/ppt/diagrams/colors34.xml" ContentType="application/vnd.openxmlformats-officedocument.drawingml.diagramColors+xml"/>
  <Override PartName="/ppt/diagrams/drawing34.xml" ContentType="application/vnd.ms-office.drawingml.diagramDrawing+xml"/>
  <Override PartName="/ppt/diagrams/data35.xml" ContentType="application/vnd.openxmlformats-officedocument.drawingml.diagramData+xml"/>
  <Override PartName="/ppt/diagrams/layout35.xml" ContentType="application/vnd.openxmlformats-officedocument.drawingml.diagramLayout+xml"/>
  <Override PartName="/ppt/diagrams/quickStyle35.xml" ContentType="application/vnd.openxmlformats-officedocument.drawingml.diagramStyle+xml"/>
  <Override PartName="/ppt/diagrams/colors35.xml" ContentType="application/vnd.openxmlformats-officedocument.drawingml.diagramColors+xml"/>
  <Override PartName="/ppt/diagrams/drawing35.xml" ContentType="application/vnd.ms-office.drawingml.diagramDrawing+xml"/>
  <Override PartName="/ppt/diagrams/data36.xml" ContentType="application/vnd.openxmlformats-officedocument.drawingml.diagramData+xml"/>
  <Override PartName="/ppt/diagrams/layout36.xml" ContentType="application/vnd.openxmlformats-officedocument.drawingml.diagramLayout+xml"/>
  <Override PartName="/ppt/diagrams/quickStyle36.xml" ContentType="application/vnd.openxmlformats-officedocument.drawingml.diagramStyle+xml"/>
  <Override PartName="/ppt/diagrams/colors36.xml" ContentType="application/vnd.openxmlformats-officedocument.drawingml.diagramColors+xml"/>
  <Override PartName="/ppt/diagrams/drawing36.xml" ContentType="application/vnd.ms-office.drawingml.diagramDrawing+xml"/>
  <Override PartName="/ppt/diagrams/data37.xml" ContentType="application/vnd.openxmlformats-officedocument.drawingml.diagramData+xml"/>
  <Override PartName="/ppt/diagrams/layout37.xml" ContentType="application/vnd.openxmlformats-officedocument.drawingml.diagramLayout+xml"/>
  <Override PartName="/ppt/diagrams/quickStyle37.xml" ContentType="application/vnd.openxmlformats-officedocument.drawingml.diagramStyle+xml"/>
  <Override PartName="/ppt/diagrams/colors37.xml" ContentType="application/vnd.openxmlformats-officedocument.drawingml.diagramColors+xml"/>
  <Override PartName="/ppt/diagrams/drawing37.xml" ContentType="application/vnd.ms-office.drawingml.diagramDrawing+xml"/>
  <Override PartName="/ppt/diagrams/data38.xml" ContentType="application/vnd.openxmlformats-officedocument.drawingml.diagramData+xml"/>
  <Override PartName="/ppt/diagrams/layout38.xml" ContentType="application/vnd.openxmlformats-officedocument.drawingml.diagramLayout+xml"/>
  <Override PartName="/ppt/diagrams/quickStyle38.xml" ContentType="application/vnd.openxmlformats-officedocument.drawingml.diagramStyle+xml"/>
  <Override PartName="/ppt/diagrams/colors38.xml" ContentType="application/vnd.openxmlformats-officedocument.drawingml.diagramColors+xml"/>
  <Override PartName="/ppt/diagrams/drawing38.xml" ContentType="application/vnd.ms-office.drawingml.diagramDrawing+xml"/>
  <Override PartName="/ppt/diagrams/data39.xml" ContentType="application/vnd.openxmlformats-officedocument.drawingml.diagramData+xml"/>
  <Override PartName="/ppt/diagrams/layout39.xml" ContentType="application/vnd.openxmlformats-officedocument.drawingml.diagramLayout+xml"/>
  <Override PartName="/ppt/diagrams/quickStyle39.xml" ContentType="application/vnd.openxmlformats-officedocument.drawingml.diagramStyle+xml"/>
  <Override PartName="/ppt/diagrams/colors39.xml" ContentType="application/vnd.openxmlformats-officedocument.drawingml.diagramColors+xml"/>
  <Override PartName="/ppt/diagrams/drawing39.xml" ContentType="application/vnd.ms-office.drawingml.diagramDrawing+xml"/>
  <Override PartName="/ppt/diagrams/data40.xml" ContentType="application/vnd.openxmlformats-officedocument.drawingml.diagramData+xml"/>
  <Override PartName="/ppt/diagrams/layout40.xml" ContentType="application/vnd.openxmlformats-officedocument.drawingml.diagramLayout+xml"/>
  <Override PartName="/ppt/diagrams/quickStyle40.xml" ContentType="application/vnd.openxmlformats-officedocument.drawingml.diagramStyle+xml"/>
  <Override PartName="/ppt/diagrams/colors40.xml" ContentType="application/vnd.openxmlformats-officedocument.drawingml.diagramColors+xml"/>
  <Override PartName="/ppt/diagrams/drawing40.xml" ContentType="application/vnd.ms-office.drawingml.diagramDrawing+xml"/>
  <Override PartName="/ppt/diagrams/data41.xml" ContentType="application/vnd.openxmlformats-officedocument.drawingml.diagramData+xml"/>
  <Override PartName="/ppt/diagrams/layout41.xml" ContentType="application/vnd.openxmlformats-officedocument.drawingml.diagramLayout+xml"/>
  <Override PartName="/ppt/diagrams/quickStyle41.xml" ContentType="application/vnd.openxmlformats-officedocument.drawingml.diagramStyle+xml"/>
  <Override PartName="/ppt/diagrams/colors41.xml" ContentType="application/vnd.openxmlformats-officedocument.drawingml.diagramColors+xml"/>
  <Override PartName="/ppt/diagrams/drawing41.xml" ContentType="application/vnd.ms-office.drawingml.diagramDrawing+xml"/>
  <Override PartName="/ppt/diagrams/data42.xml" ContentType="application/vnd.openxmlformats-officedocument.drawingml.diagramData+xml"/>
  <Override PartName="/ppt/diagrams/layout42.xml" ContentType="application/vnd.openxmlformats-officedocument.drawingml.diagramLayout+xml"/>
  <Override PartName="/ppt/diagrams/quickStyle42.xml" ContentType="application/vnd.openxmlformats-officedocument.drawingml.diagramStyle+xml"/>
  <Override PartName="/ppt/diagrams/colors42.xml" ContentType="application/vnd.openxmlformats-officedocument.drawingml.diagramColors+xml"/>
  <Override PartName="/ppt/diagrams/drawing42.xml" ContentType="application/vnd.ms-office.drawingml.diagramDrawing+xml"/>
  <Override PartName="/ppt/diagrams/data43.xml" ContentType="application/vnd.openxmlformats-officedocument.drawingml.diagramData+xml"/>
  <Override PartName="/ppt/diagrams/layout43.xml" ContentType="application/vnd.openxmlformats-officedocument.drawingml.diagramLayout+xml"/>
  <Override PartName="/ppt/diagrams/quickStyle43.xml" ContentType="application/vnd.openxmlformats-officedocument.drawingml.diagramStyle+xml"/>
  <Override PartName="/ppt/diagrams/colors43.xml" ContentType="application/vnd.openxmlformats-officedocument.drawingml.diagramColors+xml"/>
  <Override PartName="/ppt/diagrams/drawing43.xml" ContentType="application/vnd.ms-office.drawingml.diagramDrawing+xml"/>
  <Override PartName="/ppt/diagrams/data44.xml" ContentType="application/vnd.openxmlformats-officedocument.drawingml.diagramData+xml"/>
  <Override PartName="/ppt/diagrams/layout44.xml" ContentType="application/vnd.openxmlformats-officedocument.drawingml.diagramLayout+xml"/>
  <Override PartName="/ppt/diagrams/quickStyle44.xml" ContentType="application/vnd.openxmlformats-officedocument.drawingml.diagramStyle+xml"/>
  <Override PartName="/ppt/diagrams/colors44.xml" ContentType="application/vnd.openxmlformats-officedocument.drawingml.diagramColors+xml"/>
  <Override PartName="/ppt/diagrams/drawing44.xml" ContentType="application/vnd.ms-office.drawingml.diagramDrawing+xml"/>
  <Override PartName="/ppt/diagrams/data45.xml" ContentType="application/vnd.openxmlformats-officedocument.drawingml.diagramData+xml"/>
  <Override PartName="/ppt/diagrams/layout45.xml" ContentType="application/vnd.openxmlformats-officedocument.drawingml.diagramLayout+xml"/>
  <Override PartName="/ppt/diagrams/quickStyle45.xml" ContentType="application/vnd.openxmlformats-officedocument.drawingml.diagramStyle+xml"/>
  <Override PartName="/ppt/diagrams/colors45.xml" ContentType="application/vnd.openxmlformats-officedocument.drawingml.diagramColors+xml"/>
  <Override PartName="/ppt/diagrams/drawing45.xml" ContentType="application/vnd.ms-office.drawingml.diagramDrawing+xml"/>
  <Override PartName="/ppt/diagrams/data46.xml" ContentType="application/vnd.openxmlformats-officedocument.drawingml.diagramData+xml"/>
  <Override PartName="/ppt/diagrams/layout46.xml" ContentType="application/vnd.openxmlformats-officedocument.drawingml.diagramLayout+xml"/>
  <Override PartName="/ppt/diagrams/quickStyle46.xml" ContentType="application/vnd.openxmlformats-officedocument.drawingml.diagramStyle+xml"/>
  <Override PartName="/ppt/diagrams/colors46.xml" ContentType="application/vnd.openxmlformats-officedocument.drawingml.diagramColors+xml"/>
  <Override PartName="/ppt/diagrams/drawing46.xml" ContentType="application/vnd.ms-office.drawingml.diagramDrawing+xml"/>
  <Override PartName="/ppt/diagrams/data47.xml" ContentType="application/vnd.openxmlformats-officedocument.drawingml.diagramData+xml"/>
  <Override PartName="/ppt/diagrams/layout47.xml" ContentType="application/vnd.openxmlformats-officedocument.drawingml.diagramLayout+xml"/>
  <Override PartName="/ppt/diagrams/quickStyle47.xml" ContentType="application/vnd.openxmlformats-officedocument.drawingml.diagramStyle+xml"/>
  <Override PartName="/ppt/diagrams/colors47.xml" ContentType="application/vnd.openxmlformats-officedocument.drawingml.diagramColors+xml"/>
  <Override PartName="/ppt/diagrams/drawing47.xml" ContentType="application/vnd.ms-office.drawingml.diagramDrawing+xml"/>
  <Override PartName="/ppt/diagrams/data48.xml" ContentType="application/vnd.openxmlformats-officedocument.drawingml.diagramData+xml"/>
  <Override PartName="/ppt/diagrams/layout48.xml" ContentType="application/vnd.openxmlformats-officedocument.drawingml.diagramLayout+xml"/>
  <Override PartName="/ppt/diagrams/quickStyle48.xml" ContentType="application/vnd.openxmlformats-officedocument.drawingml.diagramStyle+xml"/>
  <Override PartName="/ppt/diagrams/colors48.xml" ContentType="application/vnd.openxmlformats-officedocument.drawingml.diagramColors+xml"/>
  <Override PartName="/ppt/diagrams/drawing48.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54"/>
  </p:notesMasterIdLst>
  <p:sldIdLst>
    <p:sldId id="256" r:id="rId2"/>
    <p:sldId id="259" r:id="rId3"/>
    <p:sldId id="260" r:id="rId4"/>
    <p:sldId id="263" r:id="rId5"/>
    <p:sldId id="264" r:id="rId6"/>
    <p:sldId id="265" r:id="rId7"/>
    <p:sldId id="261" r:id="rId8"/>
    <p:sldId id="308" r:id="rId9"/>
    <p:sldId id="351" r:id="rId10"/>
    <p:sldId id="309" r:id="rId11"/>
    <p:sldId id="353" r:id="rId12"/>
    <p:sldId id="354" r:id="rId13"/>
    <p:sldId id="273" r:id="rId14"/>
    <p:sldId id="355" r:id="rId15"/>
    <p:sldId id="356" r:id="rId16"/>
    <p:sldId id="357" r:id="rId17"/>
    <p:sldId id="363" r:id="rId18"/>
    <p:sldId id="364" r:id="rId19"/>
    <p:sldId id="365" r:id="rId20"/>
    <p:sldId id="366" r:id="rId21"/>
    <p:sldId id="367" r:id="rId22"/>
    <p:sldId id="368" r:id="rId23"/>
    <p:sldId id="369" r:id="rId24"/>
    <p:sldId id="274" r:id="rId25"/>
    <p:sldId id="269" r:id="rId26"/>
    <p:sldId id="370" r:id="rId27"/>
    <p:sldId id="371" r:id="rId28"/>
    <p:sldId id="372" r:id="rId29"/>
    <p:sldId id="362" r:id="rId30"/>
    <p:sldId id="276" r:id="rId31"/>
    <p:sldId id="373" r:id="rId32"/>
    <p:sldId id="284" r:id="rId33"/>
    <p:sldId id="374" r:id="rId34"/>
    <p:sldId id="375" r:id="rId35"/>
    <p:sldId id="377" r:id="rId36"/>
    <p:sldId id="378" r:id="rId37"/>
    <p:sldId id="379" r:id="rId38"/>
    <p:sldId id="376" r:id="rId39"/>
    <p:sldId id="277" r:id="rId40"/>
    <p:sldId id="278" r:id="rId41"/>
    <p:sldId id="380" r:id="rId42"/>
    <p:sldId id="287" r:id="rId43"/>
    <p:sldId id="381" r:id="rId44"/>
    <p:sldId id="383" r:id="rId45"/>
    <p:sldId id="382" r:id="rId46"/>
    <p:sldId id="288" r:id="rId47"/>
    <p:sldId id="384" r:id="rId48"/>
    <p:sldId id="290" r:id="rId49"/>
    <p:sldId id="386" r:id="rId50"/>
    <p:sldId id="291" r:id="rId51"/>
    <p:sldId id="293" r:id="rId52"/>
    <p:sldId id="387" r:id="rId53"/>
  </p:sldIdLst>
  <p:sldSz cx="12192000" cy="6858000"/>
  <p:notesSz cx="7102475" cy="1023302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42BDBD9-B858-4730-ACD6-951FEEC24FB0}"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MW"/>
        </a:p>
      </dgm:t>
    </dgm:pt>
    <dgm:pt modelId="{0D3694F4-5C31-4DDB-8560-66E6F2679608}">
      <dgm:prSet/>
      <dgm:spPr/>
      <dgm:t>
        <a:bodyPr/>
        <a:lstStyle/>
        <a:p>
          <a:r>
            <a:rPr lang="en-US" dirty="0"/>
            <a:t>INTRODUCTION TO COMPUTERS</a:t>
          </a:r>
          <a:endParaRPr lang="en-MW" dirty="0"/>
        </a:p>
      </dgm:t>
    </dgm:pt>
    <dgm:pt modelId="{1D46AC0E-8019-4F9D-85F0-CC5B2EAE370C}" type="parTrans" cxnId="{7DB395AB-A617-40E5-A060-AF548BF166B5}">
      <dgm:prSet/>
      <dgm:spPr/>
      <dgm:t>
        <a:bodyPr/>
        <a:lstStyle/>
        <a:p>
          <a:endParaRPr lang="en-MW"/>
        </a:p>
      </dgm:t>
    </dgm:pt>
    <dgm:pt modelId="{35FB3006-0A46-40B6-8192-9E4305735E6B}" type="sibTrans" cxnId="{7DB395AB-A617-40E5-A060-AF548BF166B5}">
      <dgm:prSet/>
      <dgm:spPr/>
      <dgm:t>
        <a:bodyPr/>
        <a:lstStyle/>
        <a:p>
          <a:endParaRPr lang="en-MW"/>
        </a:p>
      </dgm:t>
    </dgm:pt>
    <dgm:pt modelId="{B5A7D593-6628-44B6-A051-365FE30CA046}" type="pres">
      <dgm:prSet presAssocID="{A42BDBD9-B858-4730-ACD6-951FEEC24FB0}" presName="linear" presStyleCnt="0">
        <dgm:presLayoutVars>
          <dgm:animLvl val="lvl"/>
          <dgm:resizeHandles val="exact"/>
        </dgm:presLayoutVars>
      </dgm:prSet>
      <dgm:spPr/>
    </dgm:pt>
    <dgm:pt modelId="{FF9E69C9-9FA2-46C9-A6EC-14DA643AD036}" type="pres">
      <dgm:prSet presAssocID="{0D3694F4-5C31-4DDB-8560-66E6F2679608}" presName="parentText" presStyleLbl="node1" presStyleIdx="0" presStyleCnt="1">
        <dgm:presLayoutVars>
          <dgm:chMax val="0"/>
          <dgm:bulletEnabled val="1"/>
        </dgm:presLayoutVars>
      </dgm:prSet>
      <dgm:spPr/>
    </dgm:pt>
  </dgm:ptLst>
  <dgm:cxnLst>
    <dgm:cxn modelId="{98075505-35F9-4DAD-86A0-A10E3449F422}" type="presOf" srcId="{A42BDBD9-B858-4730-ACD6-951FEEC24FB0}" destId="{B5A7D593-6628-44B6-A051-365FE30CA046}" srcOrd="0" destOrd="0" presId="urn:microsoft.com/office/officeart/2005/8/layout/vList2"/>
    <dgm:cxn modelId="{CB0E1197-25D5-46B5-A4F7-9792B63FB93F}" type="presOf" srcId="{0D3694F4-5C31-4DDB-8560-66E6F2679608}" destId="{FF9E69C9-9FA2-46C9-A6EC-14DA643AD036}" srcOrd="0" destOrd="0" presId="urn:microsoft.com/office/officeart/2005/8/layout/vList2"/>
    <dgm:cxn modelId="{7DB395AB-A617-40E5-A060-AF548BF166B5}" srcId="{A42BDBD9-B858-4730-ACD6-951FEEC24FB0}" destId="{0D3694F4-5C31-4DDB-8560-66E6F2679608}" srcOrd="0" destOrd="0" parTransId="{1D46AC0E-8019-4F9D-85F0-CC5B2EAE370C}" sibTransId="{35FB3006-0A46-40B6-8192-9E4305735E6B}"/>
    <dgm:cxn modelId="{F820C0E0-BF0F-4D9D-B4A5-3B448C1F9598}" type="presParOf" srcId="{B5A7D593-6628-44B6-A051-365FE30CA046}" destId="{FF9E69C9-9FA2-46C9-A6EC-14DA643AD036}"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ED02E71-B19A-4D9D-BC98-C678786E5206}" type="doc">
      <dgm:prSet loTypeId="urn:microsoft.com/office/officeart/2005/8/layout/target3" loCatId="relationship" qsTypeId="urn:microsoft.com/office/officeart/2005/8/quickstyle/simple1" qsCatId="simple" csTypeId="urn:microsoft.com/office/officeart/2005/8/colors/accent1_2" csCatId="accent1"/>
      <dgm:spPr/>
      <dgm:t>
        <a:bodyPr/>
        <a:lstStyle/>
        <a:p>
          <a:endParaRPr lang="en-MW"/>
        </a:p>
      </dgm:t>
    </dgm:pt>
    <dgm:pt modelId="{4FA61C8D-4D7D-4F7D-8766-2D7928439646}">
      <dgm:prSet/>
      <dgm:spPr/>
      <dgm:t>
        <a:bodyPr/>
        <a:lstStyle/>
        <a:p>
          <a:r>
            <a:rPr lang="en-US"/>
            <a:t>Overview </a:t>
          </a:r>
          <a:endParaRPr lang="en-MW"/>
        </a:p>
      </dgm:t>
    </dgm:pt>
    <dgm:pt modelId="{1DEA3952-1946-400D-8F8A-A96F9C062C6F}" type="parTrans" cxnId="{74EEAD97-AB09-49DC-B918-9717EAA259B7}">
      <dgm:prSet/>
      <dgm:spPr/>
      <dgm:t>
        <a:bodyPr/>
        <a:lstStyle/>
        <a:p>
          <a:endParaRPr lang="en-MW"/>
        </a:p>
      </dgm:t>
    </dgm:pt>
    <dgm:pt modelId="{260398E4-7F0A-4F4A-9CBE-4C14D000EABB}" type="sibTrans" cxnId="{74EEAD97-AB09-49DC-B918-9717EAA259B7}">
      <dgm:prSet/>
      <dgm:spPr/>
      <dgm:t>
        <a:bodyPr/>
        <a:lstStyle/>
        <a:p>
          <a:endParaRPr lang="en-MW"/>
        </a:p>
      </dgm:t>
    </dgm:pt>
    <dgm:pt modelId="{37E41519-BF54-447B-976E-BDE225D3FAE0}" type="pres">
      <dgm:prSet presAssocID="{7ED02E71-B19A-4D9D-BC98-C678786E5206}" presName="Name0" presStyleCnt="0">
        <dgm:presLayoutVars>
          <dgm:chMax val="7"/>
          <dgm:dir/>
          <dgm:animLvl val="lvl"/>
          <dgm:resizeHandles val="exact"/>
        </dgm:presLayoutVars>
      </dgm:prSet>
      <dgm:spPr/>
    </dgm:pt>
    <dgm:pt modelId="{E14D46F9-AD7A-4571-B616-5DFFFA0646D1}" type="pres">
      <dgm:prSet presAssocID="{4FA61C8D-4D7D-4F7D-8766-2D7928439646}" presName="circle1" presStyleLbl="node1" presStyleIdx="0" presStyleCnt="1"/>
      <dgm:spPr/>
    </dgm:pt>
    <dgm:pt modelId="{79342F1C-A34F-4E4F-9D1D-3F988913E154}" type="pres">
      <dgm:prSet presAssocID="{4FA61C8D-4D7D-4F7D-8766-2D7928439646}" presName="space" presStyleCnt="0"/>
      <dgm:spPr/>
    </dgm:pt>
    <dgm:pt modelId="{642A95F0-0E82-4D45-BD5E-66A3062701FD}" type="pres">
      <dgm:prSet presAssocID="{4FA61C8D-4D7D-4F7D-8766-2D7928439646}" presName="rect1" presStyleLbl="alignAcc1" presStyleIdx="0" presStyleCnt="1"/>
      <dgm:spPr/>
    </dgm:pt>
    <dgm:pt modelId="{EE35F0C4-276D-48CD-B68E-DFD3714CEA15}" type="pres">
      <dgm:prSet presAssocID="{4FA61C8D-4D7D-4F7D-8766-2D7928439646}" presName="rect1ParTxNoCh" presStyleLbl="alignAcc1" presStyleIdx="0" presStyleCnt="1">
        <dgm:presLayoutVars>
          <dgm:chMax val="1"/>
          <dgm:bulletEnabled val="1"/>
        </dgm:presLayoutVars>
      </dgm:prSet>
      <dgm:spPr/>
    </dgm:pt>
  </dgm:ptLst>
  <dgm:cxnLst>
    <dgm:cxn modelId="{64DE0E40-B3DA-4FF8-8A38-D7CBD3AD244E}" type="presOf" srcId="{7ED02E71-B19A-4D9D-BC98-C678786E5206}" destId="{37E41519-BF54-447B-976E-BDE225D3FAE0}" srcOrd="0" destOrd="0" presId="urn:microsoft.com/office/officeart/2005/8/layout/target3"/>
    <dgm:cxn modelId="{6BA8C450-27DD-4395-A91F-D3C0546B606C}" type="presOf" srcId="{4FA61C8D-4D7D-4F7D-8766-2D7928439646}" destId="{642A95F0-0E82-4D45-BD5E-66A3062701FD}" srcOrd="0" destOrd="0" presId="urn:microsoft.com/office/officeart/2005/8/layout/target3"/>
    <dgm:cxn modelId="{74EEAD97-AB09-49DC-B918-9717EAA259B7}" srcId="{7ED02E71-B19A-4D9D-BC98-C678786E5206}" destId="{4FA61C8D-4D7D-4F7D-8766-2D7928439646}" srcOrd="0" destOrd="0" parTransId="{1DEA3952-1946-400D-8F8A-A96F9C062C6F}" sibTransId="{260398E4-7F0A-4F4A-9CBE-4C14D000EABB}"/>
    <dgm:cxn modelId="{97EFADF0-4673-467B-BCA8-8CF690CCE78B}" type="presOf" srcId="{4FA61C8D-4D7D-4F7D-8766-2D7928439646}" destId="{EE35F0C4-276D-48CD-B68E-DFD3714CEA15}" srcOrd="1" destOrd="0" presId="urn:microsoft.com/office/officeart/2005/8/layout/target3"/>
    <dgm:cxn modelId="{6D84B0AF-E030-424B-91AE-8A343046CB57}" type="presParOf" srcId="{37E41519-BF54-447B-976E-BDE225D3FAE0}" destId="{E14D46F9-AD7A-4571-B616-5DFFFA0646D1}" srcOrd="0" destOrd="0" presId="urn:microsoft.com/office/officeart/2005/8/layout/target3"/>
    <dgm:cxn modelId="{3BBCDC10-26E6-4D87-8B2A-78A23EDA342B}" type="presParOf" srcId="{37E41519-BF54-447B-976E-BDE225D3FAE0}" destId="{79342F1C-A34F-4E4F-9D1D-3F988913E154}" srcOrd="1" destOrd="0" presId="urn:microsoft.com/office/officeart/2005/8/layout/target3"/>
    <dgm:cxn modelId="{2F03AE3E-850C-44CA-BA19-EF4E2CFCB44B}" type="presParOf" srcId="{37E41519-BF54-447B-976E-BDE225D3FAE0}" destId="{642A95F0-0E82-4D45-BD5E-66A3062701FD}" srcOrd="2" destOrd="0" presId="urn:microsoft.com/office/officeart/2005/8/layout/target3"/>
    <dgm:cxn modelId="{7C0A0B25-0EF4-4B2D-BF61-B9F74E41D983}" type="presParOf" srcId="{37E41519-BF54-447B-976E-BDE225D3FAE0}" destId="{EE35F0C4-276D-48CD-B68E-DFD3714CEA15}"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1278E3E-DF59-47AC-90F5-AF6A7FC1A22A}" type="doc">
      <dgm:prSet loTypeId="urn:microsoft.com/office/officeart/2005/8/layout/target3" loCatId="relationship" qsTypeId="urn:microsoft.com/office/officeart/2005/8/quickstyle/simple1" qsCatId="simple" csTypeId="urn:microsoft.com/office/officeart/2005/8/colors/accent1_2" csCatId="accent1" phldr="1"/>
      <dgm:spPr/>
      <dgm:t>
        <a:bodyPr/>
        <a:lstStyle/>
        <a:p>
          <a:endParaRPr lang="en-MW"/>
        </a:p>
      </dgm:t>
    </dgm:pt>
    <dgm:pt modelId="{C3E17118-DC63-4DF3-9888-8323066AB480}">
      <dgm:prSet/>
      <dgm:spPr/>
      <dgm:t>
        <a:bodyPr/>
        <a:lstStyle/>
        <a:p>
          <a:r>
            <a:rPr lang="en-US" dirty="0"/>
            <a:t>Computer</a:t>
          </a:r>
          <a:endParaRPr lang="en-MW" dirty="0"/>
        </a:p>
      </dgm:t>
    </dgm:pt>
    <dgm:pt modelId="{6FC6C4C0-121B-4F1C-8805-331E4AA664F8}" type="parTrans" cxnId="{37F22C39-8EB3-4633-BF7F-05906229ABEF}">
      <dgm:prSet/>
      <dgm:spPr/>
      <dgm:t>
        <a:bodyPr/>
        <a:lstStyle/>
        <a:p>
          <a:endParaRPr lang="en-MW"/>
        </a:p>
      </dgm:t>
    </dgm:pt>
    <dgm:pt modelId="{92465FF0-AA93-4BA4-A75E-C1FC5E61AB99}" type="sibTrans" cxnId="{37F22C39-8EB3-4633-BF7F-05906229ABEF}">
      <dgm:prSet/>
      <dgm:spPr/>
      <dgm:t>
        <a:bodyPr/>
        <a:lstStyle/>
        <a:p>
          <a:endParaRPr lang="en-MW"/>
        </a:p>
      </dgm:t>
    </dgm:pt>
    <dgm:pt modelId="{606539E6-09D4-4B11-80AA-75C8E4813336}" type="pres">
      <dgm:prSet presAssocID="{A1278E3E-DF59-47AC-90F5-AF6A7FC1A22A}" presName="Name0" presStyleCnt="0">
        <dgm:presLayoutVars>
          <dgm:chMax val="7"/>
          <dgm:dir/>
          <dgm:animLvl val="lvl"/>
          <dgm:resizeHandles val="exact"/>
        </dgm:presLayoutVars>
      </dgm:prSet>
      <dgm:spPr/>
    </dgm:pt>
    <dgm:pt modelId="{7B6B47DF-2761-45B1-8446-E292BBEACE6C}" type="pres">
      <dgm:prSet presAssocID="{C3E17118-DC63-4DF3-9888-8323066AB480}" presName="circle1" presStyleLbl="node1" presStyleIdx="0" presStyleCnt="1"/>
      <dgm:spPr/>
    </dgm:pt>
    <dgm:pt modelId="{DBA30184-01C5-44C0-964E-B40220B79C98}" type="pres">
      <dgm:prSet presAssocID="{C3E17118-DC63-4DF3-9888-8323066AB480}" presName="space" presStyleCnt="0"/>
      <dgm:spPr/>
    </dgm:pt>
    <dgm:pt modelId="{BE8B770A-948C-43BE-84E8-C3277B491A57}" type="pres">
      <dgm:prSet presAssocID="{C3E17118-DC63-4DF3-9888-8323066AB480}" presName="rect1" presStyleLbl="alignAcc1" presStyleIdx="0" presStyleCnt="1"/>
      <dgm:spPr/>
    </dgm:pt>
    <dgm:pt modelId="{0700E561-6830-46C9-ADBB-F046ACD54462}" type="pres">
      <dgm:prSet presAssocID="{C3E17118-DC63-4DF3-9888-8323066AB480}" presName="rect1ParTxNoCh" presStyleLbl="alignAcc1" presStyleIdx="0" presStyleCnt="1">
        <dgm:presLayoutVars>
          <dgm:chMax val="1"/>
          <dgm:bulletEnabled val="1"/>
        </dgm:presLayoutVars>
      </dgm:prSet>
      <dgm:spPr/>
    </dgm:pt>
  </dgm:ptLst>
  <dgm:cxnLst>
    <dgm:cxn modelId="{37F22C39-8EB3-4633-BF7F-05906229ABEF}" srcId="{A1278E3E-DF59-47AC-90F5-AF6A7FC1A22A}" destId="{C3E17118-DC63-4DF3-9888-8323066AB480}" srcOrd="0" destOrd="0" parTransId="{6FC6C4C0-121B-4F1C-8805-331E4AA664F8}" sibTransId="{92465FF0-AA93-4BA4-A75E-C1FC5E61AB99}"/>
    <dgm:cxn modelId="{6C223639-E38D-42F4-A18D-E0B5FBD0650E}" type="presOf" srcId="{A1278E3E-DF59-47AC-90F5-AF6A7FC1A22A}" destId="{606539E6-09D4-4B11-80AA-75C8E4813336}" srcOrd="0" destOrd="0" presId="urn:microsoft.com/office/officeart/2005/8/layout/target3"/>
    <dgm:cxn modelId="{81A34A85-EC1F-4E3B-AE2E-9B287062A5D8}" type="presOf" srcId="{C3E17118-DC63-4DF3-9888-8323066AB480}" destId="{0700E561-6830-46C9-ADBB-F046ACD54462}" srcOrd="1" destOrd="0" presId="urn:microsoft.com/office/officeart/2005/8/layout/target3"/>
    <dgm:cxn modelId="{498262C5-FE08-4D89-A694-2CBBFF2AC92C}" type="presOf" srcId="{C3E17118-DC63-4DF3-9888-8323066AB480}" destId="{BE8B770A-948C-43BE-84E8-C3277B491A57}" srcOrd="0" destOrd="0" presId="urn:microsoft.com/office/officeart/2005/8/layout/target3"/>
    <dgm:cxn modelId="{A68F10AE-8B04-4779-8AF4-FD02785B9DA6}" type="presParOf" srcId="{606539E6-09D4-4B11-80AA-75C8E4813336}" destId="{7B6B47DF-2761-45B1-8446-E292BBEACE6C}" srcOrd="0" destOrd="0" presId="urn:microsoft.com/office/officeart/2005/8/layout/target3"/>
    <dgm:cxn modelId="{FFA5B40F-2E38-4755-946D-F8206F879083}" type="presParOf" srcId="{606539E6-09D4-4B11-80AA-75C8E4813336}" destId="{DBA30184-01C5-44C0-964E-B40220B79C98}" srcOrd="1" destOrd="0" presId="urn:microsoft.com/office/officeart/2005/8/layout/target3"/>
    <dgm:cxn modelId="{C7438344-6445-422E-8371-B6342C5EE4DA}" type="presParOf" srcId="{606539E6-09D4-4B11-80AA-75C8E4813336}" destId="{BE8B770A-948C-43BE-84E8-C3277B491A57}" srcOrd="2" destOrd="0" presId="urn:microsoft.com/office/officeart/2005/8/layout/target3"/>
    <dgm:cxn modelId="{45806600-96E2-4DE9-A4B5-E66E8242E42E}" type="presParOf" srcId="{606539E6-09D4-4B11-80AA-75C8E4813336}" destId="{0700E561-6830-46C9-ADBB-F046ACD54462}"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780B222-52DB-4080-8491-8E083212AABA}" type="doc">
      <dgm:prSet loTypeId="urn:microsoft.com/office/officeart/2005/8/layout/target3" loCatId="relationship" qsTypeId="urn:microsoft.com/office/officeart/2005/8/quickstyle/simple1" qsCatId="simple" csTypeId="urn:microsoft.com/office/officeart/2005/8/colors/accent1_2" csCatId="accent1" phldr="1"/>
      <dgm:spPr/>
      <dgm:t>
        <a:bodyPr/>
        <a:lstStyle/>
        <a:p>
          <a:endParaRPr lang="en-MW"/>
        </a:p>
      </dgm:t>
    </dgm:pt>
    <dgm:pt modelId="{266BFC5E-8189-447D-8906-A1FEBEBE860B}">
      <dgm:prSet/>
      <dgm:spPr/>
      <dgm:t>
        <a:bodyPr/>
        <a:lstStyle/>
        <a:p>
          <a:pPr algn="l"/>
          <a:r>
            <a:rPr lang="en-US" dirty="0"/>
            <a:t>Parts of a computer</a:t>
          </a:r>
          <a:endParaRPr lang="en-MW" dirty="0"/>
        </a:p>
      </dgm:t>
    </dgm:pt>
    <dgm:pt modelId="{414EBE3A-ED9C-40CE-8A72-0681D1B5A3B0}" type="parTrans" cxnId="{F120C1DA-6857-4D5C-B811-B879BF964787}">
      <dgm:prSet/>
      <dgm:spPr/>
      <dgm:t>
        <a:bodyPr/>
        <a:lstStyle/>
        <a:p>
          <a:endParaRPr lang="en-MW"/>
        </a:p>
      </dgm:t>
    </dgm:pt>
    <dgm:pt modelId="{6005255F-5BA1-422B-B5E5-0A6414421410}" type="sibTrans" cxnId="{F120C1DA-6857-4D5C-B811-B879BF964787}">
      <dgm:prSet/>
      <dgm:spPr/>
      <dgm:t>
        <a:bodyPr/>
        <a:lstStyle/>
        <a:p>
          <a:endParaRPr lang="en-MW"/>
        </a:p>
      </dgm:t>
    </dgm:pt>
    <dgm:pt modelId="{9591DAAA-7299-45E8-B030-0049BCD2D5D2}" type="pres">
      <dgm:prSet presAssocID="{D780B222-52DB-4080-8491-8E083212AABA}" presName="Name0" presStyleCnt="0">
        <dgm:presLayoutVars>
          <dgm:chMax val="7"/>
          <dgm:dir/>
          <dgm:animLvl val="lvl"/>
          <dgm:resizeHandles val="exact"/>
        </dgm:presLayoutVars>
      </dgm:prSet>
      <dgm:spPr/>
    </dgm:pt>
    <dgm:pt modelId="{AD302D3C-872C-4C21-A721-D1C75A0D95F2}" type="pres">
      <dgm:prSet presAssocID="{266BFC5E-8189-447D-8906-A1FEBEBE860B}" presName="circle1" presStyleLbl="node1" presStyleIdx="0" presStyleCnt="1"/>
      <dgm:spPr/>
    </dgm:pt>
    <dgm:pt modelId="{BAD794E8-7617-4E40-95ED-D57CB171CDDB}" type="pres">
      <dgm:prSet presAssocID="{266BFC5E-8189-447D-8906-A1FEBEBE860B}" presName="space" presStyleCnt="0"/>
      <dgm:spPr/>
    </dgm:pt>
    <dgm:pt modelId="{905BB515-34EE-4F73-B361-70767040BDB5}" type="pres">
      <dgm:prSet presAssocID="{266BFC5E-8189-447D-8906-A1FEBEBE860B}" presName="rect1" presStyleLbl="alignAcc1" presStyleIdx="0" presStyleCnt="1"/>
      <dgm:spPr/>
    </dgm:pt>
    <dgm:pt modelId="{9BEF9B01-E151-43CD-8B4D-16E0C79E8AA5}" type="pres">
      <dgm:prSet presAssocID="{266BFC5E-8189-447D-8906-A1FEBEBE860B}" presName="rect1ParTxNoCh" presStyleLbl="alignAcc1" presStyleIdx="0" presStyleCnt="1">
        <dgm:presLayoutVars>
          <dgm:chMax val="1"/>
          <dgm:bulletEnabled val="1"/>
        </dgm:presLayoutVars>
      </dgm:prSet>
      <dgm:spPr/>
    </dgm:pt>
  </dgm:ptLst>
  <dgm:cxnLst>
    <dgm:cxn modelId="{F6D26068-5E25-4B07-AA96-4F81CFC5A0AF}" type="presOf" srcId="{266BFC5E-8189-447D-8906-A1FEBEBE860B}" destId="{905BB515-34EE-4F73-B361-70767040BDB5}" srcOrd="0" destOrd="0" presId="urn:microsoft.com/office/officeart/2005/8/layout/target3"/>
    <dgm:cxn modelId="{29762FA2-04F6-4205-889F-EA404F646D1C}" type="presOf" srcId="{D780B222-52DB-4080-8491-8E083212AABA}" destId="{9591DAAA-7299-45E8-B030-0049BCD2D5D2}" srcOrd="0" destOrd="0" presId="urn:microsoft.com/office/officeart/2005/8/layout/target3"/>
    <dgm:cxn modelId="{138607B7-0EA9-4332-86DF-E93391894F8F}" type="presOf" srcId="{266BFC5E-8189-447D-8906-A1FEBEBE860B}" destId="{9BEF9B01-E151-43CD-8B4D-16E0C79E8AA5}" srcOrd="1" destOrd="0" presId="urn:microsoft.com/office/officeart/2005/8/layout/target3"/>
    <dgm:cxn modelId="{F120C1DA-6857-4D5C-B811-B879BF964787}" srcId="{D780B222-52DB-4080-8491-8E083212AABA}" destId="{266BFC5E-8189-447D-8906-A1FEBEBE860B}" srcOrd="0" destOrd="0" parTransId="{414EBE3A-ED9C-40CE-8A72-0681D1B5A3B0}" sibTransId="{6005255F-5BA1-422B-B5E5-0A6414421410}"/>
    <dgm:cxn modelId="{5799BEB9-515A-4B21-8270-DAD099EE35E1}" type="presParOf" srcId="{9591DAAA-7299-45E8-B030-0049BCD2D5D2}" destId="{AD302D3C-872C-4C21-A721-D1C75A0D95F2}" srcOrd="0" destOrd="0" presId="urn:microsoft.com/office/officeart/2005/8/layout/target3"/>
    <dgm:cxn modelId="{97906DED-CE97-413A-919F-001C91150FEC}" type="presParOf" srcId="{9591DAAA-7299-45E8-B030-0049BCD2D5D2}" destId="{BAD794E8-7617-4E40-95ED-D57CB171CDDB}" srcOrd="1" destOrd="0" presId="urn:microsoft.com/office/officeart/2005/8/layout/target3"/>
    <dgm:cxn modelId="{BD69303C-0AF3-40E1-B3E1-48D03D46889E}" type="presParOf" srcId="{9591DAAA-7299-45E8-B030-0049BCD2D5D2}" destId="{905BB515-34EE-4F73-B361-70767040BDB5}" srcOrd="2" destOrd="0" presId="urn:microsoft.com/office/officeart/2005/8/layout/target3"/>
    <dgm:cxn modelId="{9665A41E-A971-42B7-B9D7-D29080052F17}" type="presParOf" srcId="{9591DAAA-7299-45E8-B030-0049BCD2D5D2}" destId="{9BEF9B01-E151-43CD-8B4D-16E0C79E8AA5}"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A539C59-DE36-4DCC-8992-8D1A0DB9619D}" type="doc">
      <dgm:prSet loTypeId="urn:microsoft.com/office/officeart/2005/8/layout/target3" loCatId="relationship" qsTypeId="urn:microsoft.com/office/officeart/2005/8/quickstyle/simple1" qsCatId="simple" csTypeId="urn:microsoft.com/office/officeart/2005/8/colors/accent1_2" csCatId="accent1"/>
      <dgm:spPr/>
      <dgm:t>
        <a:bodyPr/>
        <a:lstStyle/>
        <a:p>
          <a:endParaRPr lang="en-MW"/>
        </a:p>
      </dgm:t>
    </dgm:pt>
    <dgm:pt modelId="{D684AA9B-54B3-4F1A-800B-6F875CFB39ED}">
      <dgm:prSet/>
      <dgm:spPr/>
      <dgm:t>
        <a:bodyPr/>
        <a:lstStyle/>
        <a:p>
          <a:r>
            <a:rPr lang="en-US"/>
            <a:t>Software </a:t>
          </a:r>
          <a:endParaRPr lang="en-MW"/>
        </a:p>
      </dgm:t>
    </dgm:pt>
    <dgm:pt modelId="{A6E8F583-D900-4CB6-AC5E-DB20D2C70F5B}" type="parTrans" cxnId="{85D4B2EF-E2F1-4FE7-A08C-545794A052A5}">
      <dgm:prSet/>
      <dgm:spPr/>
      <dgm:t>
        <a:bodyPr/>
        <a:lstStyle/>
        <a:p>
          <a:endParaRPr lang="en-MW"/>
        </a:p>
      </dgm:t>
    </dgm:pt>
    <dgm:pt modelId="{D7048F85-B7A6-4B17-9E14-664865095CAC}" type="sibTrans" cxnId="{85D4B2EF-E2F1-4FE7-A08C-545794A052A5}">
      <dgm:prSet/>
      <dgm:spPr/>
      <dgm:t>
        <a:bodyPr/>
        <a:lstStyle/>
        <a:p>
          <a:endParaRPr lang="en-MW"/>
        </a:p>
      </dgm:t>
    </dgm:pt>
    <dgm:pt modelId="{B943DF8C-1B31-4965-9D7C-9514EBA14A78}" type="pres">
      <dgm:prSet presAssocID="{1A539C59-DE36-4DCC-8992-8D1A0DB9619D}" presName="Name0" presStyleCnt="0">
        <dgm:presLayoutVars>
          <dgm:chMax val="7"/>
          <dgm:dir/>
          <dgm:animLvl val="lvl"/>
          <dgm:resizeHandles val="exact"/>
        </dgm:presLayoutVars>
      </dgm:prSet>
      <dgm:spPr/>
    </dgm:pt>
    <dgm:pt modelId="{500ECFCD-0B10-4D7E-B1C6-57E08BFFD69A}" type="pres">
      <dgm:prSet presAssocID="{D684AA9B-54B3-4F1A-800B-6F875CFB39ED}" presName="circle1" presStyleLbl="node1" presStyleIdx="0" presStyleCnt="1"/>
      <dgm:spPr/>
    </dgm:pt>
    <dgm:pt modelId="{8165CEF8-3F93-431C-BA38-1AC0ADB4F8A9}" type="pres">
      <dgm:prSet presAssocID="{D684AA9B-54B3-4F1A-800B-6F875CFB39ED}" presName="space" presStyleCnt="0"/>
      <dgm:spPr/>
    </dgm:pt>
    <dgm:pt modelId="{D5F0A08F-40AD-4742-810A-7A9D71C0A981}" type="pres">
      <dgm:prSet presAssocID="{D684AA9B-54B3-4F1A-800B-6F875CFB39ED}" presName="rect1" presStyleLbl="alignAcc1" presStyleIdx="0" presStyleCnt="1"/>
      <dgm:spPr/>
    </dgm:pt>
    <dgm:pt modelId="{6236DA55-1B7B-41AB-904C-B3F80B8117D9}" type="pres">
      <dgm:prSet presAssocID="{D684AA9B-54B3-4F1A-800B-6F875CFB39ED}" presName="rect1ParTxNoCh" presStyleLbl="alignAcc1" presStyleIdx="0" presStyleCnt="1">
        <dgm:presLayoutVars>
          <dgm:chMax val="1"/>
          <dgm:bulletEnabled val="1"/>
        </dgm:presLayoutVars>
      </dgm:prSet>
      <dgm:spPr/>
    </dgm:pt>
  </dgm:ptLst>
  <dgm:cxnLst>
    <dgm:cxn modelId="{56F90F12-8523-410A-874F-45B201487642}" type="presOf" srcId="{D684AA9B-54B3-4F1A-800B-6F875CFB39ED}" destId="{D5F0A08F-40AD-4742-810A-7A9D71C0A981}" srcOrd="0" destOrd="0" presId="urn:microsoft.com/office/officeart/2005/8/layout/target3"/>
    <dgm:cxn modelId="{07318045-8B79-41B0-B87C-39E0D151EE9A}" type="presOf" srcId="{D684AA9B-54B3-4F1A-800B-6F875CFB39ED}" destId="{6236DA55-1B7B-41AB-904C-B3F80B8117D9}" srcOrd="1" destOrd="0" presId="urn:microsoft.com/office/officeart/2005/8/layout/target3"/>
    <dgm:cxn modelId="{F3956572-1274-44E2-98E9-35FF5DBAC7EE}" type="presOf" srcId="{1A539C59-DE36-4DCC-8992-8D1A0DB9619D}" destId="{B943DF8C-1B31-4965-9D7C-9514EBA14A78}" srcOrd="0" destOrd="0" presId="urn:microsoft.com/office/officeart/2005/8/layout/target3"/>
    <dgm:cxn modelId="{85D4B2EF-E2F1-4FE7-A08C-545794A052A5}" srcId="{1A539C59-DE36-4DCC-8992-8D1A0DB9619D}" destId="{D684AA9B-54B3-4F1A-800B-6F875CFB39ED}" srcOrd="0" destOrd="0" parTransId="{A6E8F583-D900-4CB6-AC5E-DB20D2C70F5B}" sibTransId="{D7048F85-B7A6-4B17-9E14-664865095CAC}"/>
    <dgm:cxn modelId="{6C44B01D-6051-4A21-B2EA-0E5C0B330505}" type="presParOf" srcId="{B943DF8C-1B31-4965-9D7C-9514EBA14A78}" destId="{500ECFCD-0B10-4D7E-B1C6-57E08BFFD69A}" srcOrd="0" destOrd="0" presId="urn:microsoft.com/office/officeart/2005/8/layout/target3"/>
    <dgm:cxn modelId="{47648C66-9C31-4F52-A6E0-EFF768CE75F7}" type="presParOf" srcId="{B943DF8C-1B31-4965-9D7C-9514EBA14A78}" destId="{8165CEF8-3F93-431C-BA38-1AC0ADB4F8A9}" srcOrd="1" destOrd="0" presId="urn:microsoft.com/office/officeart/2005/8/layout/target3"/>
    <dgm:cxn modelId="{0CA67BAF-AD06-4BEF-9FDB-E7B8E0C1E7BA}" type="presParOf" srcId="{B943DF8C-1B31-4965-9D7C-9514EBA14A78}" destId="{D5F0A08F-40AD-4742-810A-7A9D71C0A981}" srcOrd="2" destOrd="0" presId="urn:microsoft.com/office/officeart/2005/8/layout/target3"/>
    <dgm:cxn modelId="{8F04772A-E2AB-4A86-9DDD-900481F7ABAB}" type="presParOf" srcId="{B943DF8C-1B31-4965-9D7C-9514EBA14A78}" destId="{6236DA55-1B7B-41AB-904C-B3F80B8117D9}"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973F701-2E13-4D90-A7CB-6B4DD5E86976}" type="doc">
      <dgm:prSet loTypeId="urn:microsoft.com/office/officeart/2005/8/layout/target3" loCatId="relationship" qsTypeId="urn:microsoft.com/office/officeart/2005/8/quickstyle/simple1" qsCatId="simple" csTypeId="urn:microsoft.com/office/officeart/2005/8/colors/accent1_2" csCatId="accent1"/>
      <dgm:spPr/>
      <dgm:t>
        <a:bodyPr/>
        <a:lstStyle/>
        <a:p>
          <a:endParaRPr lang="en-MW"/>
        </a:p>
      </dgm:t>
    </dgm:pt>
    <dgm:pt modelId="{8E7213FC-7A36-420B-932B-6E3ADF5D73D1}">
      <dgm:prSet/>
      <dgm:spPr/>
      <dgm:t>
        <a:bodyPr/>
        <a:lstStyle/>
        <a:p>
          <a:r>
            <a:rPr lang="en-US"/>
            <a:t>Software cont…</a:t>
          </a:r>
          <a:endParaRPr lang="en-MW"/>
        </a:p>
      </dgm:t>
    </dgm:pt>
    <dgm:pt modelId="{B478580E-7506-4B75-A1C6-3EAAF8C4F78D}" type="parTrans" cxnId="{03E72128-2B49-48DA-BAEC-DAB2E66E76DB}">
      <dgm:prSet/>
      <dgm:spPr/>
      <dgm:t>
        <a:bodyPr/>
        <a:lstStyle/>
        <a:p>
          <a:endParaRPr lang="en-MW"/>
        </a:p>
      </dgm:t>
    </dgm:pt>
    <dgm:pt modelId="{02596544-42BF-4ED9-886A-76241FCE9AC0}" type="sibTrans" cxnId="{03E72128-2B49-48DA-BAEC-DAB2E66E76DB}">
      <dgm:prSet/>
      <dgm:spPr/>
      <dgm:t>
        <a:bodyPr/>
        <a:lstStyle/>
        <a:p>
          <a:endParaRPr lang="en-MW"/>
        </a:p>
      </dgm:t>
    </dgm:pt>
    <dgm:pt modelId="{64479E43-D629-4F03-8B60-EAF10AB970B3}" type="pres">
      <dgm:prSet presAssocID="{9973F701-2E13-4D90-A7CB-6B4DD5E86976}" presName="Name0" presStyleCnt="0">
        <dgm:presLayoutVars>
          <dgm:chMax val="7"/>
          <dgm:dir/>
          <dgm:animLvl val="lvl"/>
          <dgm:resizeHandles val="exact"/>
        </dgm:presLayoutVars>
      </dgm:prSet>
      <dgm:spPr/>
    </dgm:pt>
    <dgm:pt modelId="{268CDEFE-7043-4929-BDA6-3BB68447AFEE}" type="pres">
      <dgm:prSet presAssocID="{8E7213FC-7A36-420B-932B-6E3ADF5D73D1}" presName="circle1" presStyleLbl="node1" presStyleIdx="0" presStyleCnt="1"/>
      <dgm:spPr/>
    </dgm:pt>
    <dgm:pt modelId="{9AB9093D-F19A-4178-9607-E1FD97F28C5D}" type="pres">
      <dgm:prSet presAssocID="{8E7213FC-7A36-420B-932B-6E3ADF5D73D1}" presName="space" presStyleCnt="0"/>
      <dgm:spPr/>
    </dgm:pt>
    <dgm:pt modelId="{116CD523-EEBE-4330-B9F0-3FC9CA95A668}" type="pres">
      <dgm:prSet presAssocID="{8E7213FC-7A36-420B-932B-6E3ADF5D73D1}" presName="rect1" presStyleLbl="alignAcc1" presStyleIdx="0" presStyleCnt="1"/>
      <dgm:spPr/>
    </dgm:pt>
    <dgm:pt modelId="{FE0AA1B4-18D2-494D-9C3C-A1FD4561BFC6}" type="pres">
      <dgm:prSet presAssocID="{8E7213FC-7A36-420B-932B-6E3ADF5D73D1}" presName="rect1ParTxNoCh" presStyleLbl="alignAcc1" presStyleIdx="0" presStyleCnt="1">
        <dgm:presLayoutVars>
          <dgm:chMax val="1"/>
          <dgm:bulletEnabled val="1"/>
        </dgm:presLayoutVars>
      </dgm:prSet>
      <dgm:spPr/>
    </dgm:pt>
  </dgm:ptLst>
  <dgm:cxnLst>
    <dgm:cxn modelId="{03E72128-2B49-48DA-BAEC-DAB2E66E76DB}" srcId="{9973F701-2E13-4D90-A7CB-6B4DD5E86976}" destId="{8E7213FC-7A36-420B-932B-6E3ADF5D73D1}" srcOrd="0" destOrd="0" parTransId="{B478580E-7506-4B75-A1C6-3EAAF8C4F78D}" sibTransId="{02596544-42BF-4ED9-886A-76241FCE9AC0}"/>
    <dgm:cxn modelId="{0E9E5A5E-E637-4A39-9253-023E0A4FF208}" type="presOf" srcId="{9973F701-2E13-4D90-A7CB-6B4DD5E86976}" destId="{64479E43-D629-4F03-8B60-EAF10AB970B3}" srcOrd="0" destOrd="0" presId="urn:microsoft.com/office/officeart/2005/8/layout/target3"/>
    <dgm:cxn modelId="{2AC65097-4329-426C-AD62-FFF2F691DEB5}" type="presOf" srcId="{8E7213FC-7A36-420B-932B-6E3ADF5D73D1}" destId="{FE0AA1B4-18D2-494D-9C3C-A1FD4561BFC6}" srcOrd="1" destOrd="0" presId="urn:microsoft.com/office/officeart/2005/8/layout/target3"/>
    <dgm:cxn modelId="{D26578AE-29F6-4174-853F-1CFEEC266850}" type="presOf" srcId="{8E7213FC-7A36-420B-932B-6E3ADF5D73D1}" destId="{116CD523-EEBE-4330-B9F0-3FC9CA95A668}" srcOrd="0" destOrd="0" presId="urn:microsoft.com/office/officeart/2005/8/layout/target3"/>
    <dgm:cxn modelId="{0BFB7BDF-4D08-42CC-A8D7-4ABEACFC043A}" type="presParOf" srcId="{64479E43-D629-4F03-8B60-EAF10AB970B3}" destId="{268CDEFE-7043-4929-BDA6-3BB68447AFEE}" srcOrd="0" destOrd="0" presId="urn:microsoft.com/office/officeart/2005/8/layout/target3"/>
    <dgm:cxn modelId="{165A8147-FDB3-4655-AF00-060476184A7E}" type="presParOf" srcId="{64479E43-D629-4F03-8B60-EAF10AB970B3}" destId="{9AB9093D-F19A-4178-9607-E1FD97F28C5D}" srcOrd="1" destOrd="0" presId="urn:microsoft.com/office/officeart/2005/8/layout/target3"/>
    <dgm:cxn modelId="{2F33B28C-77F9-4321-88C3-F00D70EA1049}" type="presParOf" srcId="{64479E43-D629-4F03-8B60-EAF10AB970B3}" destId="{116CD523-EEBE-4330-B9F0-3FC9CA95A668}" srcOrd="2" destOrd="0" presId="urn:microsoft.com/office/officeart/2005/8/layout/target3"/>
    <dgm:cxn modelId="{6733089A-6A97-4DEF-886B-46FD7C8E2C88}" type="presParOf" srcId="{64479E43-D629-4F03-8B60-EAF10AB970B3}" destId="{FE0AA1B4-18D2-494D-9C3C-A1FD4561BFC6}"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090EE932-EAFA-45BA-B6A4-C1BB36B967F1}" type="doc">
      <dgm:prSet loTypeId="urn:microsoft.com/office/officeart/2005/8/layout/target3" loCatId="relationship" qsTypeId="urn:microsoft.com/office/officeart/2005/8/quickstyle/simple1" qsCatId="simple" csTypeId="urn:microsoft.com/office/officeart/2005/8/colors/accent1_2" csCatId="accent1"/>
      <dgm:spPr/>
      <dgm:t>
        <a:bodyPr/>
        <a:lstStyle/>
        <a:p>
          <a:endParaRPr lang="en-MW"/>
        </a:p>
      </dgm:t>
    </dgm:pt>
    <dgm:pt modelId="{0C351D84-A775-41C3-AE8F-87FCCE2B931F}">
      <dgm:prSet/>
      <dgm:spPr/>
      <dgm:t>
        <a:bodyPr/>
        <a:lstStyle/>
        <a:p>
          <a:r>
            <a:rPr lang="en-US"/>
            <a:t>Components of a computer </a:t>
          </a:r>
          <a:endParaRPr lang="en-MW"/>
        </a:p>
      </dgm:t>
    </dgm:pt>
    <dgm:pt modelId="{AD504B0D-226C-4A6A-8CE1-0BABF93DC7E9}" type="parTrans" cxnId="{B4EFEEC4-567D-4CBB-9F2A-CDC46080B63E}">
      <dgm:prSet/>
      <dgm:spPr/>
      <dgm:t>
        <a:bodyPr/>
        <a:lstStyle/>
        <a:p>
          <a:endParaRPr lang="en-MW"/>
        </a:p>
      </dgm:t>
    </dgm:pt>
    <dgm:pt modelId="{A1B37B59-CD4F-429B-B301-1C406B0A239B}" type="sibTrans" cxnId="{B4EFEEC4-567D-4CBB-9F2A-CDC46080B63E}">
      <dgm:prSet/>
      <dgm:spPr/>
      <dgm:t>
        <a:bodyPr/>
        <a:lstStyle/>
        <a:p>
          <a:endParaRPr lang="en-MW"/>
        </a:p>
      </dgm:t>
    </dgm:pt>
    <dgm:pt modelId="{AAC24556-F1AB-4AFF-B64A-675FFF6C2974}" type="pres">
      <dgm:prSet presAssocID="{090EE932-EAFA-45BA-B6A4-C1BB36B967F1}" presName="Name0" presStyleCnt="0">
        <dgm:presLayoutVars>
          <dgm:chMax val="7"/>
          <dgm:dir/>
          <dgm:animLvl val="lvl"/>
          <dgm:resizeHandles val="exact"/>
        </dgm:presLayoutVars>
      </dgm:prSet>
      <dgm:spPr/>
    </dgm:pt>
    <dgm:pt modelId="{1A8EBCA9-DA35-4CD8-A485-C9E2B52E04E7}" type="pres">
      <dgm:prSet presAssocID="{0C351D84-A775-41C3-AE8F-87FCCE2B931F}" presName="circle1" presStyleLbl="node1" presStyleIdx="0" presStyleCnt="1"/>
      <dgm:spPr/>
    </dgm:pt>
    <dgm:pt modelId="{7ACAABC5-F6B8-4A0F-A051-F710687BABB9}" type="pres">
      <dgm:prSet presAssocID="{0C351D84-A775-41C3-AE8F-87FCCE2B931F}" presName="space" presStyleCnt="0"/>
      <dgm:spPr/>
    </dgm:pt>
    <dgm:pt modelId="{34E26EF2-048E-4971-9B61-0FCE0831D574}" type="pres">
      <dgm:prSet presAssocID="{0C351D84-A775-41C3-AE8F-87FCCE2B931F}" presName="rect1" presStyleLbl="alignAcc1" presStyleIdx="0" presStyleCnt="1"/>
      <dgm:spPr/>
    </dgm:pt>
    <dgm:pt modelId="{F81A4896-A20E-471C-B464-908C99FBE73B}" type="pres">
      <dgm:prSet presAssocID="{0C351D84-A775-41C3-AE8F-87FCCE2B931F}" presName="rect1ParTxNoCh" presStyleLbl="alignAcc1" presStyleIdx="0" presStyleCnt="1">
        <dgm:presLayoutVars>
          <dgm:chMax val="1"/>
          <dgm:bulletEnabled val="1"/>
        </dgm:presLayoutVars>
      </dgm:prSet>
      <dgm:spPr/>
    </dgm:pt>
  </dgm:ptLst>
  <dgm:cxnLst>
    <dgm:cxn modelId="{13FA1D2E-F12E-43D1-BB42-60B3AC205281}" type="presOf" srcId="{090EE932-EAFA-45BA-B6A4-C1BB36B967F1}" destId="{AAC24556-F1AB-4AFF-B64A-675FFF6C2974}" srcOrd="0" destOrd="0" presId="urn:microsoft.com/office/officeart/2005/8/layout/target3"/>
    <dgm:cxn modelId="{79F3D965-B9C0-4591-BB8E-A51F46C1B4E0}" type="presOf" srcId="{0C351D84-A775-41C3-AE8F-87FCCE2B931F}" destId="{34E26EF2-048E-4971-9B61-0FCE0831D574}" srcOrd="0" destOrd="0" presId="urn:microsoft.com/office/officeart/2005/8/layout/target3"/>
    <dgm:cxn modelId="{F5EB0150-2263-433D-8CDC-937D74D9B423}" type="presOf" srcId="{0C351D84-A775-41C3-AE8F-87FCCE2B931F}" destId="{F81A4896-A20E-471C-B464-908C99FBE73B}" srcOrd="1" destOrd="0" presId="urn:microsoft.com/office/officeart/2005/8/layout/target3"/>
    <dgm:cxn modelId="{B4EFEEC4-567D-4CBB-9F2A-CDC46080B63E}" srcId="{090EE932-EAFA-45BA-B6A4-C1BB36B967F1}" destId="{0C351D84-A775-41C3-AE8F-87FCCE2B931F}" srcOrd="0" destOrd="0" parTransId="{AD504B0D-226C-4A6A-8CE1-0BABF93DC7E9}" sibTransId="{A1B37B59-CD4F-429B-B301-1C406B0A239B}"/>
    <dgm:cxn modelId="{0B5A738C-41C8-49DF-8F73-6EF0CA6F2360}" type="presParOf" srcId="{AAC24556-F1AB-4AFF-B64A-675FFF6C2974}" destId="{1A8EBCA9-DA35-4CD8-A485-C9E2B52E04E7}" srcOrd="0" destOrd="0" presId="urn:microsoft.com/office/officeart/2005/8/layout/target3"/>
    <dgm:cxn modelId="{0BE823CE-2E38-4A48-BF83-9F8266A525D2}" type="presParOf" srcId="{AAC24556-F1AB-4AFF-B64A-675FFF6C2974}" destId="{7ACAABC5-F6B8-4A0F-A051-F710687BABB9}" srcOrd="1" destOrd="0" presId="urn:microsoft.com/office/officeart/2005/8/layout/target3"/>
    <dgm:cxn modelId="{F812BC60-9D75-423E-B06D-54116EAA754F}" type="presParOf" srcId="{AAC24556-F1AB-4AFF-B64A-675FFF6C2974}" destId="{34E26EF2-048E-4971-9B61-0FCE0831D574}" srcOrd="2" destOrd="0" presId="urn:microsoft.com/office/officeart/2005/8/layout/target3"/>
    <dgm:cxn modelId="{B6CA4D2C-B0C9-4A64-8740-F26736AB6717}" type="presParOf" srcId="{AAC24556-F1AB-4AFF-B64A-675FFF6C2974}" destId="{F81A4896-A20E-471C-B464-908C99FBE73B}"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090EE932-EAFA-45BA-B6A4-C1BB36B967F1}" type="doc">
      <dgm:prSet loTypeId="urn:microsoft.com/office/officeart/2005/8/layout/target3" loCatId="relationship" qsTypeId="urn:microsoft.com/office/officeart/2005/8/quickstyle/simple1" qsCatId="simple" csTypeId="urn:microsoft.com/office/officeart/2005/8/colors/accent1_2" csCatId="accent1" phldr="1"/>
      <dgm:spPr/>
      <dgm:t>
        <a:bodyPr/>
        <a:lstStyle/>
        <a:p>
          <a:endParaRPr lang="en-MW"/>
        </a:p>
      </dgm:t>
    </dgm:pt>
    <dgm:pt modelId="{0C351D84-A775-41C3-AE8F-87FCCE2B931F}">
      <dgm:prSet/>
      <dgm:spPr/>
      <dgm:t>
        <a:bodyPr/>
        <a:lstStyle/>
        <a:p>
          <a:pPr algn="l"/>
          <a:r>
            <a:rPr lang="en-US" dirty="0"/>
            <a:t>Input devices</a:t>
          </a:r>
          <a:endParaRPr lang="en-MW" dirty="0"/>
        </a:p>
      </dgm:t>
    </dgm:pt>
    <dgm:pt modelId="{AD504B0D-226C-4A6A-8CE1-0BABF93DC7E9}" type="parTrans" cxnId="{B4EFEEC4-567D-4CBB-9F2A-CDC46080B63E}">
      <dgm:prSet/>
      <dgm:spPr/>
      <dgm:t>
        <a:bodyPr/>
        <a:lstStyle/>
        <a:p>
          <a:endParaRPr lang="en-MW"/>
        </a:p>
      </dgm:t>
    </dgm:pt>
    <dgm:pt modelId="{A1B37B59-CD4F-429B-B301-1C406B0A239B}" type="sibTrans" cxnId="{B4EFEEC4-567D-4CBB-9F2A-CDC46080B63E}">
      <dgm:prSet/>
      <dgm:spPr/>
      <dgm:t>
        <a:bodyPr/>
        <a:lstStyle/>
        <a:p>
          <a:endParaRPr lang="en-MW"/>
        </a:p>
      </dgm:t>
    </dgm:pt>
    <dgm:pt modelId="{AAC24556-F1AB-4AFF-B64A-675FFF6C2974}" type="pres">
      <dgm:prSet presAssocID="{090EE932-EAFA-45BA-B6A4-C1BB36B967F1}" presName="Name0" presStyleCnt="0">
        <dgm:presLayoutVars>
          <dgm:chMax val="7"/>
          <dgm:dir/>
          <dgm:animLvl val="lvl"/>
          <dgm:resizeHandles val="exact"/>
        </dgm:presLayoutVars>
      </dgm:prSet>
      <dgm:spPr/>
    </dgm:pt>
    <dgm:pt modelId="{1A8EBCA9-DA35-4CD8-A485-C9E2B52E04E7}" type="pres">
      <dgm:prSet presAssocID="{0C351D84-A775-41C3-AE8F-87FCCE2B931F}" presName="circle1" presStyleLbl="node1" presStyleIdx="0" presStyleCnt="1"/>
      <dgm:spPr/>
    </dgm:pt>
    <dgm:pt modelId="{7ACAABC5-F6B8-4A0F-A051-F710687BABB9}" type="pres">
      <dgm:prSet presAssocID="{0C351D84-A775-41C3-AE8F-87FCCE2B931F}" presName="space" presStyleCnt="0"/>
      <dgm:spPr/>
    </dgm:pt>
    <dgm:pt modelId="{34E26EF2-048E-4971-9B61-0FCE0831D574}" type="pres">
      <dgm:prSet presAssocID="{0C351D84-A775-41C3-AE8F-87FCCE2B931F}" presName="rect1" presStyleLbl="alignAcc1" presStyleIdx="0" presStyleCnt="1"/>
      <dgm:spPr/>
    </dgm:pt>
    <dgm:pt modelId="{F81A4896-A20E-471C-B464-908C99FBE73B}" type="pres">
      <dgm:prSet presAssocID="{0C351D84-A775-41C3-AE8F-87FCCE2B931F}" presName="rect1ParTxNoCh" presStyleLbl="alignAcc1" presStyleIdx="0" presStyleCnt="1">
        <dgm:presLayoutVars>
          <dgm:chMax val="1"/>
          <dgm:bulletEnabled val="1"/>
        </dgm:presLayoutVars>
      </dgm:prSet>
      <dgm:spPr/>
    </dgm:pt>
  </dgm:ptLst>
  <dgm:cxnLst>
    <dgm:cxn modelId="{13FA1D2E-F12E-43D1-BB42-60B3AC205281}" type="presOf" srcId="{090EE932-EAFA-45BA-B6A4-C1BB36B967F1}" destId="{AAC24556-F1AB-4AFF-B64A-675FFF6C2974}" srcOrd="0" destOrd="0" presId="urn:microsoft.com/office/officeart/2005/8/layout/target3"/>
    <dgm:cxn modelId="{79F3D965-B9C0-4591-BB8E-A51F46C1B4E0}" type="presOf" srcId="{0C351D84-A775-41C3-AE8F-87FCCE2B931F}" destId="{34E26EF2-048E-4971-9B61-0FCE0831D574}" srcOrd="0" destOrd="0" presId="urn:microsoft.com/office/officeart/2005/8/layout/target3"/>
    <dgm:cxn modelId="{F5EB0150-2263-433D-8CDC-937D74D9B423}" type="presOf" srcId="{0C351D84-A775-41C3-AE8F-87FCCE2B931F}" destId="{F81A4896-A20E-471C-B464-908C99FBE73B}" srcOrd="1" destOrd="0" presId="urn:microsoft.com/office/officeart/2005/8/layout/target3"/>
    <dgm:cxn modelId="{B4EFEEC4-567D-4CBB-9F2A-CDC46080B63E}" srcId="{090EE932-EAFA-45BA-B6A4-C1BB36B967F1}" destId="{0C351D84-A775-41C3-AE8F-87FCCE2B931F}" srcOrd="0" destOrd="0" parTransId="{AD504B0D-226C-4A6A-8CE1-0BABF93DC7E9}" sibTransId="{A1B37B59-CD4F-429B-B301-1C406B0A239B}"/>
    <dgm:cxn modelId="{0B5A738C-41C8-49DF-8F73-6EF0CA6F2360}" type="presParOf" srcId="{AAC24556-F1AB-4AFF-B64A-675FFF6C2974}" destId="{1A8EBCA9-DA35-4CD8-A485-C9E2B52E04E7}" srcOrd="0" destOrd="0" presId="urn:microsoft.com/office/officeart/2005/8/layout/target3"/>
    <dgm:cxn modelId="{0BE823CE-2E38-4A48-BF83-9F8266A525D2}" type="presParOf" srcId="{AAC24556-F1AB-4AFF-B64A-675FFF6C2974}" destId="{7ACAABC5-F6B8-4A0F-A051-F710687BABB9}" srcOrd="1" destOrd="0" presId="urn:microsoft.com/office/officeart/2005/8/layout/target3"/>
    <dgm:cxn modelId="{F812BC60-9D75-423E-B06D-54116EAA754F}" type="presParOf" srcId="{AAC24556-F1AB-4AFF-B64A-675FFF6C2974}" destId="{34E26EF2-048E-4971-9B61-0FCE0831D574}" srcOrd="2" destOrd="0" presId="urn:microsoft.com/office/officeart/2005/8/layout/target3"/>
    <dgm:cxn modelId="{B6CA4D2C-B0C9-4A64-8740-F26736AB6717}" type="presParOf" srcId="{AAC24556-F1AB-4AFF-B64A-675FFF6C2974}" destId="{F81A4896-A20E-471C-B464-908C99FBE73B}"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090EE932-EAFA-45BA-B6A4-C1BB36B967F1}" type="doc">
      <dgm:prSet loTypeId="urn:microsoft.com/office/officeart/2005/8/layout/target3" loCatId="relationship" qsTypeId="urn:microsoft.com/office/officeart/2005/8/quickstyle/simple1" qsCatId="simple" csTypeId="urn:microsoft.com/office/officeart/2005/8/colors/accent1_2" csCatId="accent1" phldr="1"/>
      <dgm:spPr/>
      <dgm:t>
        <a:bodyPr/>
        <a:lstStyle/>
        <a:p>
          <a:endParaRPr lang="en-MW"/>
        </a:p>
      </dgm:t>
    </dgm:pt>
    <dgm:pt modelId="{0C351D84-A775-41C3-AE8F-87FCCE2B931F}">
      <dgm:prSet/>
      <dgm:spPr/>
      <dgm:t>
        <a:bodyPr/>
        <a:lstStyle/>
        <a:p>
          <a:pPr algn="l"/>
          <a:r>
            <a:rPr lang="en-US" dirty="0"/>
            <a:t>Output devices</a:t>
          </a:r>
          <a:endParaRPr lang="en-MW" dirty="0"/>
        </a:p>
      </dgm:t>
    </dgm:pt>
    <dgm:pt modelId="{AD504B0D-226C-4A6A-8CE1-0BABF93DC7E9}" type="parTrans" cxnId="{B4EFEEC4-567D-4CBB-9F2A-CDC46080B63E}">
      <dgm:prSet/>
      <dgm:spPr/>
      <dgm:t>
        <a:bodyPr/>
        <a:lstStyle/>
        <a:p>
          <a:endParaRPr lang="en-MW"/>
        </a:p>
      </dgm:t>
    </dgm:pt>
    <dgm:pt modelId="{A1B37B59-CD4F-429B-B301-1C406B0A239B}" type="sibTrans" cxnId="{B4EFEEC4-567D-4CBB-9F2A-CDC46080B63E}">
      <dgm:prSet/>
      <dgm:spPr/>
      <dgm:t>
        <a:bodyPr/>
        <a:lstStyle/>
        <a:p>
          <a:endParaRPr lang="en-MW"/>
        </a:p>
      </dgm:t>
    </dgm:pt>
    <dgm:pt modelId="{AAC24556-F1AB-4AFF-B64A-675FFF6C2974}" type="pres">
      <dgm:prSet presAssocID="{090EE932-EAFA-45BA-B6A4-C1BB36B967F1}" presName="Name0" presStyleCnt="0">
        <dgm:presLayoutVars>
          <dgm:chMax val="7"/>
          <dgm:dir/>
          <dgm:animLvl val="lvl"/>
          <dgm:resizeHandles val="exact"/>
        </dgm:presLayoutVars>
      </dgm:prSet>
      <dgm:spPr/>
    </dgm:pt>
    <dgm:pt modelId="{1A8EBCA9-DA35-4CD8-A485-C9E2B52E04E7}" type="pres">
      <dgm:prSet presAssocID="{0C351D84-A775-41C3-AE8F-87FCCE2B931F}" presName="circle1" presStyleLbl="node1" presStyleIdx="0" presStyleCnt="1"/>
      <dgm:spPr/>
    </dgm:pt>
    <dgm:pt modelId="{7ACAABC5-F6B8-4A0F-A051-F710687BABB9}" type="pres">
      <dgm:prSet presAssocID="{0C351D84-A775-41C3-AE8F-87FCCE2B931F}" presName="space" presStyleCnt="0"/>
      <dgm:spPr/>
    </dgm:pt>
    <dgm:pt modelId="{34E26EF2-048E-4971-9B61-0FCE0831D574}" type="pres">
      <dgm:prSet presAssocID="{0C351D84-A775-41C3-AE8F-87FCCE2B931F}" presName="rect1" presStyleLbl="alignAcc1" presStyleIdx="0" presStyleCnt="1"/>
      <dgm:spPr/>
    </dgm:pt>
    <dgm:pt modelId="{F81A4896-A20E-471C-B464-908C99FBE73B}" type="pres">
      <dgm:prSet presAssocID="{0C351D84-A775-41C3-AE8F-87FCCE2B931F}" presName="rect1ParTxNoCh" presStyleLbl="alignAcc1" presStyleIdx="0" presStyleCnt="1">
        <dgm:presLayoutVars>
          <dgm:chMax val="1"/>
          <dgm:bulletEnabled val="1"/>
        </dgm:presLayoutVars>
      </dgm:prSet>
      <dgm:spPr/>
    </dgm:pt>
  </dgm:ptLst>
  <dgm:cxnLst>
    <dgm:cxn modelId="{13FA1D2E-F12E-43D1-BB42-60B3AC205281}" type="presOf" srcId="{090EE932-EAFA-45BA-B6A4-C1BB36B967F1}" destId="{AAC24556-F1AB-4AFF-B64A-675FFF6C2974}" srcOrd="0" destOrd="0" presId="urn:microsoft.com/office/officeart/2005/8/layout/target3"/>
    <dgm:cxn modelId="{79F3D965-B9C0-4591-BB8E-A51F46C1B4E0}" type="presOf" srcId="{0C351D84-A775-41C3-AE8F-87FCCE2B931F}" destId="{34E26EF2-048E-4971-9B61-0FCE0831D574}" srcOrd="0" destOrd="0" presId="urn:microsoft.com/office/officeart/2005/8/layout/target3"/>
    <dgm:cxn modelId="{F5EB0150-2263-433D-8CDC-937D74D9B423}" type="presOf" srcId="{0C351D84-A775-41C3-AE8F-87FCCE2B931F}" destId="{F81A4896-A20E-471C-B464-908C99FBE73B}" srcOrd="1" destOrd="0" presId="urn:microsoft.com/office/officeart/2005/8/layout/target3"/>
    <dgm:cxn modelId="{B4EFEEC4-567D-4CBB-9F2A-CDC46080B63E}" srcId="{090EE932-EAFA-45BA-B6A4-C1BB36B967F1}" destId="{0C351D84-A775-41C3-AE8F-87FCCE2B931F}" srcOrd="0" destOrd="0" parTransId="{AD504B0D-226C-4A6A-8CE1-0BABF93DC7E9}" sibTransId="{A1B37B59-CD4F-429B-B301-1C406B0A239B}"/>
    <dgm:cxn modelId="{0B5A738C-41C8-49DF-8F73-6EF0CA6F2360}" type="presParOf" srcId="{AAC24556-F1AB-4AFF-B64A-675FFF6C2974}" destId="{1A8EBCA9-DA35-4CD8-A485-C9E2B52E04E7}" srcOrd="0" destOrd="0" presId="urn:microsoft.com/office/officeart/2005/8/layout/target3"/>
    <dgm:cxn modelId="{0BE823CE-2E38-4A48-BF83-9F8266A525D2}" type="presParOf" srcId="{AAC24556-F1AB-4AFF-B64A-675FFF6C2974}" destId="{7ACAABC5-F6B8-4A0F-A051-F710687BABB9}" srcOrd="1" destOrd="0" presId="urn:microsoft.com/office/officeart/2005/8/layout/target3"/>
    <dgm:cxn modelId="{F812BC60-9D75-423E-B06D-54116EAA754F}" type="presParOf" srcId="{AAC24556-F1AB-4AFF-B64A-675FFF6C2974}" destId="{34E26EF2-048E-4971-9B61-0FCE0831D574}" srcOrd="2" destOrd="0" presId="urn:microsoft.com/office/officeart/2005/8/layout/target3"/>
    <dgm:cxn modelId="{B6CA4D2C-B0C9-4A64-8740-F26736AB6717}" type="presParOf" srcId="{AAC24556-F1AB-4AFF-B64A-675FFF6C2974}" destId="{F81A4896-A20E-471C-B464-908C99FBE73B}"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090EE932-EAFA-45BA-B6A4-C1BB36B967F1}" type="doc">
      <dgm:prSet loTypeId="urn:microsoft.com/office/officeart/2005/8/layout/target3" loCatId="relationship" qsTypeId="urn:microsoft.com/office/officeart/2005/8/quickstyle/simple1" qsCatId="simple" csTypeId="urn:microsoft.com/office/officeart/2005/8/colors/accent1_2" csCatId="accent1" phldr="1"/>
      <dgm:spPr/>
      <dgm:t>
        <a:bodyPr/>
        <a:lstStyle/>
        <a:p>
          <a:endParaRPr lang="en-MW"/>
        </a:p>
      </dgm:t>
    </dgm:pt>
    <dgm:pt modelId="{0C351D84-A775-41C3-AE8F-87FCCE2B931F}">
      <dgm:prSet/>
      <dgm:spPr/>
      <dgm:t>
        <a:bodyPr/>
        <a:lstStyle/>
        <a:p>
          <a:pPr algn="l"/>
          <a:r>
            <a:rPr lang="en-US" dirty="0"/>
            <a:t>Storage devices</a:t>
          </a:r>
          <a:endParaRPr lang="en-MW" dirty="0"/>
        </a:p>
      </dgm:t>
    </dgm:pt>
    <dgm:pt modelId="{AD504B0D-226C-4A6A-8CE1-0BABF93DC7E9}" type="parTrans" cxnId="{B4EFEEC4-567D-4CBB-9F2A-CDC46080B63E}">
      <dgm:prSet/>
      <dgm:spPr/>
      <dgm:t>
        <a:bodyPr/>
        <a:lstStyle/>
        <a:p>
          <a:endParaRPr lang="en-MW"/>
        </a:p>
      </dgm:t>
    </dgm:pt>
    <dgm:pt modelId="{A1B37B59-CD4F-429B-B301-1C406B0A239B}" type="sibTrans" cxnId="{B4EFEEC4-567D-4CBB-9F2A-CDC46080B63E}">
      <dgm:prSet/>
      <dgm:spPr/>
      <dgm:t>
        <a:bodyPr/>
        <a:lstStyle/>
        <a:p>
          <a:endParaRPr lang="en-MW"/>
        </a:p>
      </dgm:t>
    </dgm:pt>
    <dgm:pt modelId="{AAC24556-F1AB-4AFF-B64A-675FFF6C2974}" type="pres">
      <dgm:prSet presAssocID="{090EE932-EAFA-45BA-B6A4-C1BB36B967F1}" presName="Name0" presStyleCnt="0">
        <dgm:presLayoutVars>
          <dgm:chMax val="7"/>
          <dgm:dir/>
          <dgm:animLvl val="lvl"/>
          <dgm:resizeHandles val="exact"/>
        </dgm:presLayoutVars>
      </dgm:prSet>
      <dgm:spPr/>
    </dgm:pt>
    <dgm:pt modelId="{1A8EBCA9-DA35-4CD8-A485-C9E2B52E04E7}" type="pres">
      <dgm:prSet presAssocID="{0C351D84-A775-41C3-AE8F-87FCCE2B931F}" presName="circle1" presStyleLbl="node1" presStyleIdx="0" presStyleCnt="1"/>
      <dgm:spPr/>
    </dgm:pt>
    <dgm:pt modelId="{7ACAABC5-F6B8-4A0F-A051-F710687BABB9}" type="pres">
      <dgm:prSet presAssocID="{0C351D84-A775-41C3-AE8F-87FCCE2B931F}" presName="space" presStyleCnt="0"/>
      <dgm:spPr/>
    </dgm:pt>
    <dgm:pt modelId="{34E26EF2-048E-4971-9B61-0FCE0831D574}" type="pres">
      <dgm:prSet presAssocID="{0C351D84-A775-41C3-AE8F-87FCCE2B931F}" presName="rect1" presStyleLbl="alignAcc1" presStyleIdx="0" presStyleCnt="1"/>
      <dgm:spPr/>
    </dgm:pt>
    <dgm:pt modelId="{F81A4896-A20E-471C-B464-908C99FBE73B}" type="pres">
      <dgm:prSet presAssocID="{0C351D84-A775-41C3-AE8F-87FCCE2B931F}" presName="rect1ParTxNoCh" presStyleLbl="alignAcc1" presStyleIdx="0" presStyleCnt="1">
        <dgm:presLayoutVars>
          <dgm:chMax val="1"/>
          <dgm:bulletEnabled val="1"/>
        </dgm:presLayoutVars>
      </dgm:prSet>
      <dgm:spPr/>
    </dgm:pt>
  </dgm:ptLst>
  <dgm:cxnLst>
    <dgm:cxn modelId="{13FA1D2E-F12E-43D1-BB42-60B3AC205281}" type="presOf" srcId="{090EE932-EAFA-45BA-B6A4-C1BB36B967F1}" destId="{AAC24556-F1AB-4AFF-B64A-675FFF6C2974}" srcOrd="0" destOrd="0" presId="urn:microsoft.com/office/officeart/2005/8/layout/target3"/>
    <dgm:cxn modelId="{79F3D965-B9C0-4591-BB8E-A51F46C1B4E0}" type="presOf" srcId="{0C351D84-A775-41C3-AE8F-87FCCE2B931F}" destId="{34E26EF2-048E-4971-9B61-0FCE0831D574}" srcOrd="0" destOrd="0" presId="urn:microsoft.com/office/officeart/2005/8/layout/target3"/>
    <dgm:cxn modelId="{F5EB0150-2263-433D-8CDC-937D74D9B423}" type="presOf" srcId="{0C351D84-A775-41C3-AE8F-87FCCE2B931F}" destId="{F81A4896-A20E-471C-B464-908C99FBE73B}" srcOrd="1" destOrd="0" presId="urn:microsoft.com/office/officeart/2005/8/layout/target3"/>
    <dgm:cxn modelId="{B4EFEEC4-567D-4CBB-9F2A-CDC46080B63E}" srcId="{090EE932-EAFA-45BA-B6A4-C1BB36B967F1}" destId="{0C351D84-A775-41C3-AE8F-87FCCE2B931F}" srcOrd="0" destOrd="0" parTransId="{AD504B0D-226C-4A6A-8CE1-0BABF93DC7E9}" sibTransId="{A1B37B59-CD4F-429B-B301-1C406B0A239B}"/>
    <dgm:cxn modelId="{0B5A738C-41C8-49DF-8F73-6EF0CA6F2360}" type="presParOf" srcId="{AAC24556-F1AB-4AFF-B64A-675FFF6C2974}" destId="{1A8EBCA9-DA35-4CD8-A485-C9E2B52E04E7}" srcOrd="0" destOrd="0" presId="urn:microsoft.com/office/officeart/2005/8/layout/target3"/>
    <dgm:cxn modelId="{0BE823CE-2E38-4A48-BF83-9F8266A525D2}" type="presParOf" srcId="{AAC24556-F1AB-4AFF-B64A-675FFF6C2974}" destId="{7ACAABC5-F6B8-4A0F-A051-F710687BABB9}" srcOrd="1" destOrd="0" presId="urn:microsoft.com/office/officeart/2005/8/layout/target3"/>
    <dgm:cxn modelId="{F812BC60-9D75-423E-B06D-54116EAA754F}" type="presParOf" srcId="{AAC24556-F1AB-4AFF-B64A-675FFF6C2974}" destId="{34E26EF2-048E-4971-9B61-0FCE0831D574}" srcOrd="2" destOrd="0" presId="urn:microsoft.com/office/officeart/2005/8/layout/target3"/>
    <dgm:cxn modelId="{B6CA4D2C-B0C9-4A64-8740-F26736AB6717}" type="presParOf" srcId="{AAC24556-F1AB-4AFF-B64A-675FFF6C2974}" destId="{F81A4896-A20E-471C-B464-908C99FBE73B}"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A78866CC-7BFB-4DF7-A7DF-3E709C6E7DDA}" type="doc">
      <dgm:prSet loTypeId="urn:microsoft.com/office/officeart/2005/8/layout/target3" loCatId="relationship" qsTypeId="urn:microsoft.com/office/officeart/2005/8/quickstyle/simple1" qsCatId="simple" csTypeId="urn:microsoft.com/office/officeart/2005/8/colors/accent1_2" csCatId="accent1" phldr="1"/>
      <dgm:spPr/>
      <dgm:t>
        <a:bodyPr/>
        <a:lstStyle/>
        <a:p>
          <a:endParaRPr lang="en-MW"/>
        </a:p>
      </dgm:t>
    </dgm:pt>
    <dgm:pt modelId="{60C623CF-0F1C-4BE1-AE9F-A94F8CA0ED50}">
      <dgm:prSet/>
      <dgm:spPr/>
      <dgm:t>
        <a:bodyPr/>
        <a:lstStyle/>
        <a:p>
          <a:r>
            <a:rPr lang="en-US" dirty="0"/>
            <a:t>Memory</a:t>
          </a:r>
          <a:endParaRPr lang="en-MW" dirty="0"/>
        </a:p>
      </dgm:t>
    </dgm:pt>
    <dgm:pt modelId="{9F870F45-2D4E-4D66-9176-74384498EFDB}" type="parTrans" cxnId="{B07BB85A-5CA8-463E-93AF-34437496DDCD}">
      <dgm:prSet/>
      <dgm:spPr/>
      <dgm:t>
        <a:bodyPr/>
        <a:lstStyle/>
        <a:p>
          <a:endParaRPr lang="en-MW"/>
        </a:p>
      </dgm:t>
    </dgm:pt>
    <dgm:pt modelId="{F114E98C-C935-4118-9CD8-5676B8B7A87A}" type="sibTrans" cxnId="{B07BB85A-5CA8-463E-93AF-34437496DDCD}">
      <dgm:prSet/>
      <dgm:spPr/>
      <dgm:t>
        <a:bodyPr/>
        <a:lstStyle/>
        <a:p>
          <a:endParaRPr lang="en-MW"/>
        </a:p>
      </dgm:t>
    </dgm:pt>
    <dgm:pt modelId="{C90A9E61-F078-410A-A952-D3523E64324C}" type="pres">
      <dgm:prSet presAssocID="{A78866CC-7BFB-4DF7-A7DF-3E709C6E7DDA}" presName="Name0" presStyleCnt="0">
        <dgm:presLayoutVars>
          <dgm:chMax val="7"/>
          <dgm:dir/>
          <dgm:animLvl val="lvl"/>
          <dgm:resizeHandles val="exact"/>
        </dgm:presLayoutVars>
      </dgm:prSet>
      <dgm:spPr/>
    </dgm:pt>
    <dgm:pt modelId="{E6B8B236-E401-4F22-BA27-259BF2D4077C}" type="pres">
      <dgm:prSet presAssocID="{60C623CF-0F1C-4BE1-AE9F-A94F8CA0ED50}" presName="circle1" presStyleLbl="node1" presStyleIdx="0" presStyleCnt="1"/>
      <dgm:spPr/>
    </dgm:pt>
    <dgm:pt modelId="{CABCDF23-1A13-4BAB-80AD-4D6654BA7FF5}" type="pres">
      <dgm:prSet presAssocID="{60C623CF-0F1C-4BE1-AE9F-A94F8CA0ED50}" presName="space" presStyleCnt="0"/>
      <dgm:spPr/>
    </dgm:pt>
    <dgm:pt modelId="{62D218B6-A5BF-4EBE-A704-5D7996BB297C}" type="pres">
      <dgm:prSet presAssocID="{60C623CF-0F1C-4BE1-AE9F-A94F8CA0ED50}" presName="rect1" presStyleLbl="alignAcc1" presStyleIdx="0" presStyleCnt="1" custLinFactNeighborY="-12525"/>
      <dgm:spPr/>
    </dgm:pt>
    <dgm:pt modelId="{30A9CAE0-1FDD-4E55-9912-14046EC6A0F6}" type="pres">
      <dgm:prSet presAssocID="{60C623CF-0F1C-4BE1-AE9F-A94F8CA0ED50}" presName="rect1ParTxNoCh" presStyleLbl="alignAcc1" presStyleIdx="0" presStyleCnt="1">
        <dgm:presLayoutVars>
          <dgm:chMax val="1"/>
          <dgm:bulletEnabled val="1"/>
        </dgm:presLayoutVars>
      </dgm:prSet>
      <dgm:spPr/>
    </dgm:pt>
  </dgm:ptLst>
  <dgm:cxnLst>
    <dgm:cxn modelId="{102B9D49-ED64-43E4-AA9A-795D399A0C48}" type="presOf" srcId="{A78866CC-7BFB-4DF7-A7DF-3E709C6E7DDA}" destId="{C90A9E61-F078-410A-A952-D3523E64324C}" srcOrd="0" destOrd="0" presId="urn:microsoft.com/office/officeart/2005/8/layout/target3"/>
    <dgm:cxn modelId="{B07BB85A-5CA8-463E-93AF-34437496DDCD}" srcId="{A78866CC-7BFB-4DF7-A7DF-3E709C6E7DDA}" destId="{60C623CF-0F1C-4BE1-AE9F-A94F8CA0ED50}" srcOrd="0" destOrd="0" parTransId="{9F870F45-2D4E-4D66-9176-74384498EFDB}" sibTransId="{F114E98C-C935-4118-9CD8-5676B8B7A87A}"/>
    <dgm:cxn modelId="{22C04E94-12C4-4F69-9762-902F16B92DA4}" type="presOf" srcId="{60C623CF-0F1C-4BE1-AE9F-A94F8CA0ED50}" destId="{62D218B6-A5BF-4EBE-A704-5D7996BB297C}" srcOrd="0" destOrd="0" presId="urn:microsoft.com/office/officeart/2005/8/layout/target3"/>
    <dgm:cxn modelId="{8C4866A1-9513-4DE6-89DB-BA819DE9A61C}" type="presOf" srcId="{60C623CF-0F1C-4BE1-AE9F-A94F8CA0ED50}" destId="{30A9CAE0-1FDD-4E55-9912-14046EC6A0F6}" srcOrd="1" destOrd="0" presId="urn:microsoft.com/office/officeart/2005/8/layout/target3"/>
    <dgm:cxn modelId="{51E5ABB3-3F90-4060-89DE-AF756918B4AD}" type="presParOf" srcId="{C90A9E61-F078-410A-A952-D3523E64324C}" destId="{E6B8B236-E401-4F22-BA27-259BF2D4077C}" srcOrd="0" destOrd="0" presId="urn:microsoft.com/office/officeart/2005/8/layout/target3"/>
    <dgm:cxn modelId="{F95539C2-CA2D-44C7-B252-1FC5FD505E50}" type="presParOf" srcId="{C90A9E61-F078-410A-A952-D3523E64324C}" destId="{CABCDF23-1A13-4BAB-80AD-4D6654BA7FF5}" srcOrd="1" destOrd="0" presId="urn:microsoft.com/office/officeart/2005/8/layout/target3"/>
    <dgm:cxn modelId="{24C3BAAE-E939-433E-92E7-C9FA1C5C3260}" type="presParOf" srcId="{C90A9E61-F078-410A-A952-D3523E64324C}" destId="{62D218B6-A5BF-4EBE-A704-5D7996BB297C}" srcOrd="2" destOrd="0" presId="urn:microsoft.com/office/officeart/2005/8/layout/target3"/>
    <dgm:cxn modelId="{F4502DA3-44CF-471B-BB1F-7CD1CF301FEE}" type="presParOf" srcId="{C90A9E61-F078-410A-A952-D3523E64324C}" destId="{30A9CAE0-1FDD-4E55-9912-14046EC6A0F6}"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A78866CC-7BFB-4DF7-A7DF-3E709C6E7DDA}" type="doc">
      <dgm:prSet loTypeId="urn:microsoft.com/office/officeart/2005/8/layout/target3" loCatId="relationship" qsTypeId="urn:microsoft.com/office/officeart/2005/8/quickstyle/simple1" qsCatId="simple" csTypeId="urn:microsoft.com/office/officeart/2005/8/colors/accent1_2" csCatId="accent1" phldr="1"/>
      <dgm:spPr/>
      <dgm:t>
        <a:bodyPr/>
        <a:lstStyle/>
        <a:p>
          <a:endParaRPr lang="en-MW"/>
        </a:p>
      </dgm:t>
    </dgm:pt>
    <dgm:pt modelId="{60C623CF-0F1C-4BE1-AE9F-A94F8CA0ED50}">
      <dgm:prSet/>
      <dgm:spPr/>
      <dgm:t>
        <a:bodyPr/>
        <a:lstStyle/>
        <a:p>
          <a:pPr algn="l"/>
          <a:r>
            <a:rPr lang="en-US" dirty="0"/>
            <a:t>Random Access Memory (RAM)</a:t>
          </a:r>
          <a:endParaRPr lang="en-MW" dirty="0"/>
        </a:p>
      </dgm:t>
    </dgm:pt>
    <dgm:pt modelId="{9F870F45-2D4E-4D66-9176-74384498EFDB}" type="parTrans" cxnId="{B07BB85A-5CA8-463E-93AF-34437496DDCD}">
      <dgm:prSet/>
      <dgm:spPr/>
      <dgm:t>
        <a:bodyPr/>
        <a:lstStyle/>
        <a:p>
          <a:endParaRPr lang="en-MW"/>
        </a:p>
      </dgm:t>
    </dgm:pt>
    <dgm:pt modelId="{F114E98C-C935-4118-9CD8-5676B8B7A87A}" type="sibTrans" cxnId="{B07BB85A-5CA8-463E-93AF-34437496DDCD}">
      <dgm:prSet/>
      <dgm:spPr/>
      <dgm:t>
        <a:bodyPr/>
        <a:lstStyle/>
        <a:p>
          <a:endParaRPr lang="en-MW"/>
        </a:p>
      </dgm:t>
    </dgm:pt>
    <dgm:pt modelId="{C90A9E61-F078-410A-A952-D3523E64324C}" type="pres">
      <dgm:prSet presAssocID="{A78866CC-7BFB-4DF7-A7DF-3E709C6E7DDA}" presName="Name0" presStyleCnt="0">
        <dgm:presLayoutVars>
          <dgm:chMax val="7"/>
          <dgm:dir/>
          <dgm:animLvl val="lvl"/>
          <dgm:resizeHandles val="exact"/>
        </dgm:presLayoutVars>
      </dgm:prSet>
      <dgm:spPr/>
    </dgm:pt>
    <dgm:pt modelId="{E6B8B236-E401-4F22-BA27-259BF2D4077C}" type="pres">
      <dgm:prSet presAssocID="{60C623CF-0F1C-4BE1-AE9F-A94F8CA0ED50}" presName="circle1" presStyleLbl="node1" presStyleIdx="0" presStyleCnt="1"/>
      <dgm:spPr/>
    </dgm:pt>
    <dgm:pt modelId="{CABCDF23-1A13-4BAB-80AD-4D6654BA7FF5}" type="pres">
      <dgm:prSet presAssocID="{60C623CF-0F1C-4BE1-AE9F-A94F8CA0ED50}" presName="space" presStyleCnt="0"/>
      <dgm:spPr/>
    </dgm:pt>
    <dgm:pt modelId="{62D218B6-A5BF-4EBE-A704-5D7996BB297C}" type="pres">
      <dgm:prSet presAssocID="{60C623CF-0F1C-4BE1-AE9F-A94F8CA0ED50}" presName="rect1" presStyleLbl="alignAcc1" presStyleIdx="0" presStyleCnt="1" custLinFactNeighborY="-12525"/>
      <dgm:spPr/>
    </dgm:pt>
    <dgm:pt modelId="{30A9CAE0-1FDD-4E55-9912-14046EC6A0F6}" type="pres">
      <dgm:prSet presAssocID="{60C623CF-0F1C-4BE1-AE9F-A94F8CA0ED50}" presName="rect1ParTxNoCh" presStyleLbl="alignAcc1" presStyleIdx="0" presStyleCnt="1">
        <dgm:presLayoutVars>
          <dgm:chMax val="1"/>
          <dgm:bulletEnabled val="1"/>
        </dgm:presLayoutVars>
      </dgm:prSet>
      <dgm:spPr/>
    </dgm:pt>
  </dgm:ptLst>
  <dgm:cxnLst>
    <dgm:cxn modelId="{102B9D49-ED64-43E4-AA9A-795D399A0C48}" type="presOf" srcId="{A78866CC-7BFB-4DF7-A7DF-3E709C6E7DDA}" destId="{C90A9E61-F078-410A-A952-D3523E64324C}" srcOrd="0" destOrd="0" presId="urn:microsoft.com/office/officeart/2005/8/layout/target3"/>
    <dgm:cxn modelId="{B07BB85A-5CA8-463E-93AF-34437496DDCD}" srcId="{A78866CC-7BFB-4DF7-A7DF-3E709C6E7DDA}" destId="{60C623CF-0F1C-4BE1-AE9F-A94F8CA0ED50}" srcOrd="0" destOrd="0" parTransId="{9F870F45-2D4E-4D66-9176-74384498EFDB}" sibTransId="{F114E98C-C935-4118-9CD8-5676B8B7A87A}"/>
    <dgm:cxn modelId="{22C04E94-12C4-4F69-9762-902F16B92DA4}" type="presOf" srcId="{60C623CF-0F1C-4BE1-AE9F-A94F8CA0ED50}" destId="{62D218B6-A5BF-4EBE-A704-5D7996BB297C}" srcOrd="0" destOrd="0" presId="urn:microsoft.com/office/officeart/2005/8/layout/target3"/>
    <dgm:cxn modelId="{8C4866A1-9513-4DE6-89DB-BA819DE9A61C}" type="presOf" srcId="{60C623CF-0F1C-4BE1-AE9F-A94F8CA0ED50}" destId="{30A9CAE0-1FDD-4E55-9912-14046EC6A0F6}" srcOrd="1" destOrd="0" presId="urn:microsoft.com/office/officeart/2005/8/layout/target3"/>
    <dgm:cxn modelId="{51E5ABB3-3F90-4060-89DE-AF756918B4AD}" type="presParOf" srcId="{C90A9E61-F078-410A-A952-D3523E64324C}" destId="{E6B8B236-E401-4F22-BA27-259BF2D4077C}" srcOrd="0" destOrd="0" presId="urn:microsoft.com/office/officeart/2005/8/layout/target3"/>
    <dgm:cxn modelId="{F95539C2-CA2D-44C7-B252-1FC5FD505E50}" type="presParOf" srcId="{C90A9E61-F078-410A-A952-D3523E64324C}" destId="{CABCDF23-1A13-4BAB-80AD-4D6654BA7FF5}" srcOrd="1" destOrd="0" presId="urn:microsoft.com/office/officeart/2005/8/layout/target3"/>
    <dgm:cxn modelId="{24C3BAAE-E939-433E-92E7-C9FA1C5C3260}" type="presParOf" srcId="{C90A9E61-F078-410A-A952-D3523E64324C}" destId="{62D218B6-A5BF-4EBE-A704-5D7996BB297C}" srcOrd="2" destOrd="0" presId="urn:microsoft.com/office/officeart/2005/8/layout/target3"/>
    <dgm:cxn modelId="{F4502DA3-44CF-471B-BB1F-7CD1CF301FEE}" type="presParOf" srcId="{C90A9E61-F078-410A-A952-D3523E64324C}" destId="{30A9CAE0-1FDD-4E55-9912-14046EC6A0F6}"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A78866CC-7BFB-4DF7-A7DF-3E709C6E7DDA}" type="doc">
      <dgm:prSet loTypeId="urn:microsoft.com/office/officeart/2005/8/layout/target3" loCatId="relationship" qsTypeId="urn:microsoft.com/office/officeart/2005/8/quickstyle/simple1" qsCatId="simple" csTypeId="urn:microsoft.com/office/officeart/2005/8/colors/accent1_2" csCatId="accent1" phldr="1"/>
      <dgm:spPr/>
      <dgm:t>
        <a:bodyPr/>
        <a:lstStyle/>
        <a:p>
          <a:endParaRPr lang="en-MW"/>
        </a:p>
      </dgm:t>
    </dgm:pt>
    <dgm:pt modelId="{60C623CF-0F1C-4BE1-AE9F-A94F8CA0ED50}">
      <dgm:prSet/>
      <dgm:spPr/>
      <dgm:t>
        <a:bodyPr/>
        <a:lstStyle/>
        <a:p>
          <a:pPr algn="l"/>
          <a:r>
            <a:rPr lang="en-US" dirty="0"/>
            <a:t>Read Only Memory (ROM)</a:t>
          </a:r>
          <a:endParaRPr lang="en-MW" dirty="0"/>
        </a:p>
      </dgm:t>
    </dgm:pt>
    <dgm:pt modelId="{9F870F45-2D4E-4D66-9176-74384498EFDB}" type="parTrans" cxnId="{B07BB85A-5CA8-463E-93AF-34437496DDCD}">
      <dgm:prSet/>
      <dgm:spPr/>
      <dgm:t>
        <a:bodyPr/>
        <a:lstStyle/>
        <a:p>
          <a:endParaRPr lang="en-MW"/>
        </a:p>
      </dgm:t>
    </dgm:pt>
    <dgm:pt modelId="{F114E98C-C935-4118-9CD8-5676B8B7A87A}" type="sibTrans" cxnId="{B07BB85A-5CA8-463E-93AF-34437496DDCD}">
      <dgm:prSet/>
      <dgm:spPr/>
      <dgm:t>
        <a:bodyPr/>
        <a:lstStyle/>
        <a:p>
          <a:endParaRPr lang="en-MW"/>
        </a:p>
      </dgm:t>
    </dgm:pt>
    <dgm:pt modelId="{C90A9E61-F078-410A-A952-D3523E64324C}" type="pres">
      <dgm:prSet presAssocID="{A78866CC-7BFB-4DF7-A7DF-3E709C6E7DDA}" presName="Name0" presStyleCnt="0">
        <dgm:presLayoutVars>
          <dgm:chMax val="7"/>
          <dgm:dir/>
          <dgm:animLvl val="lvl"/>
          <dgm:resizeHandles val="exact"/>
        </dgm:presLayoutVars>
      </dgm:prSet>
      <dgm:spPr/>
    </dgm:pt>
    <dgm:pt modelId="{E6B8B236-E401-4F22-BA27-259BF2D4077C}" type="pres">
      <dgm:prSet presAssocID="{60C623CF-0F1C-4BE1-AE9F-A94F8CA0ED50}" presName="circle1" presStyleLbl="node1" presStyleIdx="0" presStyleCnt="1"/>
      <dgm:spPr/>
    </dgm:pt>
    <dgm:pt modelId="{CABCDF23-1A13-4BAB-80AD-4D6654BA7FF5}" type="pres">
      <dgm:prSet presAssocID="{60C623CF-0F1C-4BE1-AE9F-A94F8CA0ED50}" presName="space" presStyleCnt="0"/>
      <dgm:spPr/>
    </dgm:pt>
    <dgm:pt modelId="{62D218B6-A5BF-4EBE-A704-5D7996BB297C}" type="pres">
      <dgm:prSet presAssocID="{60C623CF-0F1C-4BE1-AE9F-A94F8CA0ED50}" presName="rect1" presStyleLbl="alignAcc1" presStyleIdx="0" presStyleCnt="1" custLinFactNeighborY="-12525"/>
      <dgm:spPr/>
    </dgm:pt>
    <dgm:pt modelId="{30A9CAE0-1FDD-4E55-9912-14046EC6A0F6}" type="pres">
      <dgm:prSet presAssocID="{60C623CF-0F1C-4BE1-AE9F-A94F8CA0ED50}" presName="rect1ParTxNoCh" presStyleLbl="alignAcc1" presStyleIdx="0" presStyleCnt="1">
        <dgm:presLayoutVars>
          <dgm:chMax val="1"/>
          <dgm:bulletEnabled val="1"/>
        </dgm:presLayoutVars>
      </dgm:prSet>
      <dgm:spPr/>
    </dgm:pt>
  </dgm:ptLst>
  <dgm:cxnLst>
    <dgm:cxn modelId="{102B9D49-ED64-43E4-AA9A-795D399A0C48}" type="presOf" srcId="{A78866CC-7BFB-4DF7-A7DF-3E709C6E7DDA}" destId="{C90A9E61-F078-410A-A952-D3523E64324C}" srcOrd="0" destOrd="0" presId="urn:microsoft.com/office/officeart/2005/8/layout/target3"/>
    <dgm:cxn modelId="{B07BB85A-5CA8-463E-93AF-34437496DDCD}" srcId="{A78866CC-7BFB-4DF7-A7DF-3E709C6E7DDA}" destId="{60C623CF-0F1C-4BE1-AE9F-A94F8CA0ED50}" srcOrd="0" destOrd="0" parTransId="{9F870F45-2D4E-4D66-9176-74384498EFDB}" sibTransId="{F114E98C-C935-4118-9CD8-5676B8B7A87A}"/>
    <dgm:cxn modelId="{22C04E94-12C4-4F69-9762-902F16B92DA4}" type="presOf" srcId="{60C623CF-0F1C-4BE1-AE9F-A94F8CA0ED50}" destId="{62D218B6-A5BF-4EBE-A704-5D7996BB297C}" srcOrd="0" destOrd="0" presId="urn:microsoft.com/office/officeart/2005/8/layout/target3"/>
    <dgm:cxn modelId="{8C4866A1-9513-4DE6-89DB-BA819DE9A61C}" type="presOf" srcId="{60C623CF-0F1C-4BE1-AE9F-A94F8CA0ED50}" destId="{30A9CAE0-1FDD-4E55-9912-14046EC6A0F6}" srcOrd="1" destOrd="0" presId="urn:microsoft.com/office/officeart/2005/8/layout/target3"/>
    <dgm:cxn modelId="{51E5ABB3-3F90-4060-89DE-AF756918B4AD}" type="presParOf" srcId="{C90A9E61-F078-410A-A952-D3523E64324C}" destId="{E6B8B236-E401-4F22-BA27-259BF2D4077C}" srcOrd="0" destOrd="0" presId="urn:microsoft.com/office/officeart/2005/8/layout/target3"/>
    <dgm:cxn modelId="{F95539C2-CA2D-44C7-B252-1FC5FD505E50}" type="presParOf" srcId="{C90A9E61-F078-410A-A952-D3523E64324C}" destId="{CABCDF23-1A13-4BAB-80AD-4D6654BA7FF5}" srcOrd="1" destOrd="0" presId="urn:microsoft.com/office/officeart/2005/8/layout/target3"/>
    <dgm:cxn modelId="{24C3BAAE-E939-433E-92E7-C9FA1C5C3260}" type="presParOf" srcId="{C90A9E61-F078-410A-A952-D3523E64324C}" destId="{62D218B6-A5BF-4EBE-A704-5D7996BB297C}" srcOrd="2" destOrd="0" presId="urn:microsoft.com/office/officeart/2005/8/layout/target3"/>
    <dgm:cxn modelId="{F4502DA3-44CF-471B-BB1F-7CD1CF301FEE}" type="presParOf" srcId="{C90A9E61-F078-410A-A952-D3523E64324C}" destId="{30A9CAE0-1FDD-4E55-9912-14046EC6A0F6}"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A78866CC-7BFB-4DF7-A7DF-3E709C6E7DDA}" type="doc">
      <dgm:prSet loTypeId="urn:microsoft.com/office/officeart/2005/8/layout/target3" loCatId="relationship" qsTypeId="urn:microsoft.com/office/officeart/2005/8/quickstyle/simple1" qsCatId="simple" csTypeId="urn:microsoft.com/office/officeart/2005/8/colors/accent1_2" csCatId="accent1" phldr="1"/>
      <dgm:spPr/>
      <dgm:t>
        <a:bodyPr/>
        <a:lstStyle/>
        <a:p>
          <a:endParaRPr lang="en-MW"/>
        </a:p>
      </dgm:t>
    </dgm:pt>
    <dgm:pt modelId="{60C623CF-0F1C-4BE1-AE9F-A94F8CA0ED50}">
      <dgm:prSet/>
      <dgm:spPr/>
      <dgm:t>
        <a:bodyPr/>
        <a:lstStyle/>
        <a:p>
          <a:pPr algn="l"/>
          <a:r>
            <a:rPr lang="en-US" b="1" dirty="0">
              <a:effectLst/>
            </a:rPr>
            <a:t>Central Processing Unit (CPU)</a:t>
          </a:r>
          <a:endParaRPr lang="en-MW" dirty="0"/>
        </a:p>
      </dgm:t>
    </dgm:pt>
    <dgm:pt modelId="{9F870F45-2D4E-4D66-9176-74384498EFDB}" type="parTrans" cxnId="{B07BB85A-5CA8-463E-93AF-34437496DDCD}">
      <dgm:prSet/>
      <dgm:spPr/>
      <dgm:t>
        <a:bodyPr/>
        <a:lstStyle/>
        <a:p>
          <a:endParaRPr lang="en-MW"/>
        </a:p>
      </dgm:t>
    </dgm:pt>
    <dgm:pt modelId="{F114E98C-C935-4118-9CD8-5676B8B7A87A}" type="sibTrans" cxnId="{B07BB85A-5CA8-463E-93AF-34437496DDCD}">
      <dgm:prSet/>
      <dgm:spPr/>
      <dgm:t>
        <a:bodyPr/>
        <a:lstStyle/>
        <a:p>
          <a:endParaRPr lang="en-MW"/>
        </a:p>
      </dgm:t>
    </dgm:pt>
    <dgm:pt modelId="{C90A9E61-F078-410A-A952-D3523E64324C}" type="pres">
      <dgm:prSet presAssocID="{A78866CC-7BFB-4DF7-A7DF-3E709C6E7DDA}" presName="Name0" presStyleCnt="0">
        <dgm:presLayoutVars>
          <dgm:chMax val="7"/>
          <dgm:dir/>
          <dgm:animLvl val="lvl"/>
          <dgm:resizeHandles val="exact"/>
        </dgm:presLayoutVars>
      </dgm:prSet>
      <dgm:spPr/>
    </dgm:pt>
    <dgm:pt modelId="{E6B8B236-E401-4F22-BA27-259BF2D4077C}" type="pres">
      <dgm:prSet presAssocID="{60C623CF-0F1C-4BE1-AE9F-A94F8CA0ED50}" presName="circle1" presStyleLbl="node1" presStyleIdx="0" presStyleCnt="1"/>
      <dgm:spPr/>
    </dgm:pt>
    <dgm:pt modelId="{CABCDF23-1A13-4BAB-80AD-4D6654BA7FF5}" type="pres">
      <dgm:prSet presAssocID="{60C623CF-0F1C-4BE1-AE9F-A94F8CA0ED50}" presName="space" presStyleCnt="0"/>
      <dgm:spPr/>
    </dgm:pt>
    <dgm:pt modelId="{62D218B6-A5BF-4EBE-A704-5D7996BB297C}" type="pres">
      <dgm:prSet presAssocID="{60C623CF-0F1C-4BE1-AE9F-A94F8CA0ED50}" presName="rect1" presStyleLbl="alignAcc1" presStyleIdx="0" presStyleCnt="1" custLinFactNeighborY="-12525"/>
      <dgm:spPr/>
    </dgm:pt>
    <dgm:pt modelId="{30A9CAE0-1FDD-4E55-9912-14046EC6A0F6}" type="pres">
      <dgm:prSet presAssocID="{60C623CF-0F1C-4BE1-AE9F-A94F8CA0ED50}" presName="rect1ParTxNoCh" presStyleLbl="alignAcc1" presStyleIdx="0" presStyleCnt="1">
        <dgm:presLayoutVars>
          <dgm:chMax val="1"/>
          <dgm:bulletEnabled val="1"/>
        </dgm:presLayoutVars>
      </dgm:prSet>
      <dgm:spPr/>
    </dgm:pt>
  </dgm:ptLst>
  <dgm:cxnLst>
    <dgm:cxn modelId="{102B9D49-ED64-43E4-AA9A-795D399A0C48}" type="presOf" srcId="{A78866CC-7BFB-4DF7-A7DF-3E709C6E7DDA}" destId="{C90A9E61-F078-410A-A952-D3523E64324C}" srcOrd="0" destOrd="0" presId="urn:microsoft.com/office/officeart/2005/8/layout/target3"/>
    <dgm:cxn modelId="{B07BB85A-5CA8-463E-93AF-34437496DDCD}" srcId="{A78866CC-7BFB-4DF7-A7DF-3E709C6E7DDA}" destId="{60C623CF-0F1C-4BE1-AE9F-A94F8CA0ED50}" srcOrd="0" destOrd="0" parTransId="{9F870F45-2D4E-4D66-9176-74384498EFDB}" sibTransId="{F114E98C-C935-4118-9CD8-5676B8B7A87A}"/>
    <dgm:cxn modelId="{22C04E94-12C4-4F69-9762-902F16B92DA4}" type="presOf" srcId="{60C623CF-0F1C-4BE1-AE9F-A94F8CA0ED50}" destId="{62D218B6-A5BF-4EBE-A704-5D7996BB297C}" srcOrd="0" destOrd="0" presId="urn:microsoft.com/office/officeart/2005/8/layout/target3"/>
    <dgm:cxn modelId="{8C4866A1-9513-4DE6-89DB-BA819DE9A61C}" type="presOf" srcId="{60C623CF-0F1C-4BE1-AE9F-A94F8CA0ED50}" destId="{30A9CAE0-1FDD-4E55-9912-14046EC6A0F6}" srcOrd="1" destOrd="0" presId="urn:microsoft.com/office/officeart/2005/8/layout/target3"/>
    <dgm:cxn modelId="{51E5ABB3-3F90-4060-89DE-AF756918B4AD}" type="presParOf" srcId="{C90A9E61-F078-410A-A952-D3523E64324C}" destId="{E6B8B236-E401-4F22-BA27-259BF2D4077C}" srcOrd="0" destOrd="0" presId="urn:microsoft.com/office/officeart/2005/8/layout/target3"/>
    <dgm:cxn modelId="{F95539C2-CA2D-44C7-B252-1FC5FD505E50}" type="presParOf" srcId="{C90A9E61-F078-410A-A952-D3523E64324C}" destId="{CABCDF23-1A13-4BAB-80AD-4D6654BA7FF5}" srcOrd="1" destOrd="0" presId="urn:microsoft.com/office/officeart/2005/8/layout/target3"/>
    <dgm:cxn modelId="{24C3BAAE-E939-433E-92E7-C9FA1C5C3260}" type="presParOf" srcId="{C90A9E61-F078-410A-A952-D3523E64324C}" destId="{62D218B6-A5BF-4EBE-A704-5D7996BB297C}" srcOrd="2" destOrd="0" presId="urn:microsoft.com/office/officeart/2005/8/layout/target3"/>
    <dgm:cxn modelId="{F4502DA3-44CF-471B-BB1F-7CD1CF301FEE}" type="presParOf" srcId="{C90A9E61-F078-410A-A952-D3523E64324C}" destId="{30A9CAE0-1FDD-4E55-9912-14046EC6A0F6}"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A78866CC-7BFB-4DF7-A7DF-3E709C6E7DDA}" type="doc">
      <dgm:prSet loTypeId="urn:microsoft.com/office/officeart/2005/8/layout/target3" loCatId="relationship" qsTypeId="urn:microsoft.com/office/officeart/2005/8/quickstyle/simple1" qsCatId="simple" csTypeId="urn:microsoft.com/office/officeart/2005/8/colors/accent1_2" csCatId="accent1" phldr="1"/>
      <dgm:spPr/>
      <dgm:t>
        <a:bodyPr/>
        <a:lstStyle/>
        <a:p>
          <a:endParaRPr lang="en-MW"/>
        </a:p>
      </dgm:t>
    </dgm:pt>
    <dgm:pt modelId="{60C623CF-0F1C-4BE1-AE9F-A94F8CA0ED50}">
      <dgm:prSet/>
      <dgm:spPr/>
      <dgm:t>
        <a:bodyPr/>
        <a:lstStyle/>
        <a:p>
          <a:pPr algn="l"/>
          <a:r>
            <a:rPr lang="en-US" b="1" dirty="0"/>
            <a:t>Types of computers</a:t>
          </a:r>
          <a:endParaRPr lang="en-MW" dirty="0"/>
        </a:p>
      </dgm:t>
    </dgm:pt>
    <dgm:pt modelId="{9F870F45-2D4E-4D66-9176-74384498EFDB}" type="parTrans" cxnId="{B07BB85A-5CA8-463E-93AF-34437496DDCD}">
      <dgm:prSet/>
      <dgm:spPr/>
      <dgm:t>
        <a:bodyPr/>
        <a:lstStyle/>
        <a:p>
          <a:endParaRPr lang="en-MW"/>
        </a:p>
      </dgm:t>
    </dgm:pt>
    <dgm:pt modelId="{F114E98C-C935-4118-9CD8-5676B8B7A87A}" type="sibTrans" cxnId="{B07BB85A-5CA8-463E-93AF-34437496DDCD}">
      <dgm:prSet/>
      <dgm:spPr/>
      <dgm:t>
        <a:bodyPr/>
        <a:lstStyle/>
        <a:p>
          <a:endParaRPr lang="en-MW"/>
        </a:p>
      </dgm:t>
    </dgm:pt>
    <dgm:pt modelId="{C90A9E61-F078-410A-A952-D3523E64324C}" type="pres">
      <dgm:prSet presAssocID="{A78866CC-7BFB-4DF7-A7DF-3E709C6E7DDA}" presName="Name0" presStyleCnt="0">
        <dgm:presLayoutVars>
          <dgm:chMax val="7"/>
          <dgm:dir/>
          <dgm:animLvl val="lvl"/>
          <dgm:resizeHandles val="exact"/>
        </dgm:presLayoutVars>
      </dgm:prSet>
      <dgm:spPr/>
    </dgm:pt>
    <dgm:pt modelId="{E6B8B236-E401-4F22-BA27-259BF2D4077C}" type="pres">
      <dgm:prSet presAssocID="{60C623CF-0F1C-4BE1-AE9F-A94F8CA0ED50}" presName="circle1" presStyleLbl="node1" presStyleIdx="0" presStyleCnt="1"/>
      <dgm:spPr/>
    </dgm:pt>
    <dgm:pt modelId="{CABCDF23-1A13-4BAB-80AD-4D6654BA7FF5}" type="pres">
      <dgm:prSet presAssocID="{60C623CF-0F1C-4BE1-AE9F-A94F8CA0ED50}" presName="space" presStyleCnt="0"/>
      <dgm:spPr/>
    </dgm:pt>
    <dgm:pt modelId="{62D218B6-A5BF-4EBE-A704-5D7996BB297C}" type="pres">
      <dgm:prSet presAssocID="{60C623CF-0F1C-4BE1-AE9F-A94F8CA0ED50}" presName="rect1" presStyleLbl="alignAcc1" presStyleIdx="0" presStyleCnt="1" custLinFactNeighborY="-12525"/>
      <dgm:spPr/>
    </dgm:pt>
    <dgm:pt modelId="{30A9CAE0-1FDD-4E55-9912-14046EC6A0F6}" type="pres">
      <dgm:prSet presAssocID="{60C623CF-0F1C-4BE1-AE9F-A94F8CA0ED50}" presName="rect1ParTxNoCh" presStyleLbl="alignAcc1" presStyleIdx="0" presStyleCnt="1">
        <dgm:presLayoutVars>
          <dgm:chMax val="1"/>
          <dgm:bulletEnabled val="1"/>
        </dgm:presLayoutVars>
      </dgm:prSet>
      <dgm:spPr/>
    </dgm:pt>
  </dgm:ptLst>
  <dgm:cxnLst>
    <dgm:cxn modelId="{102B9D49-ED64-43E4-AA9A-795D399A0C48}" type="presOf" srcId="{A78866CC-7BFB-4DF7-A7DF-3E709C6E7DDA}" destId="{C90A9E61-F078-410A-A952-D3523E64324C}" srcOrd="0" destOrd="0" presId="urn:microsoft.com/office/officeart/2005/8/layout/target3"/>
    <dgm:cxn modelId="{B07BB85A-5CA8-463E-93AF-34437496DDCD}" srcId="{A78866CC-7BFB-4DF7-A7DF-3E709C6E7DDA}" destId="{60C623CF-0F1C-4BE1-AE9F-A94F8CA0ED50}" srcOrd="0" destOrd="0" parTransId="{9F870F45-2D4E-4D66-9176-74384498EFDB}" sibTransId="{F114E98C-C935-4118-9CD8-5676B8B7A87A}"/>
    <dgm:cxn modelId="{22C04E94-12C4-4F69-9762-902F16B92DA4}" type="presOf" srcId="{60C623CF-0F1C-4BE1-AE9F-A94F8CA0ED50}" destId="{62D218B6-A5BF-4EBE-A704-5D7996BB297C}" srcOrd="0" destOrd="0" presId="urn:microsoft.com/office/officeart/2005/8/layout/target3"/>
    <dgm:cxn modelId="{8C4866A1-9513-4DE6-89DB-BA819DE9A61C}" type="presOf" srcId="{60C623CF-0F1C-4BE1-AE9F-A94F8CA0ED50}" destId="{30A9CAE0-1FDD-4E55-9912-14046EC6A0F6}" srcOrd="1" destOrd="0" presId="urn:microsoft.com/office/officeart/2005/8/layout/target3"/>
    <dgm:cxn modelId="{51E5ABB3-3F90-4060-89DE-AF756918B4AD}" type="presParOf" srcId="{C90A9E61-F078-410A-A952-D3523E64324C}" destId="{E6B8B236-E401-4F22-BA27-259BF2D4077C}" srcOrd="0" destOrd="0" presId="urn:microsoft.com/office/officeart/2005/8/layout/target3"/>
    <dgm:cxn modelId="{F95539C2-CA2D-44C7-B252-1FC5FD505E50}" type="presParOf" srcId="{C90A9E61-F078-410A-A952-D3523E64324C}" destId="{CABCDF23-1A13-4BAB-80AD-4D6654BA7FF5}" srcOrd="1" destOrd="0" presId="urn:microsoft.com/office/officeart/2005/8/layout/target3"/>
    <dgm:cxn modelId="{24C3BAAE-E939-433E-92E7-C9FA1C5C3260}" type="presParOf" srcId="{C90A9E61-F078-410A-A952-D3523E64324C}" destId="{62D218B6-A5BF-4EBE-A704-5D7996BB297C}" srcOrd="2" destOrd="0" presId="urn:microsoft.com/office/officeart/2005/8/layout/target3"/>
    <dgm:cxn modelId="{F4502DA3-44CF-471B-BB1F-7CD1CF301FEE}" type="presParOf" srcId="{C90A9E61-F078-410A-A952-D3523E64324C}" destId="{30A9CAE0-1FDD-4E55-9912-14046EC6A0F6}"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A78866CC-7BFB-4DF7-A7DF-3E709C6E7DDA}" type="doc">
      <dgm:prSet loTypeId="urn:microsoft.com/office/officeart/2005/8/layout/target3" loCatId="relationship" qsTypeId="urn:microsoft.com/office/officeart/2005/8/quickstyle/simple1" qsCatId="simple" csTypeId="urn:microsoft.com/office/officeart/2005/8/colors/accent1_2" csCatId="accent1" phldr="1"/>
      <dgm:spPr/>
      <dgm:t>
        <a:bodyPr/>
        <a:lstStyle/>
        <a:p>
          <a:endParaRPr lang="en-MW"/>
        </a:p>
      </dgm:t>
    </dgm:pt>
    <dgm:pt modelId="{60C623CF-0F1C-4BE1-AE9F-A94F8CA0ED50}">
      <dgm:prSet/>
      <dgm:spPr/>
      <dgm:t>
        <a:bodyPr/>
        <a:lstStyle/>
        <a:p>
          <a:pPr algn="l"/>
          <a:r>
            <a:rPr lang="en-US" b="1" dirty="0"/>
            <a:t>Types of computers</a:t>
          </a:r>
          <a:endParaRPr lang="en-MW" dirty="0"/>
        </a:p>
      </dgm:t>
    </dgm:pt>
    <dgm:pt modelId="{9F870F45-2D4E-4D66-9176-74384498EFDB}" type="parTrans" cxnId="{B07BB85A-5CA8-463E-93AF-34437496DDCD}">
      <dgm:prSet/>
      <dgm:spPr/>
      <dgm:t>
        <a:bodyPr/>
        <a:lstStyle/>
        <a:p>
          <a:endParaRPr lang="en-MW"/>
        </a:p>
      </dgm:t>
    </dgm:pt>
    <dgm:pt modelId="{F114E98C-C935-4118-9CD8-5676B8B7A87A}" type="sibTrans" cxnId="{B07BB85A-5CA8-463E-93AF-34437496DDCD}">
      <dgm:prSet/>
      <dgm:spPr/>
      <dgm:t>
        <a:bodyPr/>
        <a:lstStyle/>
        <a:p>
          <a:endParaRPr lang="en-MW"/>
        </a:p>
      </dgm:t>
    </dgm:pt>
    <dgm:pt modelId="{C90A9E61-F078-410A-A952-D3523E64324C}" type="pres">
      <dgm:prSet presAssocID="{A78866CC-7BFB-4DF7-A7DF-3E709C6E7DDA}" presName="Name0" presStyleCnt="0">
        <dgm:presLayoutVars>
          <dgm:chMax val="7"/>
          <dgm:dir/>
          <dgm:animLvl val="lvl"/>
          <dgm:resizeHandles val="exact"/>
        </dgm:presLayoutVars>
      </dgm:prSet>
      <dgm:spPr/>
    </dgm:pt>
    <dgm:pt modelId="{E6B8B236-E401-4F22-BA27-259BF2D4077C}" type="pres">
      <dgm:prSet presAssocID="{60C623CF-0F1C-4BE1-AE9F-A94F8CA0ED50}" presName="circle1" presStyleLbl="node1" presStyleIdx="0" presStyleCnt="1"/>
      <dgm:spPr/>
    </dgm:pt>
    <dgm:pt modelId="{CABCDF23-1A13-4BAB-80AD-4D6654BA7FF5}" type="pres">
      <dgm:prSet presAssocID="{60C623CF-0F1C-4BE1-AE9F-A94F8CA0ED50}" presName="space" presStyleCnt="0"/>
      <dgm:spPr/>
    </dgm:pt>
    <dgm:pt modelId="{62D218B6-A5BF-4EBE-A704-5D7996BB297C}" type="pres">
      <dgm:prSet presAssocID="{60C623CF-0F1C-4BE1-AE9F-A94F8CA0ED50}" presName="rect1" presStyleLbl="alignAcc1" presStyleIdx="0" presStyleCnt="1" custLinFactNeighborY="-32402"/>
      <dgm:spPr/>
    </dgm:pt>
    <dgm:pt modelId="{30A9CAE0-1FDD-4E55-9912-14046EC6A0F6}" type="pres">
      <dgm:prSet presAssocID="{60C623CF-0F1C-4BE1-AE9F-A94F8CA0ED50}" presName="rect1ParTxNoCh" presStyleLbl="alignAcc1" presStyleIdx="0" presStyleCnt="1">
        <dgm:presLayoutVars>
          <dgm:chMax val="1"/>
          <dgm:bulletEnabled val="1"/>
        </dgm:presLayoutVars>
      </dgm:prSet>
      <dgm:spPr/>
    </dgm:pt>
  </dgm:ptLst>
  <dgm:cxnLst>
    <dgm:cxn modelId="{102B9D49-ED64-43E4-AA9A-795D399A0C48}" type="presOf" srcId="{A78866CC-7BFB-4DF7-A7DF-3E709C6E7DDA}" destId="{C90A9E61-F078-410A-A952-D3523E64324C}" srcOrd="0" destOrd="0" presId="urn:microsoft.com/office/officeart/2005/8/layout/target3"/>
    <dgm:cxn modelId="{B07BB85A-5CA8-463E-93AF-34437496DDCD}" srcId="{A78866CC-7BFB-4DF7-A7DF-3E709C6E7DDA}" destId="{60C623CF-0F1C-4BE1-AE9F-A94F8CA0ED50}" srcOrd="0" destOrd="0" parTransId="{9F870F45-2D4E-4D66-9176-74384498EFDB}" sibTransId="{F114E98C-C935-4118-9CD8-5676B8B7A87A}"/>
    <dgm:cxn modelId="{22C04E94-12C4-4F69-9762-902F16B92DA4}" type="presOf" srcId="{60C623CF-0F1C-4BE1-AE9F-A94F8CA0ED50}" destId="{62D218B6-A5BF-4EBE-A704-5D7996BB297C}" srcOrd="0" destOrd="0" presId="urn:microsoft.com/office/officeart/2005/8/layout/target3"/>
    <dgm:cxn modelId="{8C4866A1-9513-4DE6-89DB-BA819DE9A61C}" type="presOf" srcId="{60C623CF-0F1C-4BE1-AE9F-A94F8CA0ED50}" destId="{30A9CAE0-1FDD-4E55-9912-14046EC6A0F6}" srcOrd="1" destOrd="0" presId="urn:microsoft.com/office/officeart/2005/8/layout/target3"/>
    <dgm:cxn modelId="{51E5ABB3-3F90-4060-89DE-AF756918B4AD}" type="presParOf" srcId="{C90A9E61-F078-410A-A952-D3523E64324C}" destId="{E6B8B236-E401-4F22-BA27-259BF2D4077C}" srcOrd="0" destOrd="0" presId="urn:microsoft.com/office/officeart/2005/8/layout/target3"/>
    <dgm:cxn modelId="{F95539C2-CA2D-44C7-B252-1FC5FD505E50}" type="presParOf" srcId="{C90A9E61-F078-410A-A952-D3523E64324C}" destId="{CABCDF23-1A13-4BAB-80AD-4D6654BA7FF5}" srcOrd="1" destOrd="0" presId="urn:microsoft.com/office/officeart/2005/8/layout/target3"/>
    <dgm:cxn modelId="{24C3BAAE-E939-433E-92E7-C9FA1C5C3260}" type="presParOf" srcId="{C90A9E61-F078-410A-A952-D3523E64324C}" destId="{62D218B6-A5BF-4EBE-A704-5D7996BB297C}" srcOrd="2" destOrd="0" presId="urn:microsoft.com/office/officeart/2005/8/layout/target3"/>
    <dgm:cxn modelId="{F4502DA3-44CF-471B-BB1F-7CD1CF301FEE}" type="presParOf" srcId="{C90A9E61-F078-410A-A952-D3523E64324C}" destId="{30A9CAE0-1FDD-4E55-9912-14046EC6A0F6}"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A78866CC-7BFB-4DF7-A7DF-3E709C6E7DDA}" type="doc">
      <dgm:prSet loTypeId="urn:microsoft.com/office/officeart/2005/8/layout/target3" loCatId="relationship" qsTypeId="urn:microsoft.com/office/officeart/2005/8/quickstyle/simple1" qsCatId="simple" csTypeId="urn:microsoft.com/office/officeart/2005/8/colors/accent1_2" csCatId="accent1" phldr="1"/>
      <dgm:spPr/>
      <dgm:t>
        <a:bodyPr/>
        <a:lstStyle/>
        <a:p>
          <a:endParaRPr lang="en-MW"/>
        </a:p>
      </dgm:t>
    </dgm:pt>
    <dgm:pt modelId="{60C623CF-0F1C-4BE1-AE9F-A94F8CA0ED50}">
      <dgm:prSet/>
      <dgm:spPr/>
      <dgm:t>
        <a:bodyPr/>
        <a:lstStyle/>
        <a:p>
          <a:pPr algn="l"/>
          <a:r>
            <a:rPr lang="en-US" b="1" dirty="0"/>
            <a:t>Types of computers</a:t>
          </a:r>
          <a:endParaRPr lang="en-MW" dirty="0"/>
        </a:p>
      </dgm:t>
    </dgm:pt>
    <dgm:pt modelId="{9F870F45-2D4E-4D66-9176-74384498EFDB}" type="parTrans" cxnId="{B07BB85A-5CA8-463E-93AF-34437496DDCD}">
      <dgm:prSet/>
      <dgm:spPr/>
      <dgm:t>
        <a:bodyPr/>
        <a:lstStyle/>
        <a:p>
          <a:endParaRPr lang="en-MW"/>
        </a:p>
      </dgm:t>
    </dgm:pt>
    <dgm:pt modelId="{F114E98C-C935-4118-9CD8-5676B8B7A87A}" type="sibTrans" cxnId="{B07BB85A-5CA8-463E-93AF-34437496DDCD}">
      <dgm:prSet/>
      <dgm:spPr/>
      <dgm:t>
        <a:bodyPr/>
        <a:lstStyle/>
        <a:p>
          <a:endParaRPr lang="en-MW"/>
        </a:p>
      </dgm:t>
    </dgm:pt>
    <dgm:pt modelId="{C90A9E61-F078-410A-A952-D3523E64324C}" type="pres">
      <dgm:prSet presAssocID="{A78866CC-7BFB-4DF7-A7DF-3E709C6E7DDA}" presName="Name0" presStyleCnt="0">
        <dgm:presLayoutVars>
          <dgm:chMax val="7"/>
          <dgm:dir/>
          <dgm:animLvl val="lvl"/>
          <dgm:resizeHandles val="exact"/>
        </dgm:presLayoutVars>
      </dgm:prSet>
      <dgm:spPr/>
    </dgm:pt>
    <dgm:pt modelId="{E6B8B236-E401-4F22-BA27-259BF2D4077C}" type="pres">
      <dgm:prSet presAssocID="{60C623CF-0F1C-4BE1-AE9F-A94F8CA0ED50}" presName="circle1" presStyleLbl="node1" presStyleIdx="0" presStyleCnt="1"/>
      <dgm:spPr/>
    </dgm:pt>
    <dgm:pt modelId="{CABCDF23-1A13-4BAB-80AD-4D6654BA7FF5}" type="pres">
      <dgm:prSet presAssocID="{60C623CF-0F1C-4BE1-AE9F-A94F8CA0ED50}" presName="space" presStyleCnt="0"/>
      <dgm:spPr/>
    </dgm:pt>
    <dgm:pt modelId="{62D218B6-A5BF-4EBE-A704-5D7996BB297C}" type="pres">
      <dgm:prSet presAssocID="{60C623CF-0F1C-4BE1-AE9F-A94F8CA0ED50}" presName="rect1" presStyleLbl="alignAcc1" presStyleIdx="0" presStyleCnt="1" custLinFactNeighborY="-32402"/>
      <dgm:spPr/>
    </dgm:pt>
    <dgm:pt modelId="{30A9CAE0-1FDD-4E55-9912-14046EC6A0F6}" type="pres">
      <dgm:prSet presAssocID="{60C623CF-0F1C-4BE1-AE9F-A94F8CA0ED50}" presName="rect1ParTxNoCh" presStyleLbl="alignAcc1" presStyleIdx="0" presStyleCnt="1">
        <dgm:presLayoutVars>
          <dgm:chMax val="1"/>
          <dgm:bulletEnabled val="1"/>
        </dgm:presLayoutVars>
      </dgm:prSet>
      <dgm:spPr/>
    </dgm:pt>
  </dgm:ptLst>
  <dgm:cxnLst>
    <dgm:cxn modelId="{102B9D49-ED64-43E4-AA9A-795D399A0C48}" type="presOf" srcId="{A78866CC-7BFB-4DF7-A7DF-3E709C6E7DDA}" destId="{C90A9E61-F078-410A-A952-D3523E64324C}" srcOrd="0" destOrd="0" presId="urn:microsoft.com/office/officeart/2005/8/layout/target3"/>
    <dgm:cxn modelId="{B07BB85A-5CA8-463E-93AF-34437496DDCD}" srcId="{A78866CC-7BFB-4DF7-A7DF-3E709C6E7DDA}" destId="{60C623CF-0F1C-4BE1-AE9F-A94F8CA0ED50}" srcOrd="0" destOrd="0" parTransId="{9F870F45-2D4E-4D66-9176-74384498EFDB}" sibTransId="{F114E98C-C935-4118-9CD8-5676B8B7A87A}"/>
    <dgm:cxn modelId="{22C04E94-12C4-4F69-9762-902F16B92DA4}" type="presOf" srcId="{60C623CF-0F1C-4BE1-AE9F-A94F8CA0ED50}" destId="{62D218B6-A5BF-4EBE-A704-5D7996BB297C}" srcOrd="0" destOrd="0" presId="urn:microsoft.com/office/officeart/2005/8/layout/target3"/>
    <dgm:cxn modelId="{8C4866A1-9513-4DE6-89DB-BA819DE9A61C}" type="presOf" srcId="{60C623CF-0F1C-4BE1-AE9F-A94F8CA0ED50}" destId="{30A9CAE0-1FDD-4E55-9912-14046EC6A0F6}" srcOrd="1" destOrd="0" presId="urn:microsoft.com/office/officeart/2005/8/layout/target3"/>
    <dgm:cxn modelId="{51E5ABB3-3F90-4060-89DE-AF756918B4AD}" type="presParOf" srcId="{C90A9E61-F078-410A-A952-D3523E64324C}" destId="{E6B8B236-E401-4F22-BA27-259BF2D4077C}" srcOrd="0" destOrd="0" presId="urn:microsoft.com/office/officeart/2005/8/layout/target3"/>
    <dgm:cxn modelId="{F95539C2-CA2D-44C7-B252-1FC5FD505E50}" type="presParOf" srcId="{C90A9E61-F078-410A-A952-D3523E64324C}" destId="{CABCDF23-1A13-4BAB-80AD-4D6654BA7FF5}" srcOrd="1" destOrd="0" presId="urn:microsoft.com/office/officeart/2005/8/layout/target3"/>
    <dgm:cxn modelId="{24C3BAAE-E939-433E-92E7-C9FA1C5C3260}" type="presParOf" srcId="{C90A9E61-F078-410A-A952-D3523E64324C}" destId="{62D218B6-A5BF-4EBE-A704-5D7996BB297C}" srcOrd="2" destOrd="0" presId="urn:microsoft.com/office/officeart/2005/8/layout/target3"/>
    <dgm:cxn modelId="{F4502DA3-44CF-471B-BB1F-7CD1CF301FEE}" type="presParOf" srcId="{C90A9E61-F078-410A-A952-D3523E64324C}" destId="{30A9CAE0-1FDD-4E55-9912-14046EC6A0F6}"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A78866CC-7BFB-4DF7-A7DF-3E709C6E7DDA}" type="doc">
      <dgm:prSet loTypeId="urn:microsoft.com/office/officeart/2005/8/layout/target3" loCatId="relationship" qsTypeId="urn:microsoft.com/office/officeart/2005/8/quickstyle/simple1" qsCatId="simple" csTypeId="urn:microsoft.com/office/officeart/2005/8/colors/accent1_2" csCatId="accent1" phldr="1"/>
      <dgm:spPr/>
      <dgm:t>
        <a:bodyPr/>
        <a:lstStyle/>
        <a:p>
          <a:endParaRPr lang="en-MW"/>
        </a:p>
      </dgm:t>
    </dgm:pt>
    <dgm:pt modelId="{60C623CF-0F1C-4BE1-AE9F-A94F8CA0ED50}">
      <dgm:prSet/>
      <dgm:spPr/>
      <dgm:t>
        <a:bodyPr/>
        <a:lstStyle/>
        <a:p>
          <a:pPr algn="l"/>
          <a:r>
            <a:rPr lang="en-US" b="1" dirty="0"/>
            <a:t>Types of computers</a:t>
          </a:r>
          <a:endParaRPr lang="en-MW" dirty="0"/>
        </a:p>
      </dgm:t>
    </dgm:pt>
    <dgm:pt modelId="{9F870F45-2D4E-4D66-9176-74384498EFDB}" type="parTrans" cxnId="{B07BB85A-5CA8-463E-93AF-34437496DDCD}">
      <dgm:prSet/>
      <dgm:spPr/>
      <dgm:t>
        <a:bodyPr/>
        <a:lstStyle/>
        <a:p>
          <a:endParaRPr lang="en-MW"/>
        </a:p>
      </dgm:t>
    </dgm:pt>
    <dgm:pt modelId="{F114E98C-C935-4118-9CD8-5676B8B7A87A}" type="sibTrans" cxnId="{B07BB85A-5CA8-463E-93AF-34437496DDCD}">
      <dgm:prSet/>
      <dgm:spPr/>
      <dgm:t>
        <a:bodyPr/>
        <a:lstStyle/>
        <a:p>
          <a:endParaRPr lang="en-MW"/>
        </a:p>
      </dgm:t>
    </dgm:pt>
    <dgm:pt modelId="{C90A9E61-F078-410A-A952-D3523E64324C}" type="pres">
      <dgm:prSet presAssocID="{A78866CC-7BFB-4DF7-A7DF-3E709C6E7DDA}" presName="Name0" presStyleCnt="0">
        <dgm:presLayoutVars>
          <dgm:chMax val="7"/>
          <dgm:dir/>
          <dgm:animLvl val="lvl"/>
          <dgm:resizeHandles val="exact"/>
        </dgm:presLayoutVars>
      </dgm:prSet>
      <dgm:spPr/>
    </dgm:pt>
    <dgm:pt modelId="{E6B8B236-E401-4F22-BA27-259BF2D4077C}" type="pres">
      <dgm:prSet presAssocID="{60C623CF-0F1C-4BE1-AE9F-A94F8CA0ED50}" presName="circle1" presStyleLbl="node1" presStyleIdx="0" presStyleCnt="1"/>
      <dgm:spPr/>
    </dgm:pt>
    <dgm:pt modelId="{CABCDF23-1A13-4BAB-80AD-4D6654BA7FF5}" type="pres">
      <dgm:prSet presAssocID="{60C623CF-0F1C-4BE1-AE9F-A94F8CA0ED50}" presName="space" presStyleCnt="0"/>
      <dgm:spPr/>
    </dgm:pt>
    <dgm:pt modelId="{62D218B6-A5BF-4EBE-A704-5D7996BB297C}" type="pres">
      <dgm:prSet presAssocID="{60C623CF-0F1C-4BE1-AE9F-A94F8CA0ED50}" presName="rect1" presStyleLbl="alignAcc1" presStyleIdx="0" presStyleCnt="1" custLinFactNeighborY="-32402"/>
      <dgm:spPr/>
    </dgm:pt>
    <dgm:pt modelId="{30A9CAE0-1FDD-4E55-9912-14046EC6A0F6}" type="pres">
      <dgm:prSet presAssocID="{60C623CF-0F1C-4BE1-AE9F-A94F8CA0ED50}" presName="rect1ParTxNoCh" presStyleLbl="alignAcc1" presStyleIdx="0" presStyleCnt="1">
        <dgm:presLayoutVars>
          <dgm:chMax val="1"/>
          <dgm:bulletEnabled val="1"/>
        </dgm:presLayoutVars>
      </dgm:prSet>
      <dgm:spPr/>
    </dgm:pt>
  </dgm:ptLst>
  <dgm:cxnLst>
    <dgm:cxn modelId="{102B9D49-ED64-43E4-AA9A-795D399A0C48}" type="presOf" srcId="{A78866CC-7BFB-4DF7-A7DF-3E709C6E7DDA}" destId="{C90A9E61-F078-410A-A952-D3523E64324C}" srcOrd="0" destOrd="0" presId="urn:microsoft.com/office/officeart/2005/8/layout/target3"/>
    <dgm:cxn modelId="{B07BB85A-5CA8-463E-93AF-34437496DDCD}" srcId="{A78866CC-7BFB-4DF7-A7DF-3E709C6E7DDA}" destId="{60C623CF-0F1C-4BE1-AE9F-A94F8CA0ED50}" srcOrd="0" destOrd="0" parTransId="{9F870F45-2D4E-4D66-9176-74384498EFDB}" sibTransId="{F114E98C-C935-4118-9CD8-5676B8B7A87A}"/>
    <dgm:cxn modelId="{22C04E94-12C4-4F69-9762-902F16B92DA4}" type="presOf" srcId="{60C623CF-0F1C-4BE1-AE9F-A94F8CA0ED50}" destId="{62D218B6-A5BF-4EBE-A704-5D7996BB297C}" srcOrd="0" destOrd="0" presId="urn:microsoft.com/office/officeart/2005/8/layout/target3"/>
    <dgm:cxn modelId="{8C4866A1-9513-4DE6-89DB-BA819DE9A61C}" type="presOf" srcId="{60C623CF-0F1C-4BE1-AE9F-A94F8CA0ED50}" destId="{30A9CAE0-1FDD-4E55-9912-14046EC6A0F6}" srcOrd="1" destOrd="0" presId="urn:microsoft.com/office/officeart/2005/8/layout/target3"/>
    <dgm:cxn modelId="{51E5ABB3-3F90-4060-89DE-AF756918B4AD}" type="presParOf" srcId="{C90A9E61-F078-410A-A952-D3523E64324C}" destId="{E6B8B236-E401-4F22-BA27-259BF2D4077C}" srcOrd="0" destOrd="0" presId="urn:microsoft.com/office/officeart/2005/8/layout/target3"/>
    <dgm:cxn modelId="{F95539C2-CA2D-44C7-B252-1FC5FD505E50}" type="presParOf" srcId="{C90A9E61-F078-410A-A952-D3523E64324C}" destId="{CABCDF23-1A13-4BAB-80AD-4D6654BA7FF5}" srcOrd="1" destOrd="0" presId="urn:microsoft.com/office/officeart/2005/8/layout/target3"/>
    <dgm:cxn modelId="{24C3BAAE-E939-433E-92E7-C9FA1C5C3260}" type="presParOf" srcId="{C90A9E61-F078-410A-A952-D3523E64324C}" destId="{62D218B6-A5BF-4EBE-A704-5D7996BB297C}" srcOrd="2" destOrd="0" presId="urn:microsoft.com/office/officeart/2005/8/layout/target3"/>
    <dgm:cxn modelId="{F4502DA3-44CF-471B-BB1F-7CD1CF301FEE}" type="presParOf" srcId="{C90A9E61-F078-410A-A952-D3523E64324C}" destId="{30A9CAE0-1FDD-4E55-9912-14046EC6A0F6}"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A78866CC-7BFB-4DF7-A7DF-3E709C6E7DDA}" type="doc">
      <dgm:prSet loTypeId="urn:microsoft.com/office/officeart/2005/8/layout/target3" loCatId="relationship" qsTypeId="urn:microsoft.com/office/officeart/2005/8/quickstyle/simple1" qsCatId="simple" csTypeId="urn:microsoft.com/office/officeart/2005/8/colors/accent1_2" csCatId="accent1" phldr="1"/>
      <dgm:spPr/>
      <dgm:t>
        <a:bodyPr/>
        <a:lstStyle/>
        <a:p>
          <a:endParaRPr lang="en-MW"/>
        </a:p>
      </dgm:t>
    </dgm:pt>
    <dgm:pt modelId="{60C623CF-0F1C-4BE1-AE9F-A94F8CA0ED50}">
      <dgm:prSet/>
      <dgm:spPr/>
      <dgm:t>
        <a:bodyPr/>
        <a:lstStyle/>
        <a:p>
          <a:pPr algn="l"/>
          <a:r>
            <a:rPr lang="en-US" b="1" dirty="0"/>
            <a:t>Types of computers</a:t>
          </a:r>
          <a:endParaRPr lang="en-MW" dirty="0"/>
        </a:p>
      </dgm:t>
    </dgm:pt>
    <dgm:pt modelId="{9F870F45-2D4E-4D66-9176-74384498EFDB}" type="parTrans" cxnId="{B07BB85A-5CA8-463E-93AF-34437496DDCD}">
      <dgm:prSet/>
      <dgm:spPr/>
      <dgm:t>
        <a:bodyPr/>
        <a:lstStyle/>
        <a:p>
          <a:endParaRPr lang="en-MW"/>
        </a:p>
      </dgm:t>
    </dgm:pt>
    <dgm:pt modelId="{F114E98C-C935-4118-9CD8-5676B8B7A87A}" type="sibTrans" cxnId="{B07BB85A-5CA8-463E-93AF-34437496DDCD}">
      <dgm:prSet/>
      <dgm:spPr/>
      <dgm:t>
        <a:bodyPr/>
        <a:lstStyle/>
        <a:p>
          <a:endParaRPr lang="en-MW"/>
        </a:p>
      </dgm:t>
    </dgm:pt>
    <dgm:pt modelId="{C90A9E61-F078-410A-A952-D3523E64324C}" type="pres">
      <dgm:prSet presAssocID="{A78866CC-7BFB-4DF7-A7DF-3E709C6E7DDA}" presName="Name0" presStyleCnt="0">
        <dgm:presLayoutVars>
          <dgm:chMax val="7"/>
          <dgm:dir/>
          <dgm:animLvl val="lvl"/>
          <dgm:resizeHandles val="exact"/>
        </dgm:presLayoutVars>
      </dgm:prSet>
      <dgm:spPr/>
    </dgm:pt>
    <dgm:pt modelId="{E6B8B236-E401-4F22-BA27-259BF2D4077C}" type="pres">
      <dgm:prSet presAssocID="{60C623CF-0F1C-4BE1-AE9F-A94F8CA0ED50}" presName="circle1" presStyleLbl="node1" presStyleIdx="0" presStyleCnt="1"/>
      <dgm:spPr/>
    </dgm:pt>
    <dgm:pt modelId="{CABCDF23-1A13-4BAB-80AD-4D6654BA7FF5}" type="pres">
      <dgm:prSet presAssocID="{60C623CF-0F1C-4BE1-AE9F-A94F8CA0ED50}" presName="space" presStyleCnt="0"/>
      <dgm:spPr/>
    </dgm:pt>
    <dgm:pt modelId="{62D218B6-A5BF-4EBE-A704-5D7996BB297C}" type="pres">
      <dgm:prSet presAssocID="{60C623CF-0F1C-4BE1-AE9F-A94F8CA0ED50}" presName="rect1" presStyleLbl="alignAcc1" presStyleIdx="0" presStyleCnt="1" custLinFactNeighborY="-32402"/>
      <dgm:spPr/>
    </dgm:pt>
    <dgm:pt modelId="{30A9CAE0-1FDD-4E55-9912-14046EC6A0F6}" type="pres">
      <dgm:prSet presAssocID="{60C623CF-0F1C-4BE1-AE9F-A94F8CA0ED50}" presName="rect1ParTxNoCh" presStyleLbl="alignAcc1" presStyleIdx="0" presStyleCnt="1">
        <dgm:presLayoutVars>
          <dgm:chMax val="1"/>
          <dgm:bulletEnabled val="1"/>
        </dgm:presLayoutVars>
      </dgm:prSet>
      <dgm:spPr/>
    </dgm:pt>
  </dgm:ptLst>
  <dgm:cxnLst>
    <dgm:cxn modelId="{102B9D49-ED64-43E4-AA9A-795D399A0C48}" type="presOf" srcId="{A78866CC-7BFB-4DF7-A7DF-3E709C6E7DDA}" destId="{C90A9E61-F078-410A-A952-D3523E64324C}" srcOrd="0" destOrd="0" presId="urn:microsoft.com/office/officeart/2005/8/layout/target3"/>
    <dgm:cxn modelId="{B07BB85A-5CA8-463E-93AF-34437496DDCD}" srcId="{A78866CC-7BFB-4DF7-A7DF-3E709C6E7DDA}" destId="{60C623CF-0F1C-4BE1-AE9F-A94F8CA0ED50}" srcOrd="0" destOrd="0" parTransId="{9F870F45-2D4E-4D66-9176-74384498EFDB}" sibTransId="{F114E98C-C935-4118-9CD8-5676B8B7A87A}"/>
    <dgm:cxn modelId="{22C04E94-12C4-4F69-9762-902F16B92DA4}" type="presOf" srcId="{60C623CF-0F1C-4BE1-AE9F-A94F8CA0ED50}" destId="{62D218B6-A5BF-4EBE-A704-5D7996BB297C}" srcOrd="0" destOrd="0" presId="urn:microsoft.com/office/officeart/2005/8/layout/target3"/>
    <dgm:cxn modelId="{8C4866A1-9513-4DE6-89DB-BA819DE9A61C}" type="presOf" srcId="{60C623CF-0F1C-4BE1-AE9F-A94F8CA0ED50}" destId="{30A9CAE0-1FDD-4E55-9912-14046EC6A0F6}" srcOrd="1" destOrd="0" presId="urn:microsoft.com/office/officeart/2005/8/layout/target3"/>
    <dgm:cxn modelId="{51E5ABB3-3F90-4060-89DE-AF756918B4AD}" type="presParOf" srcId="{C90A9E61-F078-410A-A952-D3523E64324C}" destId="{E6B8B236-E401-4F22-BA27-259BF2D4077C}" srcOrd="0" destOrd="0" presId="urn:microsoft.com/office/officeart/2005/8/layout/target3"/>
    <dgm:cxn modelId="{F95539C2-CA2D-44C7-B252-1FC5FD505E50}" type="presParOf" srcId="{C90A9E61-F078-410A-A952-D3523E64324C}" destId="{CABCDF23-1A13-4BAB-80AD-4D6654BA7FF5}" srcOrd="1" destOrd="0" presId="urn:microsoft.com/office/officeart/2005/8/layout/target3"/>
    <dgm:cxn modelId="{24C3BAAE-E939-433E-92E7-C9FA1C5C3260}" type="presParOf" srcId="{C90A9E61-F078-410A-A952-D3523E64324C}" destId="{62D218B6-A5BF-4EBE-A704-5D7996BB297C}" srcOrd="2" destOrd="0" presId="urn:microsoft.com/office/officeart/2005/8/layout/target3"/>
    <dgm:cxn modelId="{F4502DA3-44CF-471B-BB1F-7CD1CF301FEE}" type="presParOf" srcId="{C90A9E61-F078-410A-A952-D3523E64324C}" destId="{30A9CAE0-1FDD-4E55-9912-14046EC6A0F6}"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A78866CC-7BFB-4DF7-A7DF-3E709C6E7DDA}" type="doc">
      <dgm:prSet loTypeId="urn:microsoft.com/office/officeart/2005/8/layout/target3" loCatId="relationship" qsTypeId="urn:microsoft.com/office/officeart/2005/8/quickstyle/simple1" qsCatId="simple" csTypeId="urn:microsoft.com/office/officeart/2005/8/colors/accent1_2" csCatId="accent1" phldr="1"/>
      <dgm:spPr/>
      <dgm:t>
        <a:bodyPr/>
        <a:lstStyle/>
        <a:p>
          <a:endParaRPr lang="en-MW"/>
        </a:p>
      </dgm:t>
    </dgm:pt>
    <dgm:pt modelId="{60C623CF-0F1C-4BE1-AE9F-A94F8CA0ED50}">
      <dgm:prSet/>
      <dgm:spPr/>
      <dgm:t>
        <a:bodyPr/>
        <a:lstStyle/>
        <a:p>
          <a:pPr algn="l"/>
          <a:r>
            <a:rPr lang="en-US" b="1" dirty="0"/>
            <a:t>Types of computers</a:t>
          </a:r>
          <a:endParaRPr lang="en-MW" dirty="0"/>
        </a:p>
      </dgm:t>
    </dgm:pt>
    <dgm:pt modelId="{9F870F45-2D4E-4D66-9176-74384498EFDB}" type="parTrans" cxnId="{B07BB85A-5CA8-463E-93AF-34437496DDCD}">
      <dgm:prSet/>
      <dgm:spPr/>
      <dgm:t>
        <a:bodyPr/>
        <a:lstStyle/>
        <a:p>
          <a:endParaRPr lang="en-MW"/>
        </a:p>
      </dgm:t>
    </dgm:pt>
    <dgm:pt modelId="{F114E98C-C935-4118-9CD8-5676B8B7A87A}" type="sibTrans" cxnId="{B07BB85A-5CA8-463E-93AF-34437496DDCD}">
      <dgm:prSet/>
      <dgm:spPr/>
      <dgm:t>
        <a:bodyPr/>
        <a:lstStyle/>
        <a:p>
          <a:endParaRPr lang="en-MW"/>
        </a:p>
      </dgm:t>
    </dgm:pt>
    <dgm:pt modelId="{C90A9E61-F078-410A-A952-D3523E64324C}" type="pres">
      <dgm:prSet presAssocID="{A78866CC-7BFB-4DF7-A7DF-3E709C6E7DDA}" presName="Name0" presStyleCnt="0">
        <dgm:presLayoutVars>
          <dgm:chMax val="7"/>
          <dgm:dir/>
          <dgm:animLvl val="lvl"/>
          <dgm:resizeHandles val="exact"/>
        </dgm:presLayoutVars>
      </dgm:prSet>
      <dgm:spPr/>
    </dgm:pt>
    <dgm:pt modelId="{E6B8B236-E401-4F22-BA27-259BF2D4077C}" type="pres">
      <dgm:prSet presAssocID="{60C623CF-0F1C-4BE1-AE9F-A94F8CA0ED50}" presName="circle1" presStyleLbl="node1" presStyleIdx="0" presStyleCnt="1"/>
      <dgm:spPr/>
    </dgm:pt>
    <dgm:pt modelId="{CABCDF23-1A13-4BAB-80AD-4D6654BA7FF5}" type="pres">
      <dgm:prSet presAssocID="{60C623CF-0F1C-4BE1-AE9F-A94F8CA0ED50}" presName="space" presStyleCnt="0"/>
      <dgm:spPr/>
    </dgm:pt>
    <dgm:pt modelId="{62D218B6-A5BF-4EBE-A704-5D7996BB297C}" type="pres">
      <dgm:prSet presAssocID="{60C623CF-0F1C-4BE1-AE9F-A94F8CA0ED50}" presName="rect1" presStyleLbl="alignAcc1" presStyleIdx="0" presStyleCnt="1" custLinFactNeighborY="-32402"/>
      <dgm:spPr/>
    </dgm:pt>
    <dgm:pt modelId="{30A9CAE0-1FDD-4E55-9912-14046EC6A0F6}" type="pres">
      <dgm:prSet presAssocID="{60C623CF-0F1C-4BE1-AE9F-A94F8CA0ED50}" presName="rect1ParTxNoCh" presStyleLbl="alignAcc1" presStyleIdx="0" presStyleCnt="1">
        <dgm:presLayoutVars>
          <dgm:chMax val="1"/>
          <dgm:bulletEnabled val="1"/>
        </dgm:presLayoutVars>
      </dgm:prSet>
      <dgm:spPr/>
    </dgm:pt>
  </dgm:ptLst>
  <dgm:cxnLst>
    <dgm:cxn modelId="{102B9D49-ED64-43E4-AA9A-795D399A0C48}" type="presOf" srcId="{A78866CC-7BFB-4DF7-A7DF-3E709C6E7DDA}" destId="{C90A9E61-F078-410A-A952-D3523E64324C}" srcOrd="0" destOrd="0" presId="urn:microsoft.com/office/officeart/2005/8/layout/target3"/>
    <dgm:cxn modelId="{B07BB85A-5CA8-463E-93AF-34437496DDCD}" srcId="{A78866CC-7BFB-4DF7-A7DF-3E709C6E7DDA}" destId="{60C623CF-0F1C-4BE1-AE9F-A94F8CA0ED50}" srcOrd="0" destOrd="0" parTransId="{9F870F45-2D4E-4D66-9176-74384498EFDB}" sibTransId="{F114E98C-C935-4118-9CD8-5676B8B7A87A}"/>
    <dgm:cxn modelId="{22C04E94-12C4-4F69-9762-902F16B92DA4}" type="presOf" srcId="{60C623CF-0F1C-4BE1-AE9F-A94F8CA0ED50}" destId="{62D218B6-A5BF-4EBE-A704-5D7996BB297C}" srcOrd="0" destOrd="0" presId="urn:microsoft.com/office/officeart/2005/8/layout/target3"/>
    <dgm:cxn modelId="{8C4866A1-9513-4DE6-89DB-BA819DE9A61C}" type="presOf" srcId="{60C623CF-0F1C-4BE1-AE9F-A94F8CA0ED50}" destId="{30A9CAE0-1FDD-4E55-9912-14046EC6A0F6}" srcOrd="1" destOrd="0" presId="urn:microsoft.com/office/officeart/2005/8/layout/target3"/>
    <dgm:cxn modelId="{51E5ABB3-3F90-4060-89DE-AF756918B4AD}" type="presParOf" srcId="{C90A9E61-F078-410A-A952-D3523E64324C}" destId="{E6B8B236-E401-4F22-BA27-259BF2D4077C}" srcOrd="0" destOrd="0" presId="urn:microsoft.com/office/officeart/2005/8/layout/target3"/>
    <dgm:cxn modelId="{F95539C2-CA2D-44C7-B252-1FC5FD505E50}" type="presParOf" srcId="{C90A9E61-F078-410A-A952-D3523E64324C}" destId="{CABCDF23-1A13-4BAB-80AD-4D6654BA7FF5}" srcOrd="1" destOrd="0" presId="urn:microsoft.com/office/officeart/2005/8/layout/target3"/>
    <dgm:cxn modelId="{24C3BAAE-E939-433E-92E7-C9FA1C5C3260}" type="presParOf" srcId="{C90A9E61-F078-410A-A952-D3523E64324C}" destId="{62D218B6-A5BF-4EBE-A704-5D7996BB297C}" srcOrd="2" destOrd="0" presId="urn:microsoft.com/office/officeart/2005/8/layout/target3"/>
    <dgm:cxn modelId="{F4502DA3-44CF-471B-BB1F-7CD1CF301FEE}" type="presParOf" srcId="{C90A9E61-F078-410A-A952-D3523E64324C}" destId="{30A9CAE0-1FDD-4E55-9912-14046EC6A0F6}"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A78866CC-7BFB-4DF7-A7DF-3E709C6E7DDA}" type="doc">
      <dgm:prSet loTypeId="urn:microsoft.com/office/officeart/2005/8/layout/target3" loCatId="relationship" qsTypeId="urn:microsoft.com/office/officeart/2005/8/quickstyle/simple1" qsCatId="simple" csTypeId="urn:microsoft.com/office/officeart/2005/8/colors/accent1_2" csCatId="accent1" phldr="1"/>
      <dgm:spPr/>
      <dgm:t>
        <a:bodyPr/>
        <a:lstStyle/>
        <a:p>
          <a:endParaRPr lang="en-MW"/>
        </a:p>
      </dgm:t>
    </dgm:pt>
    <dgm:pt modelId="{60C623CF-0F1C-4BE1-AE9F-A94F8CA0ED50}">
      <dgm:prSet/>
      <dgm:spPr/>
      <dgm:t>
        <a:bodyPr/>
        <a:lstStyle/>
        <a:p>
          <a:pPr algn="l"/>
          <a:r>
            <a:rPr lang="en-US" b="0" dirty="0"/>
            <a:t>Servers</a:t>
          </a:r>
          <a:endParaRPr lang="en-MW" b="0" dirty="0"/>
        </a:p>
      </dgm:t>
    </dgm:pt>
    <dgm:pt modelId="{9F870F45-2D4E-4D66-9176-74384498EFDB}" type="parTrans" cxnId="{B07BB85A-5CA8-463E-93AF-34437496DDCD}">
      <dgm:prSet/>
      <dgm:spPr/>
      <dgm:t>
        <a:bodyPr/>
        <a:lstStyle/>
        <a:p>
          <a:endParaRPr lang="en-MW"/>
        </a:p>
      </dgm:t>
    </dgm:pt>
    <dgm:pt modelId="{F114E98C-C935-4118-9CD8-5676B8B7A87A}" type="sibTrans" cxnId="{B07BB85A-5CA8-463E-93AF-34437496DDCD}">
      <dgm:prSet/>
      <dgm:spPr/>
      <dgm:t>
        <a:bodyPr/>
        <a:lstStyle/>
        <a:p>
          <a:endParaRPr lang="en-MW"/>
        </a:p>
      </dgm:t>
    </dgm:pt>
    <dgm:pt modelId="{C90A9E61-F078-410A-A952-D3523E64324C}" type="pres">
      <dgm:prSet presAssocID="{A78866CC-7BFB-4DF7-A7DF-3E709C6E7DDA}" presName="Name0" presStyleCnt="0">
        <dgm:presLayoutVars>
          <dgm:chMax val="7"/>
          <dgm:dir/>
          <dgm:animLvl val="lvl"/>
          <dgm:resizeHandles val="exact"/>
        </dgm:presLayoutVars>
      </dgm:prSet>
      <dgm:spPr/>
    </dgm:pt>
    <dgm:pt modelId="{E6B8B236-E401-4F22-BA27-259BF2D4077C}" type="pres">
      <dgm:prSet presAssocID="{60C623CF-0F1C-4BE1-AE9F-A94F8CA0ED50}" presName="circle1" presStyleLbl="node1" presStyleIdx="0" presStyleCnt="1"/>
      <dgm:spPr/>
    </dgm:pt>
    <dgm:pt modelId="{CABCDF23-1A13-4BAB-80AD-4D6654BA7FF5}" type="pres">
      <dgm:prSet presAssocID="{60C623CF-0F1C-4BE1-AE9F-A94F8CA0ED50}" presName="space" presStyleCnt="0"/>
      <dgm:spPr/>
    </dgm:pt>
    <dgm:pt modelId="{62D218B6-A5BF-4EBE-A704-5D7996BB297C}" type="pres">
      <dgm:prSet presAssocID="{60C623CF-0F1C-4BE1-AE9F-A94F8CA0ED50}" presName="rect1" presStyleLbl="alignAcc1" presStyleIdx="0" presStyleCnt="1" custLinFactNeighborY="-32402"/>
      <dgm:spPr/>
    </dgm:pt>
    <dgm:pt modelId="{30A9CAE0-1FDD-4E55-9912-14046EC6A0F6}" type="pres">
      <dgm:prSet presAssocID="{60C623CF-0F1C-4BE1-AE9F-A94F8CA0ED50}" presName="rect1ParTxNoCh" presStyleLbl="alignAcc1" presStyleIdx="0" presStyleCnt="1">
        <dgm:presLayoutVars>
          <dgm:chMax val="1"/>
          <dgm:bulletEnabled val="1"/>
        </dgm:presLayoutVars>
      </dgm:prSet>
      <dgm:spPr/>
    </dgm:pt>
  </dgm:ptLst>
  <dgm:cxnLst>
    <dgm:cxn modelId="{102B9D49-ED64-43E4-AA9A-795D399A0C48}" type="presOf" srcId="{A78866CC-7BFB-4DF7-A7DF-3E709C6E7DDA}" destId="{C90A9E61-F078-410A-A952-D3523E64324C}" srcOrd="0" destOrd="0" presId="urn:microsoft.com/office/officeart/2005/8/layout/target3"/>
    <dgm:cxn modelId="{B07BB85A-5CA8-463E-93AF-34437496DDCD}" srcId="{A78866CC-7BFB-4DF7-A7DF-3E709C6E7DDA}" destId="{60C623CF-0F1C-4BE1-AE9F-A94F8CA0ED50}" srcOrd="0" destOrd="0" parTransId="{9F870F45-2D4E-4D66-9176-74384498EFDB}" sibTransId="{F114E98C-C935-4118-9CD8-5676B8B7A87A}"/>
    <dgm:cxn modelId="{22C04E94-12C4-4F69-9762-902F16B92DA4}" type="presOf" srcId="{60C623CF-0F1C-4BE1-AE9F-A94F8CA0ED50}" destId="{62D218B6-A5BF-4EBE-A704-5D7996BB297C}" srcOrd="0" destOrd="0" presId="urn:microsoft.com/office/officeart/2005/8/layout/target3"/>
    <dgm:cxn modelId="{8C4866A1-9513-4DE6-89DB-BA819DE9A61C}" type="presOf" srcId="{60C623CF-0F1C-4BE1-AE9F-A94F8CA0ED50}" destId="{30A9CAE0-1FDD-4E55-9912-14046EC6A0F6}" srcOrd="1" destOrd="0" presId="urn:microsoft.com/office/officeart/2005/8/layout/target3"/>
    <dgm:cxn modelId="{51E5ABB3-3F90-4060-89DE-AF756918B4AD}" type="presParOf" srcId="{C90A9E61-F078-410A-A952-D3523E64324C}" destId="{E6B8B236-E401-4F22-BA27-259BF2D4077C}" srcOrd="0" destOrd="0" presId="urn:microsoft.com/office/officeart/2005/8/layout/target3"/>
    <dgm:cxn modelId="{F95539C2-CA2D-44C7-B252-1FC5FD505E50}" type="presParOf" srcId="{C90A9E61-F078-410A-A952-D3523E64324C}" destId="{CABCDF23-1A13-4BAB-80AD-4D6654BA7FF5}" srcOrd="1" destOrd="0" presId="urn:microsoft.com/office/officeart/2005/8/layout/target3"/>
    <dgm:cxn modelId="{24C3BAAE-E939-433E-92E7-C9FA1C5C3260}" type="presParOf" srcId="{C90A9E61-F078-410A-A952-D3523E64324C}" destId="{62D218B6-A5BF-4EBE-A704-5D7996BB297C}" srcOrd="2" destOrd="0" presId="urn:microsoft.com/office/officeart/2005/8/layout/target3"/>
    <dgm:cxn modelId="{F4502DA3-44CF-471B-BB1F-7CD1CF301FEE}" type="presParOf" srcId="{C90A9E61-F078-410A-A952-D3523E64324C}" destId="{30A9CAE0-1FDD-4E55-9912-14046EC6A0F6}"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166FCBB1-0D2F-4B1B-87BC-59BB50AAFA34}" type="doc">
      <dgm:prSet loTypeId="urn:microsoft.com/office/officeart/2005/8/layout/target3" loCatId="relationship" qsTypeId="urn:microsoft.com/office/officeart/2005/8/quickstyle/simple1" qsCatId="simple" csTypeId="urn:microsoft.com/office/officeart/2005/8/colors/accent1_2" csCatId="accent1" phldr="1"/>
      <dgm:spPr/>
      <dgm:t>
        <a:bodyPr/>
        <a:lstStyle/>
        <a:p>
          <a:endParaRPr lang="en-MW"/>
        </a:p>
      </dgm:t>
    </dgm:pt>
    <dgm:pt modelId="{FD66962F-477A-420D-B2E0-B8DFA6100EFE}">
      <dgm:prSet/>
      <dgm:spPr/>
      <dgm:t>
        <a:bodyPr/>
        <a:lstStyle/>
        <a:p>
          <a:r>
            <a:rPr lang="en-US" b="1" dirty="0"/>
            <a:t>What can you do with computers?</a:t>
          </a:r>
          <a:endParaRPr lang="en-MW" dirty="0"/>
        </a:p>
      </dgm:t>
    </dgm:pt>
    <dgm:pt modelId="{A044539E-E36C-4519-9A5C-0F955E465CC0}" type="parTrans" cxnId="{62867F72-E0C3-42B5-A2F3-B11AB99BCF0D}">
      <dgm:prSet/>
      <dgm:spPr/>
      <dgm:t>
        <a:bodyPr/>
        <a:lstStyle/>
        <a:p>
          <a:endParaRPr lang="en-MW"/>
        </a:p>
      </dgm:t>
    </dgm:pt>
    <dgm:pt modelId="{D77ABABE-0943-4126-8C6D-95C4EEA8B4BB}" type="sibTrans" cxnId="{62867F72-E0C3-42B5-A2F3-B11AB99BCF0D}">
      <dgm:prSet/>
      <dgm:spPr/>
      <dgm:t>
        <a:bodyPr/>
        <a:lstStyle/>
        <a:p>
          <a:endParaRPr lang="en-MW"/>
        </a:p>
      </dgm:t>
    </dgm:pt>
    <dgm:pt modelId="{1136BAB2-3790-41A3-9869-9537A1B2E3AC}" type="pres">
      <dgm:prSet presAssocID="{166FCBB1-0D2F-4B1B-87BC-59BB50AAFA34}" presName="Name0" presStyleCnt="0">
        <dgm:presLayoutVars>
          <dgm:chMax val="7"/>
          <dgm:dir/>
          <dgm:animLvl val="lvl"/>
          <dgm:resizeHandles val="exact"/>
        </dgm:presLayoutVars>
      </dgm:prSet>
      <dgm:spPr/>
    </dgm:pt>
    <dgm:pt modelId="{77D63AA1-046A-4ACB-971E-75823DA19F79}" type="pres">
      <dgm:prSet presAssocID="{FD66962F-477A-420D-B2E0-B8DFA6100EFE}" presName="circle1" presStyleLbl="node1" presStyleIdx="0" presStyleCnt="1"/>
      <dgm:spPr/>
    </dgm:pt>
    <dgm:pt modelId="{5FEBAD7F-3308-4087-9D8D-E55EC77F6D27}" type="pres">
      <dgm:prSet presAssocID="{FD66962F-477A-420D-B2E0-B8DFA6100EFE}" presName="space" presStyleCnt="0"/>
      <dgm:spPr/>
    </dgm:pt>
    <dgm:pt modelId="{8AE27FF3-43EF-4836-BFBD-02453FCE4C67}" type="pres">
      <dgm:prSet presAssocID="{FD66962F-477A-420D-B2E0-B8DFA6100EFE}" presName="rect1" presStyleLbl="alignAcc1" presStyleIdx="0" presStyleCnt="1"/>
      <dgm:spPr/>
    </dgm:pt>
    <dgm:pt modelId="{81892AF0-EF6A-4209-B4BC-0371F4A699CB}" type="pres">
      <dgm:prSet presAssocID="{FD66962F-477A-420D-B2E0-B8DFA6100EFE}" presName="rect1ParTxNoCh" presStyleLbl="alignAcc1" presStyleIdx="0" presStyleCnt="1">
        <dgm:presLayoutVars>
          <dgm:chMax val="1"/>
          <dgm:bulletEnabled val="1"/>
        </dgm:presLayoutVars>
      </dgm:prSet>
      <dgm:spPr/>
    </dgm:pt>
  </dgm:ptLst>
  <dgm:cxnLst>
    <dgm:cxn modelId="{EEC96C70-63B9-4F22-AC64-7EDE5D8D5D22}" type="presOf" srcId="{166FCBB1-0D2F-4B1B-87BC-59BB50AAFA34}" destId="{1136BAB2-3790-41A3-9869-9537A1B2E3AC}" srcOrd="0" destOrd="0" presId="urn:microsoft.com/office/officeart/2005/8/layout/target3"/>
    <dgm:cxn modelId="{62867F72-E0C3-42B5-A2F3-B11AB99BCF0D}" srcId="{166FCBB1-0D2F-4B1B-87BC-59BB50AAFA34}" destId="{FD66962F-477A-420D-B2E0-B8DFA6100EFE}" srcOrd="0" destOrd="0" parTransId="{A044539E-E36C-4519-9A5C-0F955E465CC0}" sibTransId="{D77ABABE-0943-4126-8C6D-95C4EEA8B4BB}"/>
    <dgm:cxn modelId="{1F3F217C-F0CC-4792-8029-300B8F0B91F1}" type="presOf" srcId="{FD66962F-477A-420D-B2E0-B8DFA6100EFE}" destId="{81892AF0-EF6A-4209-B4BC-0371F4A699CB}" srcOrd="1" destOrd="0" presId="urn:microsoft.com/office/officeart/2005/8/layout/target3"/>
    <dgm:cxn modelId="{282377B4-E6F7-4DB7-9E40-07E58C934512}" type="presOf" srcId="{FD66962F-477A-420D-B2E0-B8DFA6100EFE}" destId="{8AE27FF3-43EF-4836-BFBD-02453FCE4C67}" srcOrd="0" destOrd="0" presId="urn:microsoft.com/office/officeart/2005/8/layout/target3"/>
    <dgm:cxn modelId="{180BA4DA-43B4-456C-B8E1-C7FE9381F08A}" type="presParOf" srcId="{1136BAB2-3790-41A3-9869-9537A1B2E3AC}" destId="{77D63AA1-046A-4ACB-971E-75823DA19F79}" srcOrd="0" destOrd="0" presId="urn:microsoft.com/office/officeart/2005/8/layout/target3"/>
    <dgm:cxn modelId="{41FB7EC6-FE51-4C56-BB82-6FB8899562C8}" type="presParOf" srcId="{1136BAB2-3790-41A3-9869-9537A1B2E3AC}" destId="{5FEBAD7F-3308-4087-9D8D-E55EC77F6D27}" srcOrd="1" destOrd="0" presId="urn:microsoft.com/office/officeart/2005/8/layout/target3"/>
    <dgm:cxn modelId="{481A6693-4668-4FA1-80DF-C545087619A8}" type="presParOf" srcId="{1136BAB2-3790-41A3-9869-9537A1B2E3AC}" destId="{8AE27FF3-43EF-4836-BFBD-02453FCE4C67}" srcOrd="2" destOrd="0" presId="urn:microsoft.com/office/officeart/2005/8/layout/target3"/>
    <dgm:cxn modelId="{1862A284-41B8-4259-BA08-7A1C18214B0A}" type="presParOf" srcId="{1136BAB2-3790-41A3-9869-9537A1B2E3AC}" destId="{81892AF0-EF6A-4209-B4BC-0371F4A699CB}"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F3D90623-D8C6-494F-8813-C33938D7EDD8}" type="doc">
      <dgm:prSet loTypeId="urn:microsoft.com/office/officeart/2005/8/layout/target3" loCatId="relationship" qsTypeId="urn:microsoft.com/office/officeart/2005/8/quickstyle/simple1" qsCatId="simple" csTypeId="urn:microsoft.com/office/officeart/2005/8/colors/accent1_2" csCatId="accent1" phldr="1"/>
      <dgm:spPr/>
      <dgm:t>
        <a:bodyPr/>
        <a:lstStyle/>
        <a:p>
          <a:endParaRPr lang="en-MW"/>
        </a:p>
      </dgm:t>
    </dgm:pt>
    <dgm:pt modelId="{936FBB02-FD2F-400C-AB24-557860519E3C}">
      <dgm:prSet/>
      <dgm:spPr/>
      <dgm:t>
        <a:bodyPr/>
        <a:lstStyle/>
        <a:p>
          <a:r>
            <a:rPr lang="en-US" dirty="0"/>
            <a:t>Exploring the desktop in windows 10</a:t>
          </a:r>
          <a:endParaRPr lang="en-MW" dirty="0"/>
        </a:p>
      </dgm:t>
    </dgm:pt>
    <dgm:pt modelId="{55576296-3E73-422D-9919-ED67736A022C}" type="parTrans" cxnId="{129C5AB2-3427-4210-804C-7718F347BD72}">
      <dgm:prSet/>
      <dgm:spPr/>
      <dgm:t>
        <a:bodyPr/>
        <a:lstStyle/>
        <a:p>
          <a:endParaRPr lang="en-MW"/>
        </a:p>
      </dgm:t>
    </dgm:pt>
    <dgm:pt modelId="{A6E31633-DBA7-4473-8C9C-BB63B6F33791}" type="sibTrans" cxnId="{129C5AB2-3427-4210-804C-7718F347BD72}">
      <dgm:prSet/>
      <dgm:spPr/>
      <dgm:t>
        <a:bodyPr/>
        <a:lstStyle/>
        <a:p>
          <a:endParaRPr lang="en-MW"/>
        </a:p>
      </dgm:t>
    </dgm:pt>
    <dgm:pt modelId="{FB6AC888-6305-4ADE-A395-364E8C0A2B7B}" type="pres">
      <dgm:prSet presAssocID="{F3D90623-D8C6-494F-8813-C33938D7EDD8}" presName="Name0" presStyleCnt="0">
        <dgm:presLayoutVars>
          <dgm:chMax val="7"/>
          <dgm:dir/>
          <dgm:animLvl val="lvl"/>
          <dgm:resizeHandles val="exact"/>
        </dgm:presLayoutVars>
      </dgm:prSet>
      <dgm:spPr/>
    </dgm:pt>
    <dgm:pt modelId="{4302C241-ED08-4D4B-A89E-0343A09A1C8D}" type="pres">
      <dgm:prSet presAssocID="{936FBB02-FD2F-400C-AB24-557860519E3C}" presName="circle1" presStyleLbl="node1" presStyleIdx="0" presStyleCnt="1"/>
      <dgm:spPr/>
    </dgm:pt>
    <dgm:pt modelId="{590BE8FF-7DED-41FD-B645-425AF9CCADF0}" type="pres">
      <dgm:prSet presAssocID="{936FBB02-FD2F-400C-AB24-557860519E3C}" presName="space" presStyleCnt="0"/>
      <dgm:spPr/>
    </dgm:pt>
    <dgm:pt modelId="{2C279B67-4A00-4C2E-8516-9C4FE1F3BE73}" type="pres">
      <dgm:prSet presAssocID="{936FBB02-FD2F-400C-AB24-557860519E3C}" presName="rect1" presStyleLbl="alignAcc1" presStyleIdx="0" presStyleCnt="1" custScaleY="100000"/>
      <dgm:spPr/>
    </dgm:pt>
    <dgm:pt modelId="{F69D8897-C456-451E-AA1B-54FAB8AD653B}" type="pres">
      <dgm:prSet presAssocID="{936FBB02-FD2F-400C-AB24-557860519E3C}" presName="rect1ParTxNoCh" presStyleLbl="alignAcc1" presStyleIdx="0" presStyleCnt="1">
        <dgm:presLayoutVars>
          <dgm:chMax val="1"/>
          <dgm:bulletEnabled val="1"/>
        </dgm:presLayoutVars>
      </dgm:prSet>
      <dgm:spPr/>
    </dgm:pt>
  </dgm:ptLst>
  <dgm:cxnLst>
    <dgm:cxn modelId="{DA92A805-21AD-4620-948B-0F8F891D707B}" type="presOf" srcId="{936FBB02-FD2F-400C-AB24-557860519E3C}" destId="{2C279B67-4A00-4C2E-8516-9C4FE1F3BE73}" srcOrd="0" destOrd="0" presId="urn:microsoft.com/office/officeart/2005/8/layout/target3"/>
    <dgm:cxn modelId="{1FB2F744-A6F8-4852-8FC3-08FEF3178E55}" type="presOf" srcId="{936FBB02-FD2F-400C-AB24-557860519E3C}" destId="{F69D8897-C456-451E-AA1B-54FAB8AD653B}" srcOrd="1" destOrd="0" presId="urn:microsoft.com/office/officeart/2005/8/layout/target3"/>
    <dgm:cxn modelId="{5AE098AA-58DA-4D93-B2C8-7FF2116A76C4}" type="presOf" srcId="{F3D90623-D8C6-494F-8813-C33938D7EDD8}" destId="{FB6AC888-6305-4ADE-A395-364E8C0A2B7B}" srcOrd="0" destOrd="0" presId="urn:microsoft.com/office/officeart/2005/8/layout/target3"/>
    <dgm:cxn modelId="{129C5AB2-3427-4210-804C-7718F347BD72}" srcId="{F3D90623-D8C6-494F-8813-C33938D7EDD8}" destId="{936FBB02-FD2F-400C-AB24-557860519E3C}" srcOrd="0" destOrd="0" parTransId="{55576296-3E73-422D-9919-ED67736A022C}" sibTransId="{A6E31633-DBA7-4473-8C9C-BB63B6F33791}"/>
    <dgm:cxn modelId="{C6157732-0C23-4A2D-8F67-0287B996241A}" type="presParOf" srcId="{FB6AC888-6305-4ADE-A395-364E8C0A2B7B}" destId="{4302C241-ED08-4D4B-A89E-0343A09A1C8D}" srcOrd="0" destOrd="0" presId="urn:microsoft.com/office/officeart/2005/8/layout/target3"/>
    <dgm:cxn modelId="{84B18F3B-B7BD-4B1F-8A76-D3099A6EA90C}" type="presParOf" srcId="{FB6AC888-6305-4ADE-A395-364E8C0A2B7B}" destId="{590BE8FF-7DED-41FD-B645-425AF9CCADF0}" srcOrd="1" destOrd="0" presId="urn:microsoft.com/office/officeart/2005/8/layout/target3"/>
    <dgm:cxn modelId="{BAAA7D7E-DA40-459A-AD87-88592CEA5925}" type="presParOf" srcId="{FB6AC888-6305-4ADE-A395-364E8C0A2B7B}" destId="{2C279B67-4A00-4C2E-8516-9C4FE1F3BE73}" srcOrd="2" destOrd="0" presId="urn:microsoft.com/office/officeart/2005/8/layout/target3"/>
    <dgm:cxn modelId="{FD80CD5B-702D-4A30-9234-7B9E2AF99FF8}" type="presParOf" srcId="{FB6AC888-6305-4ADE-A395-364E8C0A2B7B}" destId="{F69D8897-C456-451E-AA1B-54FAB8AD653B}"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F3D90623-D8C6-494F-8813-C33938D7EDD8}" type="doc">
      <dgm:prSet loTypeId="urn:microsoft.com/office/officeart/2005/8/layout/target3" loCatId="relationship" qsTypeId="urn:microsoft.com/office/officeart/2005/8/quickstyle/simple1" qsCatId="simple" csTypeId="urn:microsoft.com/office/officeart/2005/8/colors/accent1_2" csCatId="accent1" phldr="1"/>
      <dgm:spPr/>
      <dgm:t>
        <a:bodyPr/>
        <a:lstStyle/>
        <a:p>
          <a:endParaRPr lang="en-MW"/>
        </a:p>
      </dgm:t>
    </dgm:pt>
    <dgm:pt modelId="{936FBB02-FD2F-400C-AB24-557860519E3C}">
      <dgm:prSet/>
      <dgm:spPr/>
      <dgm:t>
        <a:bodyPr/>
        <a:lstStyle/>
        <a:p>
          <a:pPr algn="l"/>
          <a:r>
            <a:rPr lang="en-US" dirty="0"/>
            <a:t>The desktop</a:t>
          </a:r>
          <a:endParaRPr lang="en-MW" dirty="0"/>
        </a:p>
      </dgm:t>
    </dgm:pt>
    <dgm:pt modelId="{55576296-3E73-422D-9919-ED67736A022C}" type="parTrans" cxnId="{129C5AB2-3427-4210-804C-7718F347BD72}">
      <dgm:prSet/>
      <dgm:spPr/>
      <dgm:t>
        <a:bodyPr/>
        <a:lstStyle/>
        <a:p>
          <a:endParaRPr lang="en-MW"/>
        </a:p>
      </dgm:t>
    </dgm:pt>
    <dgm:pt modelId="{A6E31633-DBA7-4473-8C9C-BB63B6F33791}" type="sibTrans" cxnId="{129C5AB2-3427-4210-804C-7718F347BD72}">
      <dgm:prSet/>
      <dgm:spPr/>
      <dgm:t>
        <a:bodyPr/>
        <a:lstStyle/>
        <a:p>
          <a:endParaRPr lang="en-MW"/>
        </a:p>
      </dgm:t>
    </dgm:pt>
    <dgm:pt modelId="{FB6AC888-6305-4ADE-A395-364E8C0A2B7B}" type="pres">
      <dgm:prSet presAssocID="{F3D90623-D8C6-494F-8813-C33938D7EDD8}" presName="Name0" presStyleCnt="0">
        <dgm:presLayoutVars>
          <dgm:chMax val="7"/>
          <dgm:dir/>
          <dgm:animLvl val="lvl"/>
          <dgm:resizeHandles val="exact"/>
        </dgm:presLayoutVars>
      </dgm:prSet>
      <dgm:spPr/>
    </dgm:pt>
    <dgm:pt modelId="{4302C241-ED08-4D4B-A89E-0343A09A1C8D}" type="pres">
      <dgm:prSet presAssocID="{936FBB02-FD2F-400C-AB24-557860519E3C}" presName="circle1" presStyleLbl="node1" presStyleIdx="0" presStyleCnt="1"/>
      <dgm:spPr/>
    </dgm:pt>
    <dgm:pt modelId="{590BE8FF-7DED-41FD-B645-425AF9CCADF0}" type="pres">
      <dgm:prSet presAssocID="{936FBB02-FD2F-400C-AB24-557860519E3C}" presName="space" presStyleCnt="0"/>
      <dgm:spPr/>
    </dgm:pt>
    <dgm:pt modelId="{2C279B67-4A00-4C2E-8516-9C4FE1F3BE73}" type="pres">
      <dgm:prSet presAssocID="{936FBB02-FD2F-400C-AB24-557860519E3C}" presName="rect1" presStyleLbl="alignAcc1" presStyleIdx="0" presStyleCnt="1" custScaleY="100000"/>
      <dgm:spPr/>
    </dgm:pt>
    <dgm:pt modelId="{F69D8897-C456-451E-AA1B-54FAB8AD653B}" type="pres">
      <dgm:prSet presAssocID="{936FBB02-FD2F-400C-AB24-557860519E3C}" presName="rect1ParTxNoCh" presStyleLbl="alignAcc1" presStyleIdx="0" presStyleCnt="1">
        <dgm:presLayoutVars>
          <dgm:chMax val="1"/>
          <dgm:bulletEnabled val="1"/>
        </dgm:presLayoutVars>
      </dgm:prSet>
      <dgm:spPr/>
    </dgm:pt>
  </dgm:ptLst>
  <dgm:cxnLst>
    <dgm:cxn modelId="{DA92A805-21AD-4620-948B-0F8F891D707B}" type="presOf" srcId="{936FBB02-FD2F-400C-AB24-557860519E3C}" destId="{2C279B67-4A00-4C2E-8516-9C4FE1F3BE73}" srcOrd="0" destOrd="0" presId="urn:microsoft.com/office/officeart/2005/8/layout/target3"/>
    <dgm:cxn modelId="{1FB2F744-A6F8-4852-8FC3-08FEF3178E55}" type="presOf" srcId="{936FBB02-FD2F-400C-AB24-557860519E3C}" destId="{F69D8897-C456-451E-AA1B-54FAB8AD653B}" srcOrd="1" destOrd="0" presId="urn:microsoft.com/office/officeart/2005/8/layout/target3"/>
    <dgm:cxn modelId="{5AE098AA-58DA-4D93-B2C8-7FF2116A76C4}" type="presOf" srcId="{F3D90623-D8C6-494F-8813-C33938D7EDD8}" destId="{FB6AC888-6305-4ADE-A395-364E8C0A2B7B}" srcOrd="0" destOrd="0" presId="urn:microsoft.com/office/officeart/2005/8/layout/target3"/>
    <dgm:cxn modelId="{129C5AB2-3427-4210-804C-7718F347BD72}" srcId="{F3D90623-D8C6-494F-8813-C33938D7EDD8}" destId="{936FBB02-FD2F-400C-AB24-557860519E3C}" srcOrd="0" destOrd="0" parTransId="{55576296-3E73-422D-9919-ED67736A022C}" sibTransId="{A6E31633-DBA7-4473-8C9C-BB63B6F33791}"/>
    <dgm:cxn modelId="{C6157732-0C23-4A2D-8F67-0287B996241A}" type="presParOf" srcId="{FB6AC888-6305-4ADE-A395-364E8C0A2B7B}" destId="{4302C241-ED08-4D4B-A89E-0343A09A1C8D}" srcOrd="0" destOrd="0" presId="urn:microsoft.com/office/officeart/2005/8/layout/target3"/>
    <dgm:cxn modelId="{84B18F3B-B7BD-4B1F-8A76-D3099A6EA90C}" type="presParOf" srcId="{FB6AC888-6305-4ADE-A395-364E8C0A2B7B}" destId="{590BE8FF-7DED-41FD-B645-425AF9CCADF0}" srcOrd="1" destOrd="0" presId="urn:microsoft.com/office/officeart/2005/8/layout/target3"/>
    <dgm:cxn modelId="{BAAA7D7E-DA40-459A-AD87-88592CEA5925}" type="presParOf" srcId="{FB6AC888-6305-4ADE-A395-364E8C0A2B7B}" destId="{2C279B67-4A00-4C2E-8516-9C4FE1F3BE73}" srcOrd="2" destOrd="0" presId="urn:microsoft.com/office/officeart/2005/8/layout/target3"/>
    <dgm:cxn modelId="{FD80CD5B-702D-4A30-9234-7B9E2AF99FF8}" type="presParOf" srcId="{FB6AC888-6305-4ADE-A395-364E8C0A2B7B}" destId="{F69D8897-C456-451E-AA1B-54FAB8AD653B}"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F3D90623-D8C6-494F-8813-C33938D7EDD8}" type="doc">
      <dgm:prSet loTypeId="urn:microsoft.com/office/officeart/2005/8/layout/target3" loCatId="relationship" qsTypeId="urn:microsoft.com/office/officeart/2005/8/quickstyle/simple1" qsCatId="simple" csTypeId="urn:microsoft.com/office/officeart/2005/8/colors/accent1_2" csCatId="accent1" phldr="1"/>
      <dgm:spPr/>
      <dgm:t>
        <a:bodyPr/>
        <a:lstStyle/>
        <a:p>
          <a:endParaRPr lang="en-MW"/>
        </a:p>
      </dgm:t>
    </dgm:pt>
    <dgm:pt modelId="{936FBB02-FD2F-400C-AB24-557860519E3C}">
      <dgm:prSet/>
      <dgm:spPr/>
      <dgm:t>
        <a:bodyPr/>
        <a:lstStyle/>
        <a:p>
          <a:pPr algn="l"/>
          <a:r>
            <a:rPr lang="en-US" dirty="0"/>
            <a:t>Using the mouse</a:t>
          </a:r>
          <a:endParaRPr lang="en-MW" dirty="0"/>
        </a:p>
      </dgm:t>
    </dgm:pt>
    <dgm:pt modelId="{55576296-3E73-422D-9919-ED67736A022C}" type="parTrans" cxnId="{129C5AB2-3427-4210-804C-7718F347BD72}">
      <dgm:prSet/>
      <dgm:spPr/>
      <dgm:t>
        <a:bodyPr/>
        <a:lstStyle/>
        <a:p>
          <a:endParaRPr lang="en-MW"/>
        </a:p>
      </dgm:t>
    </dgm:pt>
    <dgm:pt modelId="{A6E31633-DBA7-4473-8C9C-BB63B6F33791}" type="sibTrans" cxnId="{129C5AB2-3427-4210-804C-7718F347BD72}">
      <dgm:prSet/>
      <dgm:spPr/>
      <dgm:t>
        <a:bodyPr/>
        <a:lstStyle/>
        <a:p>
          <a:endParaRPr lang="en-MW"/>
        </a:p>
      </dgm:t>
    </dgm:pt>
    <dgm:pt modelId="{FB6AC888-6305-4ADE-A395-364E8C0A2B7B}" type="pres">
      <dgm:prSet presAssocID="{F3D90623-D8C6-494F-8813-C33938D7EDD8}" presName="Name0" presStyleCnt="0">
        <dgm:presLayoutVars>
          <dgm:chMax val="7"/>
          <dgm:dir/>
          <dgm:animLvl val="lvl"/>
          <dgm:resizeHandles val="exact"/>
        </dgm:presLayoutVars>
      </dgm:prSet>
      <dgm:spPr/>
    </dgm:pt>
    <dgm:pt modelId="{4302C241-ED08-4D4B-A89E-0343A09A1C8D}" type="pres">
      <dgm:prSet presAssocID="{936FBB02-FD2F-400C-AB24-557860519E3C}" presName="circle1" presStyleLbl="node1" presStyleIdx="0" presStyleCnt="1"/>
      <dgm:spPr/>
    </dgm:pt>
    <dgm:pt modelId="{590BE8FF-7DED-41FD-B645-425AF9CCADF0}" type="pres">
      <dgm:prSet presAssocID="{936FBB02-FD2F-400C-AB24-557860519E3C}" presName="space" presStyleCnt="0"/>
      <dgm:spPr/>
    </dgm:pt>
    <dgm:pt modelId="{2C279B67-4A00-4C2E-8516-9C4FE1F3BE73}" type="pres">
      <dgm:prSet presAssocID="{936FBB02-FD2F-400C-AB24-557860519E3C}" presName="rect1" presStyleLbl="alignAcc1" presStyleIdx="0" presStyleCnt="1" custScaleY="100000"/>
      <dgm:spPr/>
    </dgm:pt>
    <dgm:pt modelId="{F69D8897-C456-451E-AA1B-54FAB8AD653B}" type="pres">
      <dgm:prSet presAssocID="{936FBB02-FD2F-400C-AB24-557860519E3C}" presName="rect1ParTxNoCh" presStyleLbl="alignAcc1" presStyleIdx="0" presStyleCnt="1">
        <dgm:presLayoutVars>
          <dgm:chMax val="1"/>
          <dgm:bulletEnabled val="1"/>
        </dgm:presLayoutVars>
      </dgm:prSet>
      <dgm:spPr/>
    </dgm:pt>
  </dgm:ptLst>
  <dgm:cxnLst>
    <dgm:cxn modelId="{DA92A805-21AD-4620-948B-0F8F891D707B}" type="presOf" srcId="{936FBB02-FD2F-400C-AB24-557860519E3C}" destId="{2C279B67-4A00-4C2E-8516-9C4FE1F3BE73}" srcOrd="0" destOrd="0" presId="urn:microsoft.com/office/officeart/2005/8/layout/target3"/>
    <dgm:cxn modelId="{1FB2F744-A6F8-4852-8FC3-08FEF3178E55}" type="presOf" srcId="{936FBB02-FD2F-400C-AB24-557860519E3C}" destId="{F69D8897-C456-451E-AA1B-54FAB8AD653B}" srcOrd="1" destOrd="0" presId="urn:microsoft.com/office/officeart/2005/8/layout/target3"/>
    <dgm:cxn modelId="{5AE098AA-58DA-4D93-B2C8-7FF2116A76C4}" type="presOf" srcId="{F3D90623-D8C6-494F-8813-C33938D7EDD8}" destId="{FB6AC888-6305-4ADE-A395-364E8C0A2B7B}" srcOrd="0" destOrd="0" presId="urn:microsoft.com/office/officeart/2005/8/layout/target3"/>
    <dgm:cxn modelId="{129C5AB2-3427-4210-804C-7718F347BD72}" srcId="{F3D90623-D8C6-494F-8813-C33938D7EDD8}" destId="{936FBB02-FD2F-400C-AB24-557860519E3C}" srcOrd="0" destOrd="0" parTransId="{55576296-3E73-422D-9919-ED67736A022C}" sibTransId="{A6E31633-DBA7-4473-8C9C-BB63B6F33791}"/>
    <dgm:cxn modelId="{C6157732-0C23-4A2D-8F67-0287B996241A}" type="presParOf" srcId="{FB6AC888-6305-4ADE-A395-364E8C0A2B7B}" destId="{4302C241-ED08-4D4B-A89E-0343A09A1C8D}" srcOrd="0" destOrd="0" presId="urn:microsoft.com/office/officeart/2005/8/layout/target3"/>
    <dgm:cxn modelId="{84B18F3B-B7BD-4B1F-8A76-D3099A6EA90C}" type="presParOf" srcId="{FB6AC888-6305-4ADE-A395-364E8C0A2B7B}" destId="{590BE8FF-7DED-41FD-B645-425AF9CCADF0}" srcOrd="1" destOrd="0" presId="urn:microsoft.com/office/officeart/2005/8/layout/target3"/>
    <dgm:cxn modelId="{BAAA7D7E-DA40-459A-AD87-88592CEA5925}" type="presParOf" srcId="{FB6AC888-6305-4ADE-A395-364E8C0A2B7B}" destId="{2C279B67-4A00-4C2E-8516-9C4FE1F3BE73}" srcOrd="2" destOrd="0" presId="urn:microsoft.com/office/officeart/2005/8/layout/target3"/>
    <dgm:cxn modelId="{FD80CD5B-702D-4A30-9234-7B9E2AF99FF8}" type="presParOf" srcId="{FB6AC888-6305-4ADE-A395-364E8C0A2B7B}" destId="{F69D8897-C456-451E-AA1B-54FAB8AD653B}"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F3D90623-D8C6-494F-8813-C33938D7EDD8}" type="doc">
      <dgm:prSet loTypeId="urn:microsoft.com/office/officeart/2005/8/layout/target3" loCatId="relationship" qsTypeId="urn:microsoft.com/office/officeart/2005/8/quickstyle/simple1" qsCatId="simple" csTypeId="urn:microsoft.com/office/officeart/2005/8/colors/accent1_2" csCatId="accent1" phldr="1"/>
      <dgm:spPr/>
      <dgm:t>
        <a:bodyPr/>
        <a:lstStyle/>
        <a:p>
          <a:endParaRPr lang="en-MW"/>
        </a:p>
      </dgm:t>
    </dgm:pt>
    <dgm:pt modelId="{936FBB02-FD2F-400C-AB24-557860519E3C}">
      <dgm:prSet/>
      <dgm:spPr/>
      <dgm:t>
        <a:bodyPr/>
        <a:lstStyle/>
        <a:p>
          <a:pPr algn="l"/>
          <a:r>
            <a:rPr lang="en-US" dirty="0"/>
            <a:t>Using the mouse</a:t>
          </a:r>
          <a:endParaRPr lang="en-MW" dirty="0"/>
        </a:p>
      </dgm:t>
    </dgm:pt>
    <dgm:pt modelId="{55576296-3E73-422D-9919-ED67736A022C}" type="parTrans" cxnId="{129C5AB2-3427-4210-804C-7718F347BD72}">
      <dgm:prSet/>
      <dgm:spPr/>
      <dgm:t>
        <a:bodyPr/>
        <a:lstStyle/>
        <a:p>
          <a:endParaRPr lang="en-MW"/>
        </a:p>
      </dgm:t>
    </dgm:pt>
    <dgm:pt modelId="{A6E31633-DBA7-4473-8C9C-BB63B6F33791}" type="sibTrans" cxnId="{129C5AB2-3427-4210-804C-7718F347BD72}">
      <dgm:prSet/>
      <dgm:spPr/>
      <dgm:t>
        <a:bodyPr/>
        <a:lstStyle/>
        <a:p>
          <a:endParaRPr lang="en-MW"/>
        </a:p>
      </dgm:t>
    </dgm:pt>
    <dgm:pt modelId="{FB6AC888-6305-4ADE-A395-364E8C0A2B7B}" type="pres">
      <dgm:prSet presAssocID="{F3D90623-D8C6-494F-8813-C33938D7EDD8}" presName="Name0" presStyleCnt="0">
        <dgm:presLayoutVars>
          <dgm:chMax val="7"/>
          <dgm:dir/>
          <dgm:animLvl val="lvl"/>
          <dgm:resizeHandles val="exact"/>
        </dgm:presLayoutVars>
      </dgm:prSet>
      <dgm:spPr/>
    </dgm:pt>
    <dgm:pt modelId="{4302C241-ED08-4D4B-A89E-0343A09A1C8D}" type="pres">
      <dgm:prSet presAssocID="{936FBB02-FD2F-400C-AB24-557860519E3C}" presName="circle1" presStyleLbl="node1" presStyleIdx="0" presStyleCnt="1"/>
      <dgm:spPr/>
    </dgm:pt>
    <dgm:pt modelId="{590BE8FF-7DED-41FD-B645-425AF9CCADF0}" type="pres">
      <dgm:prSet presAssocID="{936FBB02-FD2F-400C-AB24-557860519E3C}" presName="space" presStyleCnt="0"/>
      <dgm:spPr/>
    </dgm:pt>
    <dgm:pt modelId="{2C279B67-4A00-4C2E-8516-9C4FE1F3BE73}" type="pres">
      <dgm:prSet presAssocID="{936FBB02-FD2F-400C-AB24-557860519E3C}" presName="rect1" presStyleLbl="alignAcc1" presStyleIdx="0" presStyleCnt="1" custScaleY="100000"/>
      <dgm:spPr/>
    </dgm:pt>
    <dgm:pt modelId="{F69D8897-C456-451E-AA1B-54FAB8AD653B}" type="pres">
      <dgm:prSet presAssocID="{936FBB02-FD2F-400C-AB24-557860519E3C}" presName="rect1ParTxNoCh" presStyleLbl="alignAcc1" presStyleIdx="0" presStyleCnt="1">
        <dgm:presLayoutVars>
          <dgm:chMax val="1"/>
          <dgm:bulletEnabled val="1"/>
        </dgm:presLayoutVars>
      </dgm:prSet>
      <dgm:spPr/>
    </dgm:pt>
  </dgm:ptLst>
  <dgm:cxnLst>
    <dgm:cxn modelId="{DA92A805-21AD-4620-948B-0F8F891D707B}" type="presOf" srcId="{936FBB02-FD2F-400C-AB24-557860519E3C}" destId="{2C279B67-4A00-4C2E-8516-9C4FE1F3BE73}" srcOrd="0" destOrd="0" presId="urn:microsoft.com/office/officeart/2005/8/layout/target3"/>
    <dgm:cxn modelId="{1FB2F744-A6F8-4852-8FC3-08FEF3178E55}" type="presOf" srcId="{936FBB02-FD2F-400C-AB24-557860519E3C}" destId="{F69D8897-C456-451E-AA1B-54FAB8AD653B}" srcOrd="1" destOrd="0" presId="urn:microsoft.com/office/officeart/2005/8/layout/target3"/>
    <dgm:cxn modelId="{5AE098AA-58DA-4D93-B2C8-7FF2116A76C4}" type="presOf" srcId="{F3D90623-D8C6-494F-8813-C33938D7EDD8}" destId="{FB6AC888-6305-4ADE-A395-364E8C0A2B7B}" srcOrd="0" destOrd="0" presId="urn:microsoft.com/office/officeart/2005/8/layout/target3"/>
    <dgm:cxn modelId="{129C5AB2-3427-4210-804C-7718F347BD72}" srcId="{F3D90623-D8C6-494F-8813-C33938D7EDD8}" destId="{936FBB02-FD2F-400C-AB24-557860519E3C}" srcOrd="0" destOrd="0" parTransId="{55576296-3E73-422D-9919-ED67736A022C}" sibTransId="{A6E31633-DBA7-4473-8C9C-BB63B6F33791}"/>
    <dgm:cxn modelId="{C6157732-0C23-4A2D-8F67-0287B996241A}" type="presParOf" srcId="{FB6AC888-6305-4ADE-A395-364E8C0A2B7B}" destId="{4302C241-ED08-4D4B-A89E-0343A09A1C8D}" srcOrd="0" destOrd="0" presId="urn:microsoft.com/office/officeart/2005/8/layout/target3"/>
    <dgm:cxn modelId="{84B18F3B-B7BD-4B1F-8A76-D3099A6EA90C}" type="presParOf" srcId="{FB6AC888-6305-4ADE-A395-364E8C0A2B7B}" destId="{590BE8FF-7DED-41FD-B645-425AF9CCADF0}" srcOrd="1" destOrd="0" presId="urn:microsoft.com/office/officeart/2005/8/layout/target3"/>
    <dgm:cxn modelId="{BAAA7D7E-DA40-459A-AD87-88592CEA5925}" type="presParOf" srcId="{FB6AC888-6305-4ADE-A395-364E8C0A2B7B}" destId="{2C279B67-4A00-4C2E-8516-9C4FE1F3BE73}" srcOrd="2" destOrd="0" presId="urn:microsoft.com/office/officeart/2005/8/layout/target3"/>
    <dgm:cxn modelId="{FD80CD5B-702D-4A30-9234-7B9E2AF99FF8}" type="presParOf" srcId="{FB6AC888-6305-4ADE-A395-364E8C0A2B7B}" destId="{F69D8897-C456-451E-AA1B-54FAB8AD653B}"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166FCBB1-0D2F-4B1B-87BC-59BB50AAFA34}" type="doc">
      <dgm:prSet loTypeId="urn:microsoft.com/office/officeart/2005/8/layout/target3" loCatId="relationship" qsTypeId="urn:microsoft.com/office/officeart/2005/8/quickstyle/simple1" qsCatId="simple" csTypeId="urn:microsoft.com/office/officeart/2005/8/colors/accent1_2" csCatId="accent1" phldr="1"/>
      <dgm:spPr/>
      <dgm:t>
        <a:bodyPr/>
        <a:lstStyle/>
        <a:p>
          <a:endParaRPr lang="en-MW"/>
        </a:p>
      </dgm:t>
    </dgm:pt>
    <dgm:pt modelId="{FD66962F-477A-420D-B2E0-B8DFA6100EFE}">
      <dgm:prSet/>
      <dgm:spPr/>
      <dgm:t>
        <a:bodyPr/>
        <a:lstStyle/>
        <a:p>
          <a:r>
            <a:rPr lang="en-US" dirty="0"/>
            <a:t>Basic mouse terminology</a:t>
          </a:r>
          <a:endParaRPr lang="en-MW" dirty="0"/>
        </a:p>
      </dgm:t>
    </dgm:pt>
    <dgm:pt modelId="{A044539E-E36C-4519-9A5C-0F955E465CC0}" type="parTrans" cxnId="{62867F72-E0C3-42B5-A2F3-B11AB99BCF0D}">
      <dgm:prSet/>
      <dgm:spPr/>
      <dgm:t>
        <a:bodyPr/>
        <a:lstStyle/>
        <a:p>
          <a:endParaRPr lang="en-MW"/>
        </a:p>
      </dgm:t>
    </dgm:pt>
    <dgm:pt modelId="{D77ABABE-0943-4126-8C6D-95C4EEA8B4BB}" type="sibTrans" cxnId="{62867F72-E0C3-42B5-A2F3-B11AB99BCF0D}">
      <dgm:prSet/>
      <dgm:spPr/>
      <dgm:t>
        <a:bodyPr/>
        <a:lstStyle/>
        <a:p>
          <a:endParaRPr lang="en-MW"/>
        </a:p>
      </dgm:t>
    </dgm:pt>
    <dgm:pt modelId="{1136BAB2-3790-41A3-9869-9537A1B2E3AC}" type="pres">
      <dgm:prSet presAssocID="{166FCBB1-0D2F-4B1B-87BC-59BB50AAFA34}" presName="Name0" presStyleCnt="0">
        <dgm:presLayoutVars>
          <dgm:chMax val="7"/>
          <dgm:dir/>
          <dgm:animLvl val="lvl"/>
          <dgm:resizeHandles val="exact"/>
        </dgm:presLayoutVars>
      </dgm:prSet>
      <dgm:spPr/>
    </dgm:pt>
    <dgm:pt modelId="{77D63AA1-046A-4ACB-971E-75823DA19F79}" type="pres">
      <dgm:prSet presAssocID="{FD66962F-477A-420D-B2E0-B8DFA6100EFE}" presName="circle1" presStyleLbl="node1" presStyleIdx="0" presStyleCnt="1"/>
      <dgm:spPr/>
    </dgm:pt>
    <dgm:pt modelId="{5FEBAD7F-3308-4087-9D8D-E55EC77F6D27}" type="pres">
      <dgm:prSet presAssocID="{FD66962F-477A-420D-B2E0-B8DFA6100EFE}" presName="space" presStyleCnt="0"/>
      <dgm:spPr/>
    </dgm:pt>
    <dgm:pt modelId="{8AE27FF3-43EF-4836-BFBD-02453FCE4C67}" type="pres">
      <dgm:prSet presAssocID="{FD66962F-477A-420D-B2E0-B8DFA6100EFE}" presName="rect1" presStyleLbl="alignAcc1" presStyleIdx="0" presStyleCnt="1"/>
      <dgm:spPr/>
    </dgm:pt>
    <dgm:pt modelId="{81892AF0-EF6A-4209-B4BC-0371F4A699CB}" type="pres">
      <dgm:prSet presAssocID="{FD66962F-477A-420D-B2E0-B8DFA6100EFE}" presName="rect1ParTxNoCh" presStyleLbl="alignAcc1" presStyleIdx="0" presStyleCnt="1">
        <dgm:presLayoutVars>
          <dgm:chMax val="1"/>
          <dgm:bulletEnabled val="1"/>
        </dgm:presLayoutVars>
      </dgm:prSet>
      <dgm:spPr/>
    </dgm:pt>
  </dgm:ptLst>
  <dgm:cxnLst>
    <dgm:cxn modelId="{EEC96C70-63B9-4F22-AC64-7EDE5D8D5D22}" type="presOf" srcId="{166FCBB1-0D2F-4B1B-87BC-59BB50AAFA34}" destId="{1136BAB2-3790-41A3-9869-9537A1B2E3AC}" srcOrd="0" destOrd="0" presId="urn:microsoft.com/office/officeart/2005/8/layout/target3"/>
    <dgm:cxn modelId="{62867F72-E0C3-42B5-A2F3-B11AB99BCF0D}" srcId="{166FCBB1-0D2F-4B1B-87BC-59BB50AAFA34}" destId="{FD66962F-477A-420D-B2E0-B8DFA6100EFE}" srcOrd="0" destOrd="0" parTransId="{A044539E-E36C-4519-9A5C-0F955E465CC0}" sibTransId="{D77ABABE-0943-4126-8C6D-95C4EEA8B4BB}"/>
    <dgm:cxn modelId="{1F3F217C-F0CC-4792-8029-300B8F0B91F1}" type="presOf" srcId="{FD66962F-477A-420D-B2E0-B8DFA6100EFE}" destId="{81892AF0-EF6A-4209-B4BC-0371F4A699CB}" srcOrd="1" destOrd="0" presId="urn:microsoft.com/office/officeart/2005/8/layout/target3"/>
    <dgm:cxn modelId="{282377B4-E6F7-4DB7-9E40-07E58C934512}" type="presOf" srcId="{FD66962F-477A-420D-B2E0-B8DFA6100EFE}" destId="{8AE27FF3-43EF-4836-BFBD-02453FCE4C67}" srcOrd="0" destOrd="0" presId="urn:microsoft.com/office/officeart/2005/8/layout/target3"/>
    <dgm:cxn modelId="{180BA4DA-43B4-456C-B8E1-C7FE9381F08A}" type="presParOf" srcId="{1136BAB2-3790-41A3-9869-9537A1B2E3AC}" destId="{77D63AA1-046A-4ACB-971E-75823DA19F79}" srcOrd="0" destOrd="0" presId="urn:microsoft.com/office/officeart/2005/8/layout/target3"/>
    <dgm:cxn modelId="{41FB7EC6-FE51-4C56-BB82-6FB8899562C8}" type="presParOf" srcId="{1136BAB2-3790-41A3-9869-9537A1B2E3AC}" destId="{5FEBAD7F-3308-4087-9D8D-E55EC77F6D27}" srcOrd="1" destOrd="0" presId="urn:microsoft.com/office/officeart/2005/8/layout/target3"/>
    <dgm:cxn modelId="{481A6693-4668-4FA1-80DF-C545087619A8}" type="presParOf" srcId="{1136BAB2-3790-41A3-9869-9537A1B2E3AC}" destId="{8AE27FF3-43EF-4836-BFBD-02453FCE4C67}" srcOrd="2" destOrd="0" presId="urn:microsoft.com/office/officeart/2005/8/layout/target3"/>
    <dgm:cxn modelId="{1862A284-41B8-4259-BA08-7A1C18214B0A}" type="presParOf" srcId="{1136BAB2-3790-41A3-9869-9537A1B2E3AC}" destId="{81892AF0-EF6A-4209-B4BC-0371F4A699CB}"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166FCBB1-0D2F-4B1B-87BC-59BB50AAFA34}" type="doc">
      <dgm:prSet loTypeId="urn:microsoft.com/office/officeart/2005/8/layout/target3" loCatId="relationship" qsTypeId="urn:microsoft.com/office/officeart/2005/8/quickstyle/simple1" qsCatId="simple" csTypeId="urn:microsoft.com/office/officeart/2005/8/colors/accent1_2" csCatId="accent1" phldr="1"/>
      <dgm:spPr/>
      <dgm:t>
        <a:bodyPr/>
        <a:lstStyle/>
        <a:p>
          <a:endParaRPr lang="en-MW"/>
        </a:p>
      </dgm:t>
    </dgm:pt>
    <dgm:pt modelId="{FD66962F-477A-420D-B2E0-B8DFA6100EFE}">
      <dgm:prSet/>
      <dgm:spPr/>
      <dgm:t>
        <a:bodyPr/>
        <a:lstStyle/>
        <a:p>
          <a:r>
            <a:rPr lang="en-US" dirty="0"/>
            <a:t>Basic mouse terminology</a:t>
          </a:r>
          <a:endParaRPr lang="en-MW" dirty="0"/>
        </a:p>
      </dgm:t>
    </dgm:pt>
    <dgm:pt modelId="{A044539E-E36C-4519-9A5C-0F955E465CC0}" type="parTrans" cxnId="{62867F72-E0C3-42B5-A2F3-B11AB99BCF0D}">
      <dgm:prSet/>
      <dgm:spPr/>
      <dgm:t>
        <a:bodyPr/>
        <a:lstStyle/>
        <a:p>
          <a:endParaRPr lang="en-MW"/>
        </a:p>
      </dgm:t>
    </dgm:pt>
    <dgm:pt modelId="{D77ABABE-0943-4126-8C6D-95C4EEA8B4BB}" type="sibTrans" cxnId="{62867F72-E0C3-42B5-A2F3-B11AB99BCF0D}">
      <dgm:prSet/>
      <dgm:spPr/>
      <dgm:t>
        <a:bodyPr/>
        <a:lstStyle/>
        <a:p>
          <a:endParaRPr lang="en-MW"/>
        </a:p>
      </dgm:t>
    </dgm:pt>
    <dgm:pt modelId="{1136BAB2-3790-41A3-9869-9537A1B2E3AC}" type="pres">
      <dgm:prSet presAssocID="{166FCBB1-0D2F-4B1B-87BC-59BB50AAFA34}" presName="Name0" presStyleCnt="0">
        <dgm:presLayoutVars>
          <dgm:chMax val="7"/>
          <dgm:dir/>
          <dgm:animLvl val="lvl"/>
          <dgm:resizeHandles val="exact"/>
        </dgm:presLayoutVars>
      </dgm:prSet>
      <dgm:spPr/>
    </dgm:pt>
    <dgm:pt modelId="{77D63AA1-046A-4ACB-971E-75823DA19F79}" type="pres">
      <dgm:prSet presAssocID="{FD66962F-477A-420D-B2E0-B8DFA6100EFE}" presName="circle1" presStyleLbl="node1" presStyleIdx="0" presStyleCnt="1"/>
      <dgm:spPr/>
    </dgm:pt>
    <dgm:pt modelId="{5FEBAD7F-3308-4087-9D8D-E55EC77F6D27}" type="pres">
      <dgm:prSet presAssocID="{FD66962F-477A-420D-B2E0-B8DFA6100EFE}" presName="space" presStyleCnt="0"/>
      <dgm:spPr/>
    </dgm:pt>
    <dgm:pt modelId="{8AE27FF3-43EF-4836-BFBD-02453FCE4C67}" type="pres">
      <dgm:prSet presAssocID="{FD66962F-477A-420D-B2E0-B8DFA6100EFE}" presName="rect1" presStyleLbl="alignAcc1" presStyleIdx="0" presStyleCnt="1"/>
      <dgm:spPr/>
    </dgm:pt>
    <dgm:pt modelId="{81892AF0-EF6A-4209-B4BC-0371F4A699CB}" type="pres">
      <dgm:prSet presAssocID="{FD66962F-477A-420D-B2E0-B8DFA6100EFE}" presName="rect1ParTxNoCh" presStyleLbl="alignAcc1" presStyleIdx="0" presStyleCnt="1">
        <dgm:presLayoutVars>
          <dgm:chMax val="1"/>
          <dgm:bulletEnabled val="1"/>
        </dgm:presLayoutVars>
      </dgm:prSet>
      <dgm:spPr/>
    </dgm:pt>
  </dgm:ptLst>
  <dgm:cxnLst>
    <dgm:cxn modelId="{EEC96C70-63B9-4F22-AC64-7EDE5D8D5D22}" type="presOf" srcId="{166FCBB1-0D2F-4B1B-87BC-59BB50AAFA34}" destId="{1136BAB2-3790-41A3-9869-9537A1B2E3AC}" srcOrd="0" destOrd="0" presId="urn:microsoft.com/office/officeart/2005/8/layout/target3"/>
    <dgm:cxn modelId="{62867F72-E0C3-42B5-A2F3-B11AB99BCF0D}" srcId="{166FCBB1-0D2F-4B1B-87BC-59BB50AAFA34}" destId="{FD66962F-477A-420D-B2E0-B8DFA6100EFE}" srcOrd="0" destOrd="0" parTransId="{A044539E-E36C-4519-9A5C-0F955E465CC0}" sibTransId="{D77ABABE-0943-4126-8C6D-95C4EEA8B4BB}"/>
    <dgm:cxn modelId="{1F3F217C-F0CC-4792-8029-300B8F0B91F1}" type="presOf" srcId="{FD66962F-477A-420D-B2E0-B8DFA6100EFE}" destId="{81892AF0-EF6A-4209-B4BC-0371F4A699CB}" srcOrd="1" destOrd="0" presId="urn:microsoft.com/office/officeart/2005/8/layout/target3"/>
    <dgm:cxn modelId="{282377B4-E6F7-4DB7-9E40-07E58C934512}" type="presOf" srcId="{FD66962F-477A-420D-B2E0-B8DFA6100EFE}" destId="{8AE27FF3-43EF-4836-BFBD-02453FCE4C67}" srcOrd="0" destOrd="0" presId="urn:microsoft.com/office/officeart/2005/8/layout/target3"/>
    <dgm:cxn modelId="{180BA4DA-43B4-456C-B8E1-C7FE9381F08A}" type="presParOf" srcId="{1136BAB2-3790-41A3-9869-9537A1B2E3AC}" destId="{77D63AA1-046A-4ACB-971E-75823DA19F79}" srcOrd="0" destOrd="0" presId="urn:microsoft.com/office/officeart/2005/8/layout/target3"/>
    <dgm:cxn modelId="{41FB7EC6-FE51-4C56-BB82-6FB8899562C8}" type="presParOf" srcId="{1136BAB2-3790-41A3-9869-9537A1B2E3AC}" destId="{5FEBAD7F-3308-4087-9D8D-E55EC77F6D27}" srcOrd="1" destOrd="0" presId="urn:microsoft.com/office/officeart/2005/8/layout/target3"/>
    <dgm:cxn modelId="{481A6693-4668-4FA1-80DF-C545087619A8}" type="presParOf" srcId="{1136BAB2-3790-41A3-9869-9537A1B2E3AC}" destId="{8AE27FF3-43EF-4836-BFBD-02453FCE4C67}" srcOrd="2" destOrd="0" presId="urn:microsoft.com/office/officeart/2005/8/layout/target3"/>
    <dgm:cxn modelId="{1862A284-41B8-4259-BA08-7A1C18214B0A}" type="presParOf" srcId="{1136BAB2-3790-41A3-9869-9537A1B2E3AC}" destId="{81892AF0-EF6A-4209-B4BC-0371F4A699CB}"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166FCBB1-0D2F-4B1B-87BC-59BB50AAFA34}" type="doc">
      <dgm:prSet loTypeId="urn:microsoft.com/office/officeart/2005/8/layout/target3" loCatId="relationship" qsTypeId="urn:microsoft.com/office/officeart/2005/8/quickstyle/simple1" qsCatId="simple" csTypeId="urn:microsoft.com/office/officeart/2005/8/colors/accent1_2" csCatId="accent1" phldr="1"/>
      <dgm:spPr/>
      <dgm:t>
        <a:bodyPr/>
        <a:lstStyle/>
        <a:p>
          <a:endParaRPr lang="en-MW"/>
        </a:p>
      </dgm:t>
    </dgm:pt>
    <dgm:pt modelId="{FD66962F-477A-420D-B2E0-B8DFA6100EFE}">
      <dgm:prSet/>
      <dgm:spPr/>
      <dgm:t>
        <a:bodyPr/>
        <a:lstStyle/>
        <a:p>
          <a:r>
            <a:rPr lang="en-US" dirty="0"/>
            <a:t>Keyboard</a:t>
          </a:r>
          <a:endParaRPr lang="en-MW" dirty="0"/>
        </a:p>
      </dgm:t>
    </dgm:pt>
    <dgm:pt modelId="{A044539E-E36C-4519-9A5C-0F955E465CC0}" type="parTrans" cxnId="{62867F72-E0C3-42B5-A2F3-B11AB99BCF0D}">
      <dgm:prSet/>
      <dgm:spPr/>
      <dgm:t>
        <a:bodyPr/>
        <a:lstStyle/>
        <a:p>
          <a:endParaRPr lang="en-MW"/>
        </a:p>
      </dgm:t>
    </dgm:pt>
    <dgm:pt modelId="{D77ABABE-0943-4126-8C6D-95C4EEA8B4BB}" type="sibTrans" cxnId="{62867F72-E0C3-42B5-A2F3-B11AB99BCF0D}">
      <dgm:prSet/>
      <dgm:spPr/>
      <dgm:t>
        <a:bodyPr/>
        <a:lstStyle/>
        <a:p>
          <a:endParaRPr lang="en-MW"/>
        </a:p>
      </dgm:t>
    </dgm:pt>
    <dgm:pt modelId="{1136BAB2-3790-41A3-9869-9537A1B2E3AC}" type="pres">
      <dgm:prSet presAssocID="{166FCBB1-0D2F-4B1B-87BC-59BB50AAFA34}" presName="Name0" presStyleCnt="0">
        <dgm:presLayoutVars>
          <dgm:chMax val="7"/>
          <dgm:dir/>
          <dgm:animLvl val="lvl"/>
          <dgm:resizeHandles val="exact"/>
        </dgm:presLayoutVars>
      </dgm:prSet>
      <dgm:spPr/>
    </dgm:pt>
    <dgm:pt modelId="{77D63AA1-046A-4ACB-971E-75823DA19F79}" type="pres">
      <dgm:prSet presAssocID="{FD66962F-477A-420D-B2E0-B8DFA6100EFE}" presName="circle1" presStyleLbl="node1" presStyleIdx="0" presStyleCnt="1"/>
      <dgm:spPr/>
    </dgm:pt>
    <dgm:pt modelId="{5FEBAD7F-3308-4087-9D8D-E55EC77F6D27}" type="pres">
      <dgm:prSet presAssocID="{FD66962F-477A-420D-B2E0-B8DFA6100EFE}" presName="space" presStyleCnt="0"/>
      <dgm:spPr/>
    </dgm:pt>
    <dgm:pt modelId="{8AE27FF3-43EF-4836-BFBD-02453FCE4C67}" type="pres">
      <dgm:prSet presAssocID="{FD66962F-477A-420D-B2E0-B8DFA6100EFE}" presName="rect1" presStyleLbl="alignAcc1" presStyleIdx="0" presStyleCnt="1"/>
      <dgm:spPr/>
    </dgm:pt>
    <dgm:pt modelId="{81892AF0-EF6A-4209-B4BC-0371F4A699CB}" type="pres">
      <dgm:prSet presAssocID="{FD66962F-477A-420D-B2E0-B8DFA6100EFE}" presName="rect1ParTxNoCh" presStyleLbl="alignAcc1" presStyleIdx="0" presStyleCnt="1">
        <dgm:presLayoutVars>
          <dgm:chMax val="1"/>
          <dgm:bulletEnabled val="1"/>
        </dgm:presLayoutVars>
      </dgm:prSet>
      <dgm:spPr/>
    </dgm:pt>
  </dgm:ptLst>
  <dgm:cxnLst>
    <dgm:cxn modelId="{EEC96C70-63B9-4F22-AC64-7EDE5D8D5D22}" type="presOf" srcId="{166FCBB1-0D2F-4B1B-87BC-59BB50AAFA34}" destId="{1136BAB2-3790-41A3-9869-9537A1B2E3AC}" srcOrd="0" destOrd="0" presId="urn:microsoft.com/office/officeart/2005/8/layout/target3"/>
    <dgm:cxn modelId="{62867F72-E0C3-42B5-A2F3-B11AB99BCF0D}" srcId="{166FCBB1-0D2F-4B1B-87BC-59BB50AAFA34}" destId="{FD66962F-477A-420D-B2E0-B8DFA6100EFE}" srcOrd="0" destOrd="0" parTransId="{A044539E-E36C-4519-9A5C-0F955E465CC0}" sibTransId="{D77ABABE-0943-4126-8C6D-95C4EEA8B4BB}"/>
    <dgm:cxn modelId="{1F3F217C-F0CC-4792-8029-300B8F0B91F1}" type="presOf" srcId="{FD66962F-477A-420D-B2E0-B8DFA6100EFE}" destId="{81892AF0-EF6A-4209-B4BC-0371F4A699CB}" srcOrd="1" destOrd="0" presId="urn:microsoft.com/office/officeart/2005/8/layout/target3"/>
    <dgm:cxn modelId="{282377B4-E6F7-4DB7-9E40-07E58C934512}" type="presOf" srcId="{FD66962F-477A-420D-B2E0-B8DFA6100EFE}" destId="{8AE27FF3-43EF-4836-BFBD-02453FCE4C67}" srcOrd="0" destOrd="0" presId="urn:microsoft.com/office/officeart/2005/8/layout/target3"/>
    <dgm:cxn modelId="{180BA4DA-43B4-456C-B8E1-C7FE9381F08A}" type="presParOf" srcId="{1136BAB2-3790-41A3-9869-9537A1B2E3AC}" destId="{77D63AA1-046A-4ACB-971E-75823DA19F79}" srcOrd="0" destOrd="0" presId="urn:microsoft.com/office/officeart/2005/8/layout/target3"/>
    <dgm:cxn modelId="{41FB7EC6-FE51-4C56-BB82-6FB8899562C8}" type="presParOf" srcId="{1136BAB2-3790-41A3-9869-9537A1B2E3AC}" destId="{5FEBAD7F-3308-4087-9D8D-E55EC77F6D27}" srcOrd="1" destOrd="0" presId="urn:microsoft.com/office/officeart/2005/8/layout/target3"/>
    <dgm:cxn modelId="{481A6693-4668-4FA1-80DF-C545087619A8}" type="presParOf" srcId="{1136BAB2-3790-41A3-9869-9537A1B2E3AC}" destId="{8AE27FF3-43EF-4836-BFBD-02453FCE4C67}" srcOrd="2" destOrd="0" presId="urn:microsoft.com/office/officeart/2005/8/layout/target3"/>
    <dgm:cxn modelId="{1862A284-41B8-4259-BA08-7A1C18214B0A}" type="presParOf" srcId="{1136BAB2-3790-41A3-9869-9537A1B2E3AC}" destId="{81892AF0-EF6A-4209-B4BC-0371F4A699CB}"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0.xml><?xml version="1.0" encoding="utf-8"?>
<dgm:dataModel xmlns:dgm="http://schemas.openxmlformats.org/drawingml/2006/diagram" xmlns:a="http://schemas.openxmlformats.org/drawingml/2006/main">
  <dgm:ptLst>
    <dgm:pt modelId="{030FA3CA-1234-410A-81B1-ECFBCAB803EC}" type="doc">
      <dgm:prSet loTypeId="urn:microsoft.com/office/officeart/2005/8/layout/target3" loCatId="relationship" qsTypeId="urn:microsoft.com/office/officeart/2005/8/quickstyle/simple1" qsCatId="simple" csTypeId="urn:microsoft.com/office/officeart/2005/8/colors/accent1_2" csCatId="accent1" phldr="1"/>
      <dgm:spPr/>
      <dgm:t>
        <a:bodyPr/>
        <a:lstStyle/>
        <a:p>
          <a:endParaRPr lang="en-MW"/>
        </a:p>
      </dgm:t>
    </dgm:pt>
    <dgm:pt modelId="{0E97B5E3-790D-4797-AC8C-035EC053D366}">
      <dgm:prSet/>
      <dgm:spPr/>
      <dgm:t>
        <a:bodyPr/>
        <a:lstStyle/>
        <a:p>
          <a:pPr algn="l"/>
          <a:r>
            <a:rPr lang="en-US" dirty="0"/>
            <a:t>Keyboard keys</a:t>
          </a:r>
          <a:endParaRPr lang="en-MW" dirty="0"/>
        </a:p>
      </dgm:t>
    </dgm:pt>
    <dgm:pt modelId="{83DEF0CD-88AE-4224-845D-D1A1366AA2E7}" type="parTrans" cxnId="{CA4851B8-646B-43C5-ACB1-1B04F3C5E6E3}">
      <dgm:prSet/>
      <dgm:spPr/>
      <dgm:t>
        <a:bodyPr/>
        <a:lstStyle/>
        <a:p>
          <a:endParaRPr lang="en-MW"/>
        </a:p>
      </dgm:t>
    </dgm:pt>
    <dgm:pt modelId="{27174DE7-4DBD-43AF-AD00-C670B57AC89C}" type="sibTrans" cxnId="{CA4851B8-646B-43C5-ACB1-1B04F3C5E6E3}">
      <dgm:prSet/>
      <dgm:spPr/>
      <dgm:t>
        <a:bodyPr/>
        <a:lstStyle/>
        <a:p>
          <a:endParaRPr lang="en-MW"/>
        </a:p>
      </dgm:t>
    </dgm:pt>
    <dgm:pt modelId="{8FD0D3AA-ABB8-4816-B8C7-356AE591E16E}" type="pres">
      <dgm:prSet presAssocID="{030FA3CA-1234-410A-81B1-ECFBCAB803EC}" presName="Name0" presStyleCnt="0">
        <dgm:presLayoutVars>
          <dgm:chMax val="7"/>
          <dgm:dir/>
          <dgm:animLvl val="lvl"/>
          <dgm:resizeHandles val="exact"/>
        </dgm:presLayoutVars>
      </dgm:prSet>
      <dgm:spPr/>
    </dgm:pt>
    <dgm:pt modelId="{25F80528-D282-4A9D-90A3-147CA72D2F58}" type="pres">
      <dgm:prSet presAssocID="{0E97B5E3-790D-4797-AC8C-035EC053D366}" presName="circle1" presStyleLbl="node1" presStyleIdx="0" presStyleCnt="1"/>
      <dgm:spPr/>
    </dgm:pt>
    <dgm:pt modelId="{44737412-F4FC-40F0-9B7E-E479EDCFAE58}" type="pres">
      <dgm:prSet presAssocID="{0E97B5E3-790D-4797-AC8C-035EC053D366}" presName="space" presStyleCnt="0"/>
      <dgm:spPr/>
    </dgm:pt>
    <dgm:pt modelId="{165C6614-2885-4133-8770-1A19290243E7}" type="pres">
      <dgm:prSet presAssocID="{0E97B5E3-790D-4797-AC8C-035EC053D366}" presName="rect1" presStyleLbl="alignAcc1" presStyleIdx="0" presStyleCnt="1"/>
      <dgm:spPr/>
    </dgm:pt>
    <dgm:pt modelId="{62C160C7-BB09-49A6-8D98-17551FBB5C06}" type="pres">
      <dgm:prSet presAssocID="{0E97B5E3-790D-4797-AC8C-035EC053D366}" presName="rect1ParTxNoCh" presStyleLbl="alignAcc1" presStyleIdx="0" presStyleCnt="1">
        <dgm:presLayoutVars>
          <dgm:chMax val="1"/>
          <dgm:bulletEnabled val="1"/>
        </dgm:presLayoutVars>
      </dgm:prSet>
      <dgm:spPr/>
    </dgm:pt>
  </dgm:ptLst>
  <dgm:cxnLst>
    <dgm:cxn modelId="{48F49638-7307-41AA-AABA-8FAF49E33405}" type="presOf" srcId="{0E97B5E3-790D-4797-AC8C-035EC053D366}" destId="{62C160C7-BB09-49A6-8D98-17551FBB5C06}" srcOrd="1" destOrd="0" presId="urn:microsoft.com/office/officeart/2005/8/layout/target3"/>
    <dgm:cxn modelId="{F8DC385A-426B-40D9-B687-EFC96BEAADDF}" type="presOf" srcId="{030FA3CA-1234-410A-81B1-ECFBCAB803EC}" destId="{8FD0D3AA-ABB8-4816-B8C7-356AE591E16E}" srcOrd="0" destOrd="0" presId="urn:microsoft.com/office/officeart/2005/8/layout/target3"/>
    <dgm:cxn modelId="{CA4851B8-646B-43C5-ACB1-1B04F3C5E6E3}" srcId="{030FA3CA-1234-410A-81B1-ECFBCAB803EC}" destId="{0E97B5E3-790D-4797-AC8C-035EC053D366}" srcOrd="0" destOrd="0" parTransId="{83DEF0CD-88AE-4224-845D-D1A1366AA2E7}" sibTransId="{27174DE7-4DBD-43AF-AD00-C670B57AC89C}"/>
    <dgm:cxn modelId="{A62E7DF2-CB2E-40D7-B67E-60C829B83C18}" type="presOf" srcId="{0E97B5E3-790D-4797-AC8C-035EC053D366}" destId="{165C6614-2885-4133-8770-1A19290243E7}" srcOrd="0" destOrd="0" presId="urn:microsoft.com/office/officeart/2005/8/layout/target3"/>
    <dgm:cxn modelId="{6B4ADAAE-9340-4A92-991D-D4BCF838CD74}" type="presParOf" srcId="{8FD0D3AA-ABB8-4816-B8C7-356AE591E16E}" destId="{25F80528-D282-4A9D-90A3-147CA72D2F58}" srcOrd="0" destOrd="0" presId="urn:microsoft.com/office/officeart/2005/8/layout/target3"/>
    <dgm:cxn modelId="{3E85FD93-2E15-48CF-BE19-9C41FF50944F}" type="presParOf" srcId="{8FD0D3AA-ABB8-4816-B8C7-356AE591E16E}" destId="{44737412-F4FC-40F0-9B7E-E479EDCFAE58}" srcOrd="1" destOrd="0" presId="urn:microsoft.com/office/officeart/2005/8/layout/target3"/>
    <dgm:cxn modelId="{1C8233EE-0A90-4828-B8E6-1CCA86A4E719}" type="presParOf" srcId="{8FD0D3AA-ABB8-4816-B8C7-356AE591E16E}" destId="{165C6614-2885-4133-8770-1A19290243E7}" srcOrd="2" destOrd="0" presId="urn:microsoft.com/office/officeart/2005/8/layout/target3"/>
    <dgm:cxn modelId="{137DEC10-948F-4597-8ACD-C7F9B3BC7CD0}" type="presParOf" srcId="{8FD0D3AA-ABB8-4816-B8C7-356AE591E16E}" destId="{62C160C7-BB09-49A6-8D98-17551FBB5C06}"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1.xml><?xml version="1.0" encoding="utf-8"?>
<dgm:dataModel xmlns:dgm="http://schemas.openxmlformats.org/drawingml/2006/diagram" xmlns:a="http://schemas.openxmlformats.org/drawingml/2006/main">
  <dgm:ptLst>
    <dgm:pt modelId="{030FA3CA-1234-410A-81B1-ECFBCAB803EC}" type="doc">
      <dgm:prSet loTypeId="urn:microsoft.com/office/officeart/2005/8/layout/target3" loCatId="relationship" qsTypeId="urn:microsoft.com/office/officeart/2005/8/quickstyle/simple1" qsCatId="simple" csTypeId="urn:microsoft.com/office/officeart/2005/8/colors/accent1_2" csCatId="accent1" phldr="1"/>
      <dgm:spPr/>
      <dgm:t>
        <a:bodyPr/>
        <a:lstStyle/>
        <a:p>
          <a:endParaRPr lang="en-MW"/>
        </a:p>
      </dgm:t>
    </dgm:pt>
    <dgm:pt modelId="{0E97B5E3-790D-4797-AC8C-035EC053D366}">
      <dgm:prSet/>
      <dgm:spPr/>
      <dgm:t>
        <a:bodyPr/>
        <a:lstStyle/>
        <a:p>
          <a:pPr algn="l"/>
          <a:r>
            <a:rPr lang="en-US" dirty="0"/>
            <a:t>Keyboard keys</a:t>
          </a:r>
          <a:endParaRPr lang="en-MW" dirty="0"/>
        </a:p>
      </dgm:t>
    </dgm:pt>
    <dgm:pt modelId="{83DEF0CD-88AE-4224-845D-D1A1366AA2E7}" type="parTrans" cxnId="{CA4851B8-646B-43C5-ACB1-1B04F3C5E6E3}">
      <dgm:prSet/>
      <dgm:spPr/>
      <dgm:t>
        <a:bodyPr/>
        <a:lstStyle/>
        <a:p>
          <a:endParaRPr lang="en-MW"/>
        </a:p>
      </dgm:t>
    </dgm:pt>
    <dgm:pt modelId="{27174DE7-4DBD-43AF-AD00-C670B57AC89C}" type="sibTrans" cxnId="{CA4851B8-646B-43C5-ACB1-1B04F3C5E6E3}">
      <dgm:prSet/>
      <dgm:spPr/>
      <dgm:t>
        <a:bodyPr/>
        <a:lstStyle/>
        <a:p>
          <a:endParaRPr lang="en-MW"/>
        </a:p>
      </dgm:t>
    </dgm:pt>
    <dgm:pt modelId="{8FD0D3AA-ABB8-4816-B8C7-356AE591E16E}" type="pres">
      <dgm:prSet presAssocID="{030FA3CA-1234-410A-81B1-ECFBCAB803EC}" presName="Name0" presStyleCnt="0">
        <dgm:presLayoutVars>
          <dgm:chMax val="7"/>
          <dgm:dir/>
          <dgm:animLvl val="lvl"/>
          <dgm:resizeHandles val="exact"/>
        </dgm:presLayoutVars>
      </dgm:prSet>
      <dgm:spPr/>
    </dgm:pt>
    <dgm:pt modelId="{25F80528-D282-4A9D-90A3-147CA72D2F58}" type="pres">
      <dgm:prSet presAssocID="{0E97B5E3-790D-4797-AC8C-035EC053D366}" presName="circle1" presStyleLbl="node1" presStyleIdx="0" presStyleCnt="1"/>
      <dgm:spPr/>
    </dgm:pt>
    <dgm:pt modelId="{44737412-F4FC-40F0-9B7E-E479EDCFAE58}" type="pres">
      <dgm:prSet presAssocID="{0E97B5E3-790D-4797-AC8C-035EC053D366}" presName="space" presStyleCnt="0"/>
      <dgm:spPr/>
    </dgm:pt>
    <dgm:pt modelId="{165C6614-2885-4133-8770-1A19290243E7}" type="pres">
      <dgm:prSet presAssocID="{0E97B5E3-790D-4797-AC8C-035EC053D366}" presName="rect1" presStyleLbl="alignAcc1" presStyleIdx="0" presStyleCnt="1"/>
      <dgm:spPr/>
    </dgm:pt>
    <dgm:pt modelId="{62C160C7-BB09-49A6-8D98-17551FBB5C06}" type="pres">
      <dgm:prSet presAssocID="{0E97B5E3-790D-4797-AC8C-035EC053D366}" presName="rect1ParTxNoCh" presStyleLbl="alignAcc1" presStyleIdx="0" presStyleCnt="1">
        <dgm:presLayoutVars>
          <dgm:chMax val="1"/>
          <dgm:bulletEnabled val="1"/>
        </dgm:presLayoutVars>
      </dgm:prSet>
      <dgm:spPr/>
    </dgm:pt>
  </dgm:ptLst>
  <dgm:cxnLst>
    <dgm:cxn modelId="{48F49638-7307-41AA-AABA-8FAF49E33405}" type="presOf" srcId="{0E97B5E3-790D-4797-AC8C-035EC053D366}" destId="{62C160C7-BB09-49A6-8D98-17551FBB5C06}" srcOrd="1" destOrd="0" presId="urn:microsoft.com/office/officeart/2005/8/layout/target3"/>
    <dgm:cxn modelId="{F8DC385A-426B-40D9-B687-EFC96BEAADDF}" type="presOf" srcId="{030FA3CA-1234-410A-81B1-ECFBCAB803EC}" destId="{8FD0D3AA-ABB8-4816-B8C7-356AE591E16E}" srcOrd="0" destOrd="0" presId="urn:microsoft.com/office/officeart/2005/8/layout/target3"/>
    <dgm:cxn modelId="{CA4851B8-646B-43C5-ACB1-1B04F3C5E6E3}" srcId="{030FA3CA-1234-410A-81B1-ECFBCAB803EC}" destId="{0E97B5E3-790D-4797-AC8C-035EC053D366}" srcOrd="0" destOrd="0" parTransId="{83DEF0CD-88AE-4224-845D-D1A1366AA2E7}" sibTransId="{27174DE7-4DBD-43AF-AD00-C670B57AC89C}"/>
    <dgm:cxn modelId="{A62E7DF2-CB2E-40D7-B67E-60C829B83C18}" type="presOf" srcId="{0E97B5E3-790D-4797-AC8C-035EC053D366}" destId="{165C6614-2885-4133-8770-1A19290243E7}" srcOrd="0" destOrd="0" presId="urn:microsoft.com/office/officeart/2005/8/layout/target3"/>
    <dgm:cxn modelId="{6B4ADAAE-9340-4A92-991D-D4BCF838CD74}" type="presParOf" srcId="{8FD0D3AA-ABB8-4816-B8C7-356AE591E16E}" destId="{25F80528-D282-4A9D-90A3-147CA72D2F58}" srcOrd="0" destOrd="0" presId="urn:microsoft.com/office/officeart/2005/8/layout/target3"/>
    <dgm:cxn modelId="{3E85FD93-2E15-48CF-BE19-9C41FF50944F}" type="presParOf" srcId="{8FD0D3AA-ABB8-4816-B8C7-356AE591E16E}" destId="{44737412-F4FC-40F0-9B7E-E479EDCFAE58}" srcOrd="1" destOrd="0" presId="urn:microsoft.com/office/officeart/2005/8/layout/target3"/>
    <dgm:cxn modelId="{1C8233EE-0A90-4828-B8E6-1CCA86A4E719}" type="presParOf" srcId="{8FD0D3AA-ABB8-4816-B8C7-356AE591E16E}" destId="{165C6614-2885-4133-8770-1A19290243E7}" srcOrd="2" destOrd="0" presId="urn:microsoft.com/office/officeart/2005/8/layout/target3"/>
    <dgm:cxn modelId="{137DEC10-948F-4597-8ACD-C7F9B3BC7CD0}" type="presParOf" srcId="{8FD0D3AA-ABB8-4816-B8C7-356AE591E16E}" destId="{62C160C7-BB09-49A6-8D98-17551FBB5C06}"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2.xml><?xml version="1.0" encoding="utf-8"?>
<dgm:dataModel xmlns:dgm="http://schemas.openxmlformats.org/drawingml/2006/diagram" xmlns:a="http://schemas.openxmlformats.org/drawingml/2006/main">
  <dgm:ptLst>
    <dgm:pt modelId="{92DA2E54-E66F-473D-B1FC-D46C95A729ED}" type="doc">
      <dgm:prSet loTypeId="urn:microsoft.com/office/officeart/2005/8/layout/target3" loCatId="relationship" qsTypeId="urn:microsoft.com/office/officeart/2005/8/quickstyle/simple1" qsCatId="simple" csTypeId="urn:microsoft.com/office/officeart/2005/8/colors/accent1_2" csCatId="accent1" phldr="1"/>
      <dgm:spPr/>
      <dgm:t>
        <a:bodyPr/>
        <a:lstStyle/>
        <a:p>
          <a:endParaRPr lang="en-MW"/>
        </a:p>
      </dgm:t>
    </dgm:pt>
    <dgm:pt modelId="{E8D5D36C-7E20-4C2D-A721-508FA6C868C5}">
      <dgm:prSet/>
      <dgm:spPr/>
      <dgm:t>
        <a:bodyPr/>
        <a:lstStyle/>
        <a:p>
          <a:r>
            <a:rPr lang="en-US" b="1" dirty="0"/>
            <a:t>Using the numeric keypad</a:t>
          </a:r>
          <a:endParaRPr lang="en-MW" dirty="0"/>
        </a:p>
      </dgm:t>
    </dgm:pt>
    <dgm:pt modelId="{B0E67391-6D83-4CEA-8F2C-A861C757E6AF}" type="parTrans" cxnId="{2CBCB5EF-B1CD-4111-98BE-FCC7CD56BDFA}">
      <dgm:prSet/>
      <dgm:spPr/>
      <dgm:t>
        <a:bodyPr/>
        <a:lstStyle/>
        <a:p>
          <a:endParaRPr lang="en-MW"/>
        </a:p>
      </dgm:t>
    </dgm:pt>
    <dgm:pt modelId="{F3A4EB93-150D-4486-BF02-99D4B25DDDF2}" type="sibTrans" cxnId="{2CBCB5EF-B1CD-4111-98BE-FCC7CD56BDFA}">
      <dgm:prSet/>
      <dgm:spPr/>
      <dgm:t>
        <a:bodyPr/>
        <a:lstStyle/>
        <a:p>
          <a:endParaRPr lang="en-MW"/>
        </a:p>
      </dgm:t>
    </dgm:pt>
    <dgm:pt modelId="{12229C0A-CB5D-43A1-8620-CD02F3F0346F}" type="pres">
      <dgm:prSet presAssocID="{92DA2E54-E66F-473D-B1FC-D46C95A729ED}" presName="Name0" presStyleCnt="0">
        <dgm:presLayoutVars>
          <dgm:chMax val="7"/>
          <dgm:dir/>
          <dgm:animLvl val="lvl"/>
          <dgm:resizeHandles val="exact"/>
        </dgm:presLayoutVars>
      </dgm:prSet>
      <dgm:spPr/>
    </dgm:pt>
    <dgm:pt modelId="{ADFDDBF1-D759-4DF9-8C1B-0FC2C03B3462}" type="pres">
      <dgm:prSet presAssocID="{E8D5D36C-7E20-4C2D-A721-508FA6C868C5}" presName="circle1" presStyleLbl="node1" presStyleIdx="0" presStyleCnt="1"/>
      <dgm:spPr/>
    </dgm:pt>
    <dgm:pt modelId="{C99F5DBC-B70D-4238-908F-E197CE9EA95A}" type="pres">
      <dgm:prSet presAssocID="{E8D5D36C-7E20-4C2D-A721-508FA6C868C5}" presName="space" presStyleCnt="0"/>
      <dgm:spPr/>
    </dgm:pt>
    <dgm:pt modelId="{9183137E-CE9E-4B9E-9837-BC4AE74EE269}" type="pres">
      <dgm:prSet presAssocID="{E8D5D36C-7E20-4C2D-A721-508FA6C868C5}" presName="rect1" presStyleLbl="alignAcc1" presStyleIdx="0" presStyleCnt="1"/>
      <dgm:spPr/>
    </dgm:pt>
    <dgm:pt modelId="{554F714F-0B1D-4654-B10D-F20F7C592A04}" type="pres">
      <dgm:prSet presAssocID="{E8D5D36C-7E20-4C2D-A721-508FA6C868C5}" presName="rect1ParTxNoCh" presStyleLbl="alignAcc1" presStyleIdx="0" presStyleCnt="1">
        <dgm:presLayoutVars>
          <dgm:chMax val="1"/>
          <dgm:bulletEnabled val="1"/>
        </dgm:presLayoutVars>
      </dgm:prSet>
      <dgm:spPr/>
    </dgm:pt>
  </dgm:ptLst>
  <dgm:cxnLst>
    <dgm:cxn modelId="{0E49ED24-ADB7-4B5E-BB6D-CD2D12824056}" type="presOf" srcId="{92DA2E54-E66F-473D-B1FC-D46C95A729ED}" destId="{12229C0A-CB5D-43A1-8620-CD02F3F0346F}" srcOrd="0" destOrd="0" presId="urn:microsoft.com/office/officeart/2005/8/layout/target3"/>
    <dgm:cxn modelId="{E3B82AAB-E1D8-4963-9C9E-5FC878625542}" type="presOf" srcId="{E8D5D36C-7E20-4C2D-A721-508FA6C868C5}" destId="{554F714F-0B1D-4654-B10D-F20F7C592A04}" srcOrd="1" destOrd="0" presId="urn:microsoft.com/office/officeart/2005/8/layout/target3"/>
    <dgm:cxn modelId="{2CBCB5EF-B1CD-4111-98BE-FCC7CD56BDFA}" srcId="{92DA2E54-E66F-473D-B1FC-D46C95A729ED}" destId="{E8D5D36C-7E20-4C2D-A721-508FA6C868C5}" srcOrd="0" destOrd="0" parTransId="{B0E67391-6D83-4CEA-8F2C-A861C757E6AF}" sibTransId="{F3A4EB93-150D-4486-BF02-99D4B25DDDF2}"/>
    <dgm:cxn modelId="{0DFE71FC-3797-49B1-9415-11F862207450}" type="presOf" srcId="{E8D5D36C-7E20-4C2D-A721-508FA6C868C5}" destId="{9183137E-CE9E-4B9E-9837-BC4AE74EE269}" srcOrd="0" destOrd="0" presId="urn:microsoft.com/office/officeart/2005/8/layout/target3"/>
    <dgm:cxn modelId="{C1B2C74D-BC3F-4E9A-ACD3-C7B48A44B705}" type="presParOf" srcId="{12229C0A-CB5D-43A1-8620-CD02F3F0346F}" destId="{ADFDDBF1-D759-4DF9-8C1B-0FC2C03B3462}" srcOrd="0" destOrd="0" presId="urn:microsoft.com/office/officeart/2005/8/layout/target3"/>
    <dgm:cxn modelId="{00749643-295B-4575-8A48-A41083D80C7B}" type="presParOf" srcId="{12229C0A-CB5D-43A1-8620-CD02F3F0346F}" destId="{C99F5DBC-B70D-4238-908F-E197CE9EA95A}" srcOrd="1" destOrd="0" presId="urn:microsoft.com/office/officeart/2005/8/layout/target3"/>
    <dgm:cxn modelId="{F8534859-11F3-44AD-98D4-1B647AC4CDF9}" type="presParOf" srcId="{12229C0A-CB5D-43A1-8620-CD02F3F0346F}" destId="{9183137E-CE9E-4B9E-9837-BC4AE74EE269}" srcOrd="2" destOrd="0" presId="urn:microsoft.com/office/officeart/2005/8/layout/target3"/>
    <dgm:cxn modelId="{86D136DA-FDE5-46D9-B440-D2E4B61B2682}" type="presParOf" srcId="{12229C0A-CB5D-43A1-8620-CD02F3F0346F}" destId="{554F714F-0B1D-4654-B10D-F20F7C592A04}"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3.xml><?xml version="1.0" encoding="utf-8"?>
<dgm:dataModel xmlns:dgm="http://schemas.openxmlformats.org/drawingml/2006/diagram" xmlns:a="http://schemas.openxmlformats.org/drawingml/2006/main">
  <dgm:ptLst>
    <dgm:pt modelId="{92DA2E54-E66F-473D-B1FC-D46C95A729ED}" type="doc">
      <dgm:prSet loTypeId="urn:microsoft.com/office/officeart/2005/8/layout/target3" loCatId="relationship" qsTypeId="urn:microsoft.com/office/officeart/2005/8/quickstyle/simple1" qsCatId="simple" csTypeId="urn:microsoft.com/office/officeart/2005/8/colors/accent1_2" csCatId="accent1" phldr="1"/>
      <dgm:spPr/>
      <dgm:t>
        <a:bodyPr/>
        <a:lstStyle/>
        <a:p>
          <a:endParaRPr lang="en-MW"/>
        </a:p>
      </dgm:t>
    </dgm:pt>
    <dgm:pt modelId="{E8D5D36C-7E20-4C2D-A721-508FA6C868C5}">
      <dgm:prSet/>
      <dgm:spPr/>
      <dgm:t>
        <a:bodyPr/>
        <a:lstStyle/>
        <a:p>
          <a:r>
            <a:rPr lang="en-US" b="1" dirty="0"/>
            <a:t>Using the numeric keypad</a:t>
          </a:r>
          <a:endParaRPr lang="en-MW" dirty="0"/>
        </a:p>
      </dgm:t>
    </dgm:pt>
    <dgm:pt modelId="{B0E67391-6D83-4CEA-8F2C-A861C757E6AF}" type="parTrans" cxnId="{2CBCB5EF-B1CD-4111-98BE-FCC7CD56BDFA}">
      <dgm:prSet/>
      <dgm:spPr/>
      <dgm:t>
        <a:bodyPr/>
        <a:lstStyle/>
        <a:p>
          <a:endParaRPr lang="en-MW"/>
        </a:p>
      </dgm:t>
    </dgm:pt>
    <dgm:pt modelId="{F3A4EB93-150D-4486-BF02-99D4B25DDDF2}" type="sibTrans" cxnId="{2CBCB5EF-B1CD-4111-98BE-FCC7CD56BDFA}">
      <dgm:prSet/>
      <dgm:spPr/>
      <dgm:t>
        <a:bodyPr/>
        <a:lstStyle/>
        <a:p>
          <a:endParaRPr lang="en-MW"/>
        </a:p>
      </dgm:t>
    </dgm:pt>
    <dgm:pt modelId="{12229C0A-CB5D-43A1-8620-CD02F3F0346F}" type="pres">
      <dgm:prSet presAssocID="{92DA2E54-E66F-473D-B1FC-D46C95A729ED}" presName="Name0" presStyleCnt="0">
        <dgm:presLayoutVars>
          <dgm:chMax val="7"/>
          <dgm:dir/>
          <dgm:animLvl val="lvl"/>
          <dgm:resizeHandles val="exact"/>
        </dgm:presLayoutVars>
      </dgm:prSet>
      <dgm:spPr/>
    </dgm:pt>
    <dgm:pt modelId="{ADFDDBF1-D759-4DF9-8C1B-0FC2C03B3462}" type="pres">
      <dgm:prSet presAssocID="{E8D5D36C-7E20-4C2D-A721-508FA6C868C5}" presName="circle1" presStyleLbl="node1" presStyleIdx="0" presStyleCnt="1"/>
      <dgm:spPr/>
    </dgm:pt>
    <dgm:pt modelId="{C99F5DBC-B70D-4238-908F-E197CE9EA95A}" type="pres">
      <dgm:prSet presAssocID="{E8D5D36C-7E20-4C2D-A721-508FA6C868C5}" presName="space" presStyleCnt="0"/>
      <dgm:spPr/>
    </dgm:pt>
    <dgm:pt modelId="{9183137E-CE9E-4B9E-9837-BC4AE74EE269}" type="pres">
      <dgm:prSet presAssocID="{E8D5D36C-7E20-4C2D-A721-508FA6C868C5}" presName="rect1" presStyleLbl="alignAcc1" presStyleIdx="0" presStyleCnt="1"/>
      <dgm:spPr/>
    </dgm:pt>
    <dgm:pt modelId="{554F714F-0B1D-4654-B10D-F20F7C592A04}" type="pres">
      <dgm:prSet presAssocID="{E8D5D36C-7E20-4C2D-A721-508FA6C868C5}" presName="rect1ParTxNoCh" presStyleLbl="alignAcc1" presStyleIdx="0" presStyleCnt="1">
        <dgm:presLayoutVars>
          <dgm:chMax val="1"/>
          <dgm:bulletEnabled val="1"/>
        </dgm:presLayoutVars>
      </dgm:prSet>
      <dgm:spPr/>
    </dgm:pt>
  </dgm:ptLst>
  <dgm:cxnLst>
    <dgm:cxn modelId="{0E49ED24-ADB7-4B5E-BB6D-CD2D12824056}" type="presOf" srcId="{92DA2E54-E66F-473D-B1FC-D46C95A729ED}" destId="{12229C0A-CB5D-43A1-8620-CD02F3F0346F}" srcOrd="0" destOrd="0" presId="urn:microsoft.com/office/officeart/2005/8/layout/target3"/>
    <dgm:cxn modelId="{E3B82AAB-E1D8-4963-9C9E-5FC878625542}" type="presOf" srcId="{E8D5D36C-7E20-4C2D-A721-508FA6C868C5}" destId="{554F714F-0B1D-4654-B10D-F20F7C592A04}" srcOrd="1" destOrd="0" presId="urn:microsoft.com/office/officeart/2005/8/layout/target3"/>
    <dgm:cxn modelId="{2CBCB5EF-B1CD-4111-98BE-FCC7CD56BDFA}" srcId="{92DA2E54-E66F-473D-B1FC-D46C95A729ED}" destId="{E8D5D36C-7E20-4C2D-A721-508FA6C868C5}" srcOrd="0" destOrd="0" parTransId="{B0E67391-6D83-4CEA-8F2C-A861C757E6AF}" sibTransId="{F3A4EB93-150D-4486-BF02-99D4B25DDDF2}"/>
    <dgm:cxn modelId="{0DFE71FC-3797-49B1-9415-11F862207450}" type="presOf" srcId="{E8D5D36C-7E20-4C2D-A721-508FA6C868C5}" destId="{9183137E-CE9E-4B9E-9837-BC4AE74EE269}" srcOrd="0" destOrd="0" presId="urn:microsoft.com/office/officeart/2005/8/layout/target3"/>
    <dgm:cxn modelId="{C1B2C74D-BC3F-4E9A-ACD3-C7B48A44B705}" type="presParOf" srcId="{12229C0A-CB5D-43A1-8620-CD02F3F0346F}" destId="{ADFDDBF1-D759-4DF9-8C1B-0FC2C03B3462}" srcOrd="0" destOrd="0" presId="urn:microsoft.com/office/officeart/2005/8/layout/target3"/>
    <dgm:cxn modelId="{00749643-295B-4575-8A48-A41083D80C7B}" type="presParOf" srcId="{12229C0A-CB5D-43A1-8620-CD02F3F0346F}" destId="{C99F5DBC-B70D-4238-908F-E197CE9EA95A}" srcOrd="1" destOrd="0" presId="urn:microsoft.com/office/officeart/2005/8/layout/target3"/>
    <dgm:cxn modelId="{F8534859-11F3-44AD-98D4-1B647AC4CDF9}" type="presParOf" srcId="{12229C0A-CB5D-43A1-8620-CD02F3F0346F}" destId="{9183137E-CE9E-4B9E-9837-BC4AE74EE269}" srcOrd="2" destOrd="0" presId="urn:microsoft.com/office/officeart/2005/8/layout/target3"/>
    <dgm:cxn modelId="{86D136DA-FDE5-46D9-B440-D2E4B61B2682}" type="presParOf" srcId="{12229C0A-CB5D-43A1-8620-CD02F3F0346F}" destId="{554F714F-0B1D-4654-B10D-F20F7C592A04}"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4.xml><?xml version="1.0" encoding="utf-8"?>
<dgm:dataModel xmlns:dgm="http://schemas.openxmlformats.org/drawingml/2006/diagram" xmlns:a="http://schemas.openxmlformats.org/drawingml/2006/main">
  <dgm:ptLst>
    <dgm:pt modelId="{92DA2E54-E66F-473D-B1FC-D46C95A729ED}" type="doc">
      <dgm:prSet loTypeId="urn:microsoft.com/office/officeart/2005/8/layout/target3" loCatId="relationship" qsTypeId="urn:microsoft.com/office/officeart/2005/8/quickstyle/simple1" qsCatId="simple" csTypeId="urn:microsoft.com/office/officeart/2005/8/colors/accent1_2" csCatId="accent1" phldr="1"/>
      <dgm:spPr/>
      <dgm:t>
        <a:bodyPr/>
        <a:lstStyle/>
        <a:p>
          <a:endParaRPr lang="en-MW"/>
        </a:p>
      </dgm:t>
    </dgm:pt>
    <dgm:pt modelId="{E8D5D36C-7E20-4C2D-A721-508FA6C868C5}">
      <dgm:prSet/>
      <dgm:spPr/>
      <dgm:t>
        <a:bodyPr/>
        <a:lstStyle/>
        <a:p>
          <a:pPr algn="l"/>
          <a:r>
            <a:rPr lang="en-US" b="1" dirty="0"/>
            <a:t>Typing text</a:t>
          </a:r>
          <a:endParaRPr lang="en-MW" dirty="0"/>
        </a:p>
      </dgm:t>
    </dgm:pt>
    <dgm:pt modelId="{B0E67391-6D83-4CEA-8F2C-A861C757E6AF}" type="parTrans" cxnId="{2CBCB5EF-B1CD-4111-98BE-FCC7CD56BDFA}">
      <dgm:prSet/>
      <dgm:spPr/>
      <dgm:t>
        <a:bodyPr/>
        <a:lstStyle/>
        <a:p>
          <a:endParaRPr lang="en-MW"/>
        </a:p>
      </dgm:t>
    </dgm:pt>
    <dgm:pt modelId="{F3A4EB93-150D-4486-BF02-99D4B25DDDF2}" type="sibTrans" cxnId="{2CBCB5EF-B1CD-4111-98BE-FCC7CD56BDFA}">
      <dgm:prSet/>
      <dgm:spPr/>
      <dgm:t>
        <a:bodyPr/>
        <a:lstStyle/>
        <a:p>
          <a:endParaRPr lang="en-MW"/>
        </a:p>
      </dgm:t>
    </dgm:pt>
    <dgm:pt modelId="{12229C0A-CB5D-43A1-8620-CD02F3F0346F}" type="pres">
      <dgm:prSet presAssocID="{92DA2E54-E66F-473D-B1FC-D46C95A729ED}" presName="Name0" presStyleCnt="0">
        <dgm:presLayoutVars>
          <dgm:chMax val="7"/>
          <dgm:dir/>
          <dgm:animLvl val="lvl"/>
          <dgm:resizeHandles val="exact"/>
        </dgm:presLayoutVars>
      </dgm:prSet>
      <dgm:spPr/>
    </dgm:pt>
    <dgm:pt modelId="{ADFDDBF1-D759-4DF9-8C1B-0FC2C03B3462}" type="pres">
      <dgm:prSet presAssocID="{E8D5D36C-7E20-4C2D-A721-508FA6C868C5}" presName="circle1" presStyleLbl="node1" presStyleIdx="0" presStyleCnt="1"/>
      <dgm:spPr/>
    </dgm:pt>
    <dgm:pt modelId="{C99F5DBC-B70D-4238-908F-E197CE9EA95A}" type="pres">
      <dgm:prSet presAssocID="{E8D5D36C-7E20-4C2D-A721-508FA6C868C5}" presName="space" presStyleCnt="0"/>
      <dgm:spPr/>
    </dgm:pt>
    <dgm:pt modelId="{9183137E-CE9E-4B9E-9837-BC4AE74EE269}" type="pres">
      <dgm:prSet presAssocID="{E8D5D36C-7E20-4C2D-A721-508FA6C868C5}" presName="rect1" presStyleLbl="alignAcc1" presStyleIdx="0" presStyleCnt="1"/>
      <dgm:spPr/>
    </dgm:pt>
    <dgm:pt modelId="{554F714F-0B1D-4654-B10D-F20F7C592A04}" type="pres">
      <dgm:prSet presAssocID="{E8D5D36C-7E20-4C2D-A721-508FA6C868C5}" presName="rect1ParTxNoCh" presStyleLbl="alignAcc1" presStyleIdx="0" presStyleCnt="1">
        <dgm:presLayoutVars>
          <dgm:chMax val="1"/>
          <dgm:bulletEnabled val="1"/>
        </dgm:presLayoutVars>
      </dgm:prSet>
      <dgm:spPr/>
    </dgm:pt>
  </dgm:ptLst>
  <dgm:cxnLst>
    <dgm:cxn modelId="{0E49ED24-ADB7-4B5E-BB6D-CD2D12824056}" type="presOf" srcId="{92DA2E54-E66F-473D-B1FC-D46C95A729ED}" destId="{12229C0A-CB5D-43A1-8620-CD02F3F0346F}" srcOrd="0" destOrd="0" presId="urn:microsoft.com/office/officeart/2005/8/layout/target3"/>
    <dgm:cxn modelId="{E3B82AAB-E1D8-4963-9C9E-5FC878625542}" type="presOf" srcId="{E8D5D36C-7E20-4C2D-A721-508FA6C868C5}" destId="{554F714F-0B1D-4654-B10D-F20F7C592A04}" srcOrd="1" destOrd="0" presId="urn:microsoft.com/office/officeart/2005/8/layout/target3"/>
    <dgm:cxn modelId="{2CBCB5EF-B1CD-4111-98BE-FCC7CD56BDFA}" srcId="{92DA2E54-E66F-473D-B1FC-D46C95A729ED}" destId="{E8D5D36C-7E20-4C2D-A721-508FA6C868C5}" srcOrd="0" destOrd="0" parTransId="{B0E67391-6D83-4CEA-8F2C-A861C757E6AF}" sibTransId="{F3A4EB93-150D-4486-BF02-99D4B25DDDF2}"/>
    <dgm:cxn modelId="{0DFE71FC-3797-49B1-9415-11F862207450}" type="presOf" srcId="{E8D5D36C-7E20-4C2D-A721-508FA6C868C5}" destId="{9183137E-CE9E-4B9E-9837-BC4AE74EE269}" srcOrd="0" destOrd="0" presId="urn:microsoft.com/office/officeart/2005/8/layout/target3"/>
    <dgm:cxn modelId="{C1B2C74D-BC3F-4E9A-ACD3-C7B48A44B705}" type="presParOf" srcId="{12229C0A-CB5D-43A1-8620-CD02F3F0346F}" destId="{ADFDDBF1-D759-4DF9-8C1B-0FC2C03B3462}" srcOrd="0" destOrd="0" presId="urn:microsoft.com/office/officeart/2005/8/layout/target3"/>
    <dgm:cxn modelId="{00749643-295B-4575-8A48-A41083D80C7B}" type="presParOf" srcId="{12229C0A-CB5D-43A1-8620-CD02F3F0346F}" destId="{C99F5DBC-B70D-4238-908F-E197CE9EA95A}" srcOrd="1" destOrd="0" presId="urn:microsoft.com/office/officeart/2005/8/layout/target3"/>
    <dgm:cxn modelId="{F8534859-11F3-44AD-98D4-1B647AC4CDF9}" type="presParOf" srcId="{12229C0A-CB5D-43A1-8620-CD02F3F0346F}" destId="{9183137E-CE9E-4B9E-9837-BC4AE74EE269}" srcOrd="2" destOrd="0" presId="urn:microsoft.com/office/officeart/2005/8/layout/target3"/>
    <dgm:cxn modelId="{86D136DA-FDE5-46D9-B440-D2E4B61B2682}" type="presParOf" srcId="{12229C0A-CB5D-43A1-8620-CD02F3F0346F}" destId="{554F714F-0B1D-4654-B10D-F20F7C592A04}"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5.xml><?xml version="1.0" encoding="utf-8"?>
<dgm:dataModel xmlns:dgm="http://schemas.openxmlformats.org/drawingml/2006/diagram" xmlns:a="http://schemas.openxmlformats.org/drawingml/2006/main">
  <dgm:ptLst>
    <dgm:pt modelId="{92DA2E54-E66F-473D-B1FC-D46C95A729ED}" type="doc">
      <dgm:prSet loTypeId="urn:microsoft.com/office/officeart/2005/8/layout/target3" loCatId="relationship" qsTypeId="urn:microsoft.com/office/officeart/2005/8/quickstyle/simple1" qsCatId="simple" csTypeId="urn:microsoft.com/office/officeart/2005/8/colors/accent1_2" csCatId="accent1"/>
      <dgm:spPr/>
      <dgm:t>
        <a:bodyPr/>
        <a:lstStyle/>
        <a:p>
          <a:endParaRPr lang="en-MW"/>
        </a:p>
      </dgm:t>
    </dgm:pt>
    <dgm:pt modelId="{E8D5D36C-7E20-4C2D-A721-508FA6C868C5}">
      <dgm:prSet/>
      <dgm:spPr/>
      <dgm:t>
        <a:bodyPr/>
        <a:lstStyle/>
        <a:p>
          <a:r>
            <a:rPr lang="en-US"/>
            <a:t>Working with windows</a:t>
          </a:r>
          <a:endParaRPr lang="en-MW"/>
        </a:p>
      </dgm:t>
    </dgm:pt>
    <dgm:pt modelId="{B0E67391-6D83-4CEA-8F2C-A861C757E6AF}" type="parTrans" cxnId="{2CBCB5EF-B1CD-4111-98BE-FCC7CD56BDFA}">
      <dgm:prSet/>
      <dgm:spPr/>
      <dgm:t>
        <a:bodyPr/>
        <a:lstStyle/>
        <a:p>
          <a:endParaRPr lang="en-MW"/>
        </a:p>
      </dgm:t>
    </dgm:pt>
    <dgm:pt modelId="{F3A4EB93-150D-4486-BF02-99D4B25DDDF2}" type="sibTrans" cxnId="{2CBCB5EF-B1CD-4111-98BE-FCC7CD56BDFA}">
      <dgm:prSet/>
      <dgm:spPr/>
      <dgm:t>
        <a:bodyPr/>
        <a:lstStyle/>
        <a:p>
          <a:endParaRPr lang="en-MW"/>
        </a:p>
      </dgm:t>
    </dgm:pt>
    <dgm:pt modelId="{12229C0A-CB5D-43A1-8620-CD02F3F0346F}" type="pres">
      <dgm:prSet presAssocID="{92DA2E54-E66F-473D-B1FC-D46C95A729ED}" presName="Name0" presStyleCnt="0">
        <dgm:presLayoutVars>
          <dgm:chMax val="7"/>
          <dgm:dir/>
          <dgm:animLvl val="lvl"/>
          <dgm:resizeHandles val="exact"/>
        </dgm:presLayoutVars>
      </dgm:prSet>
      <dgm:spPr/>
    </dgm:pt>
    <dgm:pt modelId="{ADFDDBF1-D759-4DF9-8C1B-0FC2C03B3462}" type="pres">
      <dgm:prSet presAssocID="{E8D5D36C-7E20-4C2D-A721-508FA6C868C5}" presName="circle1" presStyleLbl="node1" presStyleIdx="0" presStyleCnt="1"/>
      <dgm:spPr/>
    </dgm:pt>
    <dgm:pt modelId="{C99F5DBC-B70D-4238-908F-E197CE9EA95A}" type="pres">
      <dgm:prSet presAssocID="{E8D5D36C-7E20-4C2D-A721-508FA6C868C5}" presName="space" presStyleCnt="0"/>
      <dgm:spPr/>
    </dgm:pt>
    <dgm:pt modelId="{9183137E-CE9E-4B9E-9837-BC4AE74EE269}" type="pres">
      <dgm:prSet presAssocID="{E8D5D36C-7E20-4C2D-A721-508FA6C868C5}" presName="rect1" presStyleLbl="alignAcc1" presStyleIdx="0" presStyleCnt="1"/>
      <dgm:spPr/>
    </dgm:pt>
    <dgm:pt modelId="{554F714F-0B1D-4654-B10D-F20F7C592A04}" type="pres">
      <dgm:prSet presAssocID="{E8D5D36C-7E20-4C2D-A721-508FA6C868C5}" presName="rect1ParTxNoCh" presStyleLbl="alignAcc1" presStyleIdx="0" presStyleCnt="1">
        <dgm:presLayoutVars>
          <dgm:chMax val="1"/>
          <dgm:bulletEnabled val="1"/>
        </dgm:presLayoutVars>
      </dgm:prSet>
      <dgm:spPr/>
    </dgm:pt>
  </dgm:ptLst>
  <dgm:cxnLst>
    <dgm:cxn modelId="{0E49ED24-ADB7-4B5E-BB6D-CD2D12824056}" type="presOf" srcId="{92DA2E54-E66F-473D-B1FC-D46C95A729ED}" destId="{12229C0A-CB5D-43A1-8620-CD02F3F0346F}" srcOrd="0" destOrd="0" presId="urn:microsoft.com/office/officeart/2005/8/layout/target3"/>
    <dgm:cxn modelId="{E3B82AAB-E1D8-4963-9C9E-5FC878625542}" type="presOf" srcId="{E8D5D36C-7E20-4C2D-A721-508FA6C868C5}" destId="{554F714F-0B1D-4654-B10D-F20F7C592A04}" srcOrd="1" destOrd="0" presId="urn:microsoft.com/office/officeart/2005/8/layout/target3"/>
    <dgm:cxn modelId="{2CBCB5EF-B1CD-4111-98BE-FCC7CD56BDFA}" srcId="{92DA2E54-E66F-473D-B1FC-D46C95A729ED}" destId="{E8D5D36C-7E20-4C2D-A721-508FA6C868C5}" srcOrd="0" destOrd="0" parTransId="{B0E67391-6D83-4CEA-8F2C-A861C757E6AF}" sibTransId="{F3A4EB93-150D-4486-BF02-99D4B25DDDF2}"/>
    <dgm:cxn modelId="{0DFE71FC-3797-49B1-9415-11F862207450}" type="presOf" srcId="{E8D5D36C-7E20-4C2D-A721-508FA6C868C5}" destId="{9183137E-CE9E-4B9E-9837-BC4AE74EE269}" srcOrd="0" destOrd="0" presId="urn:microsoft.com/office/officeart/2005/8/layout/target3"/>
    <dgm:cxn modelId="{C1B2C74D-BC3F-4E9A-ACD3-C7B48A44B705}" type="presParOf" srcId="{12229C0A-CB5D-43A1-8620-CD02F3F0346F}" destId="{ADFDDBF1-D759-4DF9-8C1B-0FC2C03B3462}" srcOrd="0" destOrd="0" presId="urn:microsoft.com/office/officeart/2005/8/layout/target3"/>
    <dgm:cxn modelId="{00749643-295B-4575-8A48-A41083D80C7B}" type="presParOf" srcId="{12229C0A-CB5D-43A1-8620-CD02F3F0346F}" destId="{C99F5DBC-B70D-4238-908F-E197CE9EA95A}" srcOrd="1" destOrd="0" presId="urn:microsoft.com/office/officeart/2005/8/layout/target3"/>
    <dgm:cxn modelId="{F8534859-11F3-44AD-98D4-1B647AC4CDF9}" type="presParOf" srcId="{12229C0A-CB5D-43A1-8620-CD02F3F0346F}" destId="{9183137E-CE9E-4B9E-9837-BC4AE74EE269}" srcOrd="2" destOrd="0" presId="urn:microsoft.com/office/officeart/2005/8/layout/target3"/>
    <dgm:cxn modelId="{86D136DA-FDE5-46D9-B440-D2E4B61B2682}" type="presParOf" srcId="{12229C0A-CB5D-43A1-8620-CD02F3F0346F}" destId="{554F714F-0B1D-4654-B10D-F20F7C592A04}"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6.xml><?xml version="1.0" encoding="utf-8"?>
<dgm:dataModel xmlns:dgm="http://schemas.openxmlformats.org/drawingml/2006/diagram" xmlns:a="http://schemas.openxmlformats.org/drawingml/2006/main">
  <dgm:ptLst>
    <dgm:pt modelId="{92DA2E54-E66F-473D-B1FC-D46C95A729ED}" type="doc">
      <dgm:prSet loTypeId="urn:microsoft.com/office/officeart/2005/8/layout/target3" loCatId="relationship" qsTypeId="urn:microsoft.com/office/officeart/2005/8/quickstyle/simple1" qsCatId="simple" csTypeId="urn:microsoft.com/office/officeart/2005/8/colors/accent1_2" csCatId="accent1"/>
      <dgm:spPr/>
      <dgm:t>
        <a:bodyPr/>
        <a:lstStyle/>
        <a:p>
          <a:endParaRPr lang="en-MW"/>
        </a:p>
      </dgm:t>
    </dgm:pt>
    <dgm:pt modelId="{E8D5D36C-7E20-4C2D-A721-508FA6C868C5}">
      <dgm:prSet/>
      <dgm:spPr/>
      <dgm:t>
        <a:bodyPr/>
        <a:lstStyle/>
        <a:p>
          <a:r>
            <a:rPr lang="en-US"/>
            <a:t>Working with windows</a:t>
          </a:r>
          <a:endParaRPr lang="en-MW"/>
        </a:p>
      </dgm:t>
    </dgm:pt>
    <dgm:pt modelId="{B0E67391-6D83-4CEA-8F2C-A861C757E6AF}" type="parTrans" cxnId="{2CBCB5EF-B1CD-4111-98BE-FCC7CD56BDFA}">
      <dgm:prSet/>
      <dgm:spPr/>
      <dgm:t>
        <a:bodyPr/>
        <a:lstStyle/>
        <a:p>
          <a:endParaRPr lang="en-MW"/>
        </a:p>
      </dgm:t>
    </dgm:pt>
    <dgm:pt modelId="{F3A4EB93-150D-4486-BF02-99D4B25DDDF2}" type="sibTrans" cxnId="{2CBCB5EF-B1CD-4111-98BE-FCC7CD56BDFA}">
      <dgm:prSet/>
      <dgm:spPr/>
      <dgm:t>
        <a:bodyPr/>
        <a:lstStyle/>
        <a:p>
          <a:endParaRPr lang="en-MW"/>
        </a:p>
      </dgm:t>
    </dgm:pt>
    <dgm:pt modelId="{12229C0A-CB5D-43A1-8620-CD02F3F0346F}" type="pres">
      <dgm:prSet presAssocID="{92DA2E54-E66F-473D-B1FC-D46C95A729ED}" presName="Name0" presStyleCnt="0">
        <dgm:presLayoutVars>
          <dgm:chMax val="7"/>
          <dgm:dir/>
          <dgm:animLvl val="lvl"/>
          <dgm:resizeHandles val="exact"/>
        </dgm:presLayoutVars>
      </dgm:prSet>
      <dgm:spPr/>
    </dgm:pt>
    <dgm:pt modelId="{ADFDDBF1-D759-4DF9-8C1B-0FC2C03B3462}" type="pres">
      <dgm:prSet presAssocID="{E8D5D36C-7E20-4C2D-A721-508FA6C868C5}" presName="circle1" presStyleLbl="node1" presStyleIdx="0" presStyleCnt="1"/>
      <dgm:spPr/>
    </dgm:pt>
    <dgm:pt modelId="{C99F5DBC-B70D-4238-908F-E197CE9EA95A}" type="pres">
      <dgm:prSet presAssocID="{E8D5D36C-7E20-4C2D-A721-508FA6C868C5}" presName="space" presStyleCnt="0"/>
      <dgm:spPr/>
    </dgm:pt>
    <dgm:pt modelId="{9183137E-CE9E-4B9E-9837-BC4AE74EE269}" type="pres">
      <dgm:prSet presAssocID="{E8D5D36C-7E20-4C2D-A721-508FA6C868C5}" presName="rect1" presStyleLbl="alignAcc1" presStyleIdx="0" presStyleCnt="1"/>
      <dgm:spPr/>
    </dgm:pt>
    <dgm:pt modelId="{554F714F-0B1D-4654-B10D-F20F7C592A04}" type="pres">
      <dgm:prSet presAssocID="{E8D5D36C-7E20-4C2D-A721-508FA6C868C5}" presName="rect1ParTxNoCh" presStyleLbl="alignAcc1" presStyleIdx="0" presStyleCnt="1">
        <dgm:presLayoutVars>
          <dgm:chMax val="1"/>
          <dgm:bulletEnabled val="1"/>
        </dgm:presLayoutVars>
      </dgm:prSet>
      <dgm:spPr/>
    </dgm:pt>
  </dgm:ptLst>
  <dgm:cxnLst>
    <dgm:cxn modelId="{0E49ED24-ADB7-4B5E-BB6D-CD2D12824056}" type="presOf" srcId="{92DA2E54-E66F-473D-B1FC-D46C95A729ED}" destId="{12229C0A-CB5D-43A1-8620-CD02F3F0346F}" srcOrd="0" destOrd="0" presId="urn:microsoft.com/office/officeart/2005/8/layout/target3"/>
    <dgm:cxn modelId="{E3B82AAB-E1D8-4963-9C9E-5FC878625542}" type="presOf" srcId="{E8D5D36C-7E20-4C2D-A721-508FA6C868C5}" destId="{554F714F-0B1D-4654-B10D-F20F7C592A04}" srcOrd="1" destOrd="0" presId="urn:microsoft.com/office/officeart/2005/8/layout/target3"/>
    <dgm:cxn modelId="{2CBCB5EF-B1CD-4111-98BE-FCC7CD56BDFA}" srcId="{92DA2E54-E66F-473D-B1FC-D46C95A729ED}" destId="{E8D5D36C-7E20-4C2D-A721-508FA6C868C5}" srcOrd="0" destOrd="0" parTransId="{B0E67391-6D83-4CEA-8F2C-A861C757E6AF}" sibTransId="{F3A4EB93-150D-4486-BF02-99D4B25DDDF2}"/>
    <dgm:cxn modelId="{0DFE71FC-3797-49B1-9415-11F862207450}" type="presOf" srcId="{E8D5D36C-7E20-4C2D-A721-508FA6C868C5}" destId="{9183137E-CE9E-4B9E-9837-BC4AE74EE269}" srcOrd="0" destOrd="0" presId="urn:microsoft.com/office/officeart/2005/8/layout/target3"/>
    <dgm:cxn modelId="{C1B2C74D-BC3F-4E9A-ACD3-C7B48A44B705}" type="presParOf" srcId="{12229C0A-CB5D-43A1-8620-CD02F3F0346F}" destId="{ADFDDBF1-D759-4DF9-8C1B-0FC2C03B3462}" srcOrd="0" destOrd="0" presId="urn:microsoft.com/office/officeart/2005/8/layout/target3"/>
    <dgm:cxn modelId="{00749643-295B-4575-8A48-A41083D80C7B}" type="presParOf" srcId="{12229C0A-CB5D-43A1-8620-CD02F3F0346F}" destId="{C99F5DBC-B70D-4238-908F-E197CE9EA95A}" srcOrd="1" destOrd="0" presId="urn:microsoft.com/office/officeart/2005/8/layout/target3"/>
    <dgm:cxn modelId="{F8534859-11F3-44AD-98D4-1B647AC4CDF9}" type="presParOf" srcId="{12229C0A-CB5D-43A1-8620-CD02F3F0346F}" destId="{9183137E-CE9E-4B9E-9837-BC4AE74EE269}" srcOrd="2" destOrd="0" presId="urn:microsoft.com/office/officeart/2005/8/layout/target3"/>
    <dgm:cxn modelId="{86D136DA-FDE5-46D9-B440-D2E4B61B2682}" type="presParOf" srcId="{12229C0A-CB5D-43A1-8620-CD02F3F0346F}" destId="{554F714F-0B1D-4654-B10D-F20F7C592A04}"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7.xml><?xml version="1.0" encoding="utf-8"?>
<dgm:dataModel xmlns:dgm="http://schemas.openxmlformats.org/drawingml/2006/diagram" xmlns:a="http://schemas.openxmlformats.org/drawingml/2006/main">
  <dgm:ptLst>
    <dgm:pt modelId="{92DA2E54-E66F-473D-B1FC-D46C95A729ED}" type="doc">
      <dgm:prSet loTypeId="urn:microsoft.com/office/officeart/2005/8/layout/target3" loCatId="relationship" qsTypeId="urn:microsoft.com/office/officeart/2005/8/quickstyle/simple1" qsCatId="simple" csTypeId="urn:microsoft.com/office/officeart/2005/8/colors/accent1_2" csCatId="accent1"/>
      <dgm:spPr/>
      <dgm:t>
        <a:bodyPr/>
        <a:lstStyle/>
        <a:p>
          <a:endParaRPr lang="en-MW"/>
        </a:p>
      </dgm:t>
    </dgm:pt>
    <dgm:pt modelId="{E8D5D36C-7E20-4C2D-A721-508FA6C868C5}">
      <dgm:prSet/>
      <dgm:spPr/>
      <dgm:t>
        <a:bodyPr/>
        <a:lstStyle/>
        <a:p>
          <a:r>
            <a:rPr lang="en-US"/>
            <a:t>Working with windows</a:t>
          </a:r>
          <a:endParaRPr lang="en-MW"/>
        </a:p>
      </dgm:t>
    </dgm:pt>
    <dgm:pt modelId="{B0E67391-6D83-4CEA-8F2C-A861C757E6AF}" type="parTrans" cxnId="{2CBCB5EF-B1CD-4111-98BE-FCC7CD56BDFA}">
      <dgm:prSet/>
      <dgm:spPr/>
      <dgm:t>
        <a:bodyPr/>
        <a:lstStyle/>
        <a:p>
          <a:endParaRPr lang="en-MW"/>
        </a:p>
      </dgm:t>
    </dgm:pt>
    <dgm:pt modelId="{F3A4EB93-150D-4486-BF02-99D4B25DDDF2}" type="sibTrans" cxnId="{2CBCB5EF-B1CD-4111-98BE-FCC7CD56BDFA}">
      <dgm:prSet/>
      <dgm:spPr/>
      <dgm:t>
        <a:bodyPr/>
        <a:lstStyle/>
        <a:p>
          <a:endParaRPr lang="en-MW"/>
        </a:p>
      </dgm:t>
    </dgm:pt>
    <dgm:pt modelId="{12229C0A-CB5D-43A1-8620-CD02F3F0346F}" type="pres">
      <dgm:prSet presAssocID="{92DA2E54-E66F-473D-B1FC-D46C95A729ED}" presName="Name0" presStyleCnt="0">
        <dgm:presLayoutVars>
          <dgm:chMax val="7"/>
          <dgm:dir/>
          <dgm:animLvl val="lvl"/>
          <dgm:resizeHandles val="exact"/>
        </dgm:presLayoutVars>
      </dgm:prSet>
      <dgm:spPr/>
    </dgm:pt>
    <dgm:pt modelId="{ADFDDBF1-D759-4DF9-8C1B-0FC2C03B3462}" type="pres">
      <dgm:prSet presAssocID="{E8D5D36C-7E20-4C2D-A721-508FA6C868C5}" presName="circle1" presStyleLbl="node1" presStyleIdx="0" presStyleCnt="1"/>
      <dgm:spPr/>
    </dgm:pt>
    <dgm:pt modelId="{C99F5DBC-B70D-4238-908F-E197CE9EA95A}" type="pres">
      <dgm:prSet presAssocID="{E8D5D36C-7E20-4C2D-A721-508FA6C868C5}" presName="space" presStyleCnt="0"/>
      <dgm:spPr/>
    </dgm:pt>
    <dgm:pt modelId="{9183137E-CE9E-4B9E-9837-BC4AE74EE269}" type="pres">
      <dgm:prSet presAssocID="{E8D5D36C-7E20-4C2D-A721-508FA6C868C5}" presName="rect1" presStyleLbl="alignAcc1" presStyleIdx="0" presStyleCnt="1"/>
      <dgm:spPr/>
    </dgm:pt>
    <dgm:pt modelId="{554F714F-0B1D-4654-B10D-F20F7C592A04}" type="pres">
      <dgm:prSet presAssocID="{E8D5D36C-7E20-4C2D-A721-508FA6C868C5}" presName="rect1ParTxNoCh" presStyleLbl="alignAcc1" presStyleIdx="0" presStyleCnt="1">
        <dgm:presLayoutVars>
          <dgm:chMax val="1"/>
          <dgm:bulletEnabled val="1"/>
        </dgm:presLayoutVars>
      </dgm:prSet>
      <dgm:spPr/>
    </dgm:pt>
  </dgm:ptLst>
  <dgm:cxnLst>
    <dgm:cxn modelId="{0E49ED24-ADB7-4B5E-BB6D-CD2D12824056}" type="presOf" srcId="{92DA2E54-E66F-473D-B1FC-D46C95A729ED}" destId="{12229C0A-CB5D-43A1-8620-CD02F3F0346F}" srcOrd="0" destOrd="0" presId="urn:microsoft.com/office/officeart/2005/8/layout/target3"/>
    <dgm:cxn modelId="{E3B82AAB-E1D8-4963-9C9E-5FC878625542}" type="presOf" srcId="{E8D5D36C-7E20-4C2D-A721-508FA6C868C5}" destId="{554F714F-0B1D-4654-B10D-F20F7C592A04}" srcOrd="1" destOrd="0" presId="urn:microsoft.com/office/officeart/2005/8/layout/target3"/>
    <dgm:cxn modelId="{2CBCB5EF-B1CD-4111-98BE-FCC7CD56BDFA}" srcId="{92DA2E54-E66F-473D-B1FC-D46C95A729ED}" destId="{E8D5D36C-7E20-4C2D-A721-508FA6C868C5}" srcOrd="0" destOrd="0" parTransId="{B0E67391-6D83-4CEA-8F2C-A861C757E6AF}" sibTransId="{F3A4EB93-150D-4486-BF02-99D4B25DDDF2}"/>
    <dgm:cxn modelId="{0DFE71FC-3797-49B1-9415-11F862207450}" type="presOf" srcId="{E8D5D36C-7E20-4C2D-A721-508FA6C868C5}" destId="{9183137E-CE9E-4B9E-9837-BC4AE74EE269}" srcOrd="0" destOrd="0" presId="urn:microsoft.com/office/officeart/2005/8/layout/target3"/>
    <dgm:cxn modelId="{C1B2C74D-BC3F-4E9A-ACD3-C7B48A44B705}" type="presParOf" srcId="{12229C0A-CB5D-43A1-8620-CD02F3F0346F}" destId="{ADFDDBF1-D759-4DF9-8C1B-0FC2C03B3462}" srcOrd="0" destOrd="0" presId="urn:microsoft.com/office/officeart/2005/8/layout/target3"/>
    <dgm:cxn modelId="{00749643-295B-4575-8A48-A41083D80C7B}" type="presParOf" srcId="{12229C0A-CB5D-43A1-8620-CD02F3F0346F}" destId="{C99F5DBC-B70D-4238-908F-E197CE9EA95A}" srcOrd="1" destOrd="0" presId="urn:microsoft.com/office/officeart/2005/8/layout/target3"/>
    <dgm:cxn modelId="{F8534859-11F3-44AD-98D4-1B647AC4CDF9}" type="presParOf" srcId="{12229C0A-CB5D-43A1-8620-CD02F3F0346F}" destId="{9183137E-CE9E-4B9E-9837-BC4AE74EE269}" srcOrd="2" destOrd="0" presId="urn:microsoft.com/office/officeart/2005/8/layout/target3"/>
    <dgm:cxn modelId="{86D136DA-FDE5-46D9-B440-D2E4B61B2682}" type="presParOf" srcId="{12229C0A-CB5D-43A1-8620-CD02F3F0346F}" destId="{554F714F-0B1D-4654-B10D-F20F7C592A04}" srcOrd="3" destOrd="0" presId="urn:microsoft.com/office/officeart/2005/8/layout/targe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8.xml><?xml version="1.0" encoding="utf-8"?>
<dgm:dataModel xmlns:dgm="http://schemas.openxmlformats.org/drawingml/2006/diagram" xmlns:a="http://schemas.openxmlformats.org/drawingml/2006/main">
  <dgm:ptLst>
    <dgm:pt modelId="{52F406F1-6C0E-4C29-9766-EC7F7FC48EB6}" type="doc">
      <dgm:prSet loTypeId="urn:microsoft.com/office/officeart/2005/8/layout/target3" loCatId="relationship" qsTypeId="urn:microsoft.com/office/officeart/2005/8/quickstyle/simple1" qsCatId="simple" csTypeId="urn:microsoft.com/office/officeart/2005/8/colors/accent1_2" csCatId="accent1" phldr="1"/>
      <dgm:spPr/>
      <dgm:t>
        <a:bodyPr/>
        <a:lstStyle/>
        <a:p>
          <a:endParaRPr lang="en-MW"/>
        </a:p>
      </dgm:t>
    </dgm:pt>
    <dgm:pt modelId="{DD811C95-055F-4074-BEB0-7B6481384FEB}">
      <dgm:prSet custT="1"/>
      <dgm:spPr/>
      <dgm:t>
        <a:bodyPr/>
        <a:lstStyle/>
        <a:p>
          <a:pPr algn="l">
            <a:buNone/>
          </a:pPr>
          <a:r>
            <a:rPr lang="en-US" sz="4400" b="1" dirty="0"/>
            <a:t>Parts of a window </a:t>
          </a:r>
          <a:endParaRPr lang="en-MW" sz="4400" dirty="0"/>
        </a:p>
      </dgm:t>
    </dgm:pt>
    <dgm:pt modelId="{0406DCD0-E2EF-4EFD-93DD-D0277EDDDB51}" type="parTrans" cxnId="{D8A4BDFF-75DE-4D54-940D-1EA7C9CD1785}">
      <dgm:prSet/>
      <dgm:spPr/>
      <dgm:t>
        <a:bodyPr/>
        <a:lstStyle/>
        <a:p>
          <a:endParaRPr lang="en-MW"/>
        </a:p>
      </dgm:t>
    </dgm:pt>
    <dgm:pt modelId="{3AE78740-5379-4229-94D7-8B51346EDC17}" type="sibTrans" cxnId="{D8A4BDFF-75DE-4D54-940D-1EA7C9CD1785}">
      <dgm:prSet/>
      <dgm:spPr/>
      <dgm:t>
        <a:bodyPr/>
        <a:lstStyle/>
        <a:p>
          <a:endParaRPr lang="en-MW"/>
        </a:p>
      </dgm:t>
    </dgm:pt>
    <dgm:pt modelId="{73C98906-98A8-4C92-BC10-0AB58B5BD5A0}" type="pres">
      <dgm:prSet presAssocID="{52F406F1-6C0E-4C29-9766-EC7F7FC48EB6}" presName="Name0" presStyleCnt="0">
        <dgm:presLayoutVars>
          <dgm:chMax val="7"/>
          <dgm:dir/>
          <dgm:animLvl val="lvl"/>
          <dgm:resizeHandles val="exact"/>
        </dgm:presLayoutVars>
      </dgm:prSet>
      <dgm:spPr/>
    </dgm:pt>
    <dgm:pt modelId="{5856FC26-E9F3-432B-A710-A2D05A0535A0}" type="pres">
      <dgm:prSet presAssocID="{DD811C95-055F-4074-BEB0-7B6481384FEB}" presName="circle1" presStyleLbl="node1" presStyleIdx="0" presStyleCnt="1"/>
      <dgm:spPr/>
    </dgm:pt>
    <dgm:pt modelId="{77F413FD-3BAC-4D92-80D8-DD016E43D10D}" type="pres">
      <dgm:prSet presAssocID="{DD811C95-055F-4074-BEB0-7B6481384FEB}" presName="space" presStyleCnt="0"/>
      <dgm:spPr/>
    </dgm:pt>
    <dgm:pt modelId="{D7E96CB8-5A8C-4415-93F3-4CC4552C6D84}" type="pres">
      <dgm:prSet presAssocID="{DD811C95-055F-4074-BEB0-7B6481384FEB}" presName="rect1" presStyleLbl="alignAcc1" presStyleIdx="0" presStyleCnt="1" custLinFactNeighborY="-20802"/>
      <dgm:spPr/>
    </dgm:pt>
    <dgm:pt modelId="{B8734FE0-5B58-4E4E-B806-968328F05BC1}" type="pres">
      <dgm:prSet presAssocID="{DD811C95-055F-4074-BEB0-7B6481384FEB}" presName="rect1ParTxNoCh" presStyleLbl="alignAcc1" presStyleIdx="0" presStyleCnt="1">
        <dgm:presLayoutVars>
          <dgm:chMax val="1"/>
          <dgm:bulletEnabled val="1"/>
        </dgm:presLayoutVars>
      </dgm:prSet>
      <dgm:spPr/>
    </dgm:pt>
  </dgm:ptLst>
  <dgm:cxnLst>
    <dgm:cxn modelId="{0129B508-3FDC-44F4-9A62-52A0F5619A68}" type="presOf" srcId="{52F406F1-6C0E-4C29-9766-EC7F7FC48EB6}" destId="{73C98906-98A8-4C92-BC10-0AB58B5BD5A0}" srcOrd="0" destOrd="0" presId="urn:microsoft.com/office/officeart/2005/8/layout/target3"/>
    <dgm:cxn modelId="{A3D6DE77-2B50-498E-8AAF-9DD651478722}" type="presOf" srcId="{DD811C95-055F-4074-BEB0-7B6481384FEB}" destId="{B8734FE0-5B58-4E4E-B806-968328F05BC1}" srcOrd="1" destOrd="0" presId="urn:microsoft.com/office/officeart/2005/8/layout/target3"/>
    <dgm:cxn modelId="{143C2994-F083-41BE-913F-CBA8D88D32F6}" type="presOf" srcId="{DD811C95-055F-4074-BEB0-7B6481384FEB}" destId="{D7E96CB8-5A8C-4415-93F3-4CC4552C6D84}" srcOrd="0" destOrd="0" presId="urn:microsoft.com/office/officeart/2005/8/layout/target3"/>
    <dgm:cxn modelId="{D8A4BDFF-75DE-4D54-940D-1EA7C9CD1785}" srcId="{52F406F1-6C0E-4C29-9766-EC7F7FC48EB6}" destId="{DD811C95-055F-4074-BEB0-7B6481384FEB}" srcOrd="0" destOrd="0" parTransId="{0406DCD0-E2EF-4EFD-93DD-D0277EDDDB51}" sibTransId="{3AE78740-5379-4229-94D7-8B51346EDC17}"/>
    <dgm:cxn modelId="{FA51BAA3-D53A-4661-A9EE-FBBC77B790E1}" type="presParOf" srcId="{73C98906-98A8-4C92-BC10-0AB58B5BD5A0}" destId="{5856FC26-E9F3-432B-A710-A2D05A0535A0}" srcOrd="0" destOrd="0" presId="urn:microsoft.com/office/officeart/2005/8/layout/target3"/>
    <dgm:cxn modelId="{F8C54E5A-296C-4DD1-AA2C-6A13DD787FEE}" type="presParOf" srcId="{73C98906-98A8-4C92-BC10-0AB58B5BD5A0}" destId="{77F413FD-3BAC-4D92-80D8-DD016E43D10D}" srcOrd="1" destOrd="0" presId="urn:microsoft.com/office/officeart/2005/8/layout/target3"/>
    <dgm:cxn modelId="{BC63DFE5-481E-4FC4-824D-7D0EA708D1A1}" type="presParOf" srcId="{73C98906-98A8-4C92-BC10-0AB58B5BD5A0}" destId="{D7E96CB8-5A8C-4415-93F3-4CC4552C6D84}" srcOrd="2" destOrd="0" presId="urn:microsoft.com/office/officeart/2005/8/layout/target3"/>
    <dgm:cxn modelId="{78FAF7A0-7901-41B9-8F98-B49F29C982F8}" type="presParOf" srcId="{73C98906-98A8-4C92-BC10-0AB58B5BD5A0}" destId="{B8734FE0-5B58-4E4E-B806-968328F05BC1}"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9.xml><?xml version="1.0" encoding="utf-8"?>
<dgm:dataModel xmlns:dgm="http://schemas.openxmlformats.org/drawingml/2006/diagram" xmlns:a="http://schemas.openxmlformats.org/drawingml/2006/main">
  <dgm:ptLst>
    <dgm:pt modelId="{52F406F1-6C0E-4C29-9766-EC7F7FC48EB6}" type="doc">
      <dgm:prSet loTypeId="urn:microsoft.com/office/officeart/2005/8/layout/target3" loCatId="relationship" qsTypeId="urn:microsoft.com/office/officeart/2005/8/quickstyle/simple1" qsCatId="simple" csTypeId="urn:microsoft.com/office/officeart/2005/8/colors/accent1_2" csCatId="accent1" phldr="1"/>
      <dgm:spPr/>
      <dgm:t>
        <a:bodyPr/>
        <a:lstStyle/>
        <a:p>
          <a:endParaRPr lang="en-MW"/>
        </a:p>
      </dgm:t>
    </dgm:pt>
    <dgm:pt modelId="{DD811C95-055F-4074-BEB0-7B6481384FEB}">
      <dgm:prSet custT="1"/>
      <dgm:spPr/>
      <dgm:t>
        <a:bodyPr/>
        <a:lstStyle/>
        <a:p>
          <a:pPr algn="l">
            <a:buNone/>
          </a:pPr>
          <a:r>
            <a:rPr lang="en-US" sz="4400" b="1" dirty="0"/>
            <a:t>Dialog Boxes </a:t>
          </a:r>
          <a:endParaRPr lang="en-MW" sz="4400" dirty="0"/>
        </a:p>
      </dgm:t>
    </dgm:pt>
    <dgm:pt modelId="{0406DCD0-E2EF-4EFD-93DD-D0277EDDDB51}" type="parTrans" cxnId="{D8A4BDFF-75DE-4D54-940D-1EA7C9CD1785}">
      <dgm:prSet/>
      <dgm:spPr/>
      <dgm:t>
        <a:bodyPr/>
        <a:lstStyle/>
        <a:p>
          <a:endParaRPr lang="en-MW"/>
        </a:p>
      </dgm:t>
    </dgm:pt>
    <dgm:pt modelId="{3AE78740-5379-4229-94D7-8B51346EDC17}" type="sibTrans" cxnId="{D8A4BDFF-75DE-4D54-940D-1EA7C9CD1785}">
      <dgm:prSet/>
      <dgm:spPr/>
      <dgm:t>
        <a:bodyPr/>
        <a:lstStyle/>
        <a:p>
          <a:endParaRPr lang="en-MW"/>
        </a:p>
      </dgm:t>
    </dgm:pt>
    <dgm:pt modelId="{73C98906-98A8-4C92-BC10-0AB58B5BD5A0}" type="pres">
      <dgm:prSet presAssocID="{52F406F1-6C0E-4C29-9766-EC7F7FC48EB6}" presName="Name0" presStyleCnt="0">
        <dgm:presLayoutVars>
          <dgm:chMax val="7"/>
          <dgm:dir/>
          <dgm:animLvl val="lvl"/>
          <dgm:resizeHandles val="exact"/>
        </dgm:presLayoutVars>
      </dgm:prSet>
      <dgm:spPr/>
    </dgm:pt>
    <dgm:pt modelId="{5856FC26-E9F3-432B-A710-A2D05A0535A0}" type="pres">
      <dgm:prSet presAssocID="{DD811C95-055F-4074-BEB0-7B6481384FEB}" presName="circle1" presStyleLbl="node1" presStyleIdx="0" presStyleCnt="1"/>
      <dgm:spPr/>
    </dgm:pt>
    <dgm:pt modelId="{77F413FD-3BAC-4D92-80D8-DD016E43D10D}" type="pres">
      <dgm:prSet presAssocID="{DD811C95-055F-4074-BEB0-7B6481384FEB}" presName="space" presStyleCnt="0"/>
      <dgm:spPr/>
    </dgm:pt>
    <dgm:pt modelId="{D7E96CB8-5A8C-4415-93F3-4CC4552C6D84}" type="pres">
      <dgm:prSet presAssocID="{DD811C95-055F-4074-BEB0-7B6481384FEB}" presName="rect1" presStyleLbl="alignAcc1" presStyleIdx="0" presStyleCnt="1" custLinFactNeighborY="-20802"/>
      <dgm:spPr/>
    </dgm:pt>
    <dgm:pt modelId="{B8734FE0-5B58-4E4E-B806-968328F05BC1}" type="pres">
      <dgm:prSet presAssocID="{DD811C95-055F-4074-BEB0-7B6481384FEB}" presName="rect1ParTxNoCh" presStyleLbl="alignAcc1" presStyleIdx="0" presStyleCnt="1">
        <dgm:presLayoutVars>
          <dgm:chMax val="1"/>
          <dgm:bulletEnabled val="1"/>
        </dgm:presLayoutVars>
      </dgm:prSet>
      <dgm:spPr/>
    </dgm:pt>
  </dgm:ptLst>
  <dgm:cxnLst>
    <dgm:cxn modelId="{0129B508-3FDC-44F4-9A62-52A0F5619A68}" type="presOf" srcId="{52F406F1-6C0E-4C29-9766-EC7F7FC48EB6}" destId="{73C98906-98A8-4C92-BC10-0AB58B5BD5A0}" srcOrd="0" destOrd="0" presId="urn:microsoft.com/office/officeart/2005/8/layout/target3"/>
    <dgm:cxn modelId="{A3D6DE77-2B50-498E-8AAF-9DD651478722}" type="presOf" srcId="{DD811C95-055F-4074-BEB0-7B6481384FEB}" destId="{B8734FE0-5B58-4E4E-B806-968328F05BC1}" srcOrd="1" destOrd="0" presId="urn:microsoft.com/office/officeart/2005/8/layout/target3"/>
    <dgm:cxn modelId="{143C2994-F083-41BE-913F-CBA8D88D32F6}" type="presOf" srcId="{DD811C95-055F-4074-BEB0-7B6481384FEB}" destId="{D7E96CB8-5A8C-4415-93F3-4CC4552C6D84}" srcOrd="0" destOrd="0" presId="urn:microsoft.com/office/officeart/2005/8/layout/target3"/>
    <dgm:cxn modelId="{D8A4BDFF-75DE-4D54-940D-1EA7C9CD1785}" srcId="{52F406F1-6C0E-4C29-9766-EC7F7FC48EB6}" destId="{DD811C95-055F-4074-BEB0-7B6481384FEB}" srcOrd="0" destOrd="0" parTransId="{0406DCD0-E2EF-4EFD-93DD-D0277EDDDB51}" sibTransId="{3AE78740-5379-4229-94D7-8B51346EDC17}"/>
    <dgm:cxn modelId="{FA51BAA3-D53A-4661-A9EE-FBBC77B790E1}" type="presParOf" srcId="{73C98906-98A8-4C92-BC10-0AB58B5BD5A0}" destId="{5856FC26-E9F3-432B-A710-A2D05A0535A0}" srcOrd="0" destOrd="0" presId="urn:microsoft.com/office/officeart/2005/8/layout/target3"/>
    <dgm:cxn modelId="{F8C54E5A-296C-4DD1-AA2C-6A13DD787FEE}" type="presParOf" srcId="{73C98906-98A8-4C92-BC10-0AB58B5BD5A0}" destId="{77F413FD-3BAC-4D92-80D8-DD016E43D10D}" srcOrd="1" destOrd="0" presId="urn:microsoft.com/office/officeart/2005/8/layout/target3"/>
    <dgm:cxn modelId="{BC63DFE5-481E-4FC4-824D-7D0EA708D1A1}" type="presParOf" srcId="{73C98906-98A8-4C92-BC10-0AB58B5BD5A0}" destId="{D7E96CB8-5A8C-4415-93F3-4CC4552C6D84}" srcOrd="2" destOrd="0" presId="urn:microsoft.com/office/officeart/2005/8/layout/target3"/>
    <dgm:cxn modelId="{78FAF7A0-7901-41B9-8F98-B49F29C982F8}" type="presParOf" srcId="{73C98906-98A8-4C92-BC10-0AB58B5BD5A0}" destId="{B8734FE0-5B58-4E4E-B806-968328F05BC1}"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0.xml><?xml version="1.0" encoding="utf-8"?>
<dgm:dataModel xmlns:dgm="http://schemas.openxmlformats.org/drawingml/2006/diagram" xmlns:a="http://schemas.openxmlformats.org/drawingml/2006/main">
  <dgm:ptLst>
    <dgm:pt modelId="{52F406F1-6C0E-4C29-9766-EC7F7FC48EB6}" type="doc">
      <dgm:prSet loTypeId="urn:microsoft.com/office/officeart/2005/8/layout/target3" loCatId="relationship" qsTypeId="urn:microsoft.com/office/officeart/2005/8/quickstyle/simple1" qsCatId="simple" csTypeId="urn:microsoft.com/office/officeart/2005/8/colors/accent1_2" csCatId="accent1" phldr="1"/>
      <dgm:spPr/>
      <dgm:t>
        <a:bodyPr/>
        <a:lstStyle/>
        <a:p>
          <a:endParaRPr lang="en-MW"/>
        </a:p>
      </dgm:t>
    </dgm:pt>
    <dgm:pt modelId="{DD811C95-055F-4074-BEB0-7B6481384FEB}">
      <dgm:prSet custT="1"/>
      <dgm:spPr/>
      <dgm:t>
        <a:bodyPr/>
        <a:lstStyle/>
        <a:p>
          <a:pPr algn="l">
            <a:buNone/>
          </a:pPr>
          <a:r>
            <a:rPr lang="en-US" sz="4400" b="1" dirty="0"/>
            <a:t>Using Text Boxes </a:t>
          </a:r>
          <a:endParaRPr lang="en-MW" sz="4400" dirty="0"/>
        </a:p>
      </dgm:t>
    </dgm:pt>
    <dgm:pt modelId="{0406DCD0-E2EF-4EFD-93DD-D0277EDDDB51}" type="parTrans" cxnId="{D8A4BDFF-75DE-4D54-940D-1EA7C9CD1785}">
      <dgm:prSet/>
      <dgm:spPr/>
      <dgm:t>
        <a:bodyPr/>
        <a:lstStyle/>
        <a:p>
          <a:endParaRPr lang="en-MW"/>
        </a:p>
      </dgm:t>
    </dgm:pt>
    <dgm:pt modelId="{3AE78740-5379-4229-94D7-8B51346EDC17}" type="sibTrans" cxnId="{D8A4BDFF-75DE-4D54-940D-1EA7C9CD1785}">
      <dgm:prSet/>
      <dgm:spPr/>
      <dgm:t>
        <a:bodyPr/>
        <a:lstStyle/>
        <a:p>
          <a:endParaRPr lang="en-MW"/>
        </a:p>
      </dgm:t>
    </dgm:pt>
    <dgm:pt modelId="{73C98906-98A8-4C92-BC10-0AB58B5BD5A0}" type="pres">
      <dgm:prSet presAssocID="{52F406F1-6C0E-4C29-9766-EC7F7FC48EB6}" presName="Name0" presStyleCnt="0">
        <dgm:presLayoutVars>
          <dgm:chMax val="7"/>
          <dgm:dir/>
          <dgm:animLvl val="lvl"/>
          <dgm:resizeHandles val="exact"/>
        </dgm:presLayoutVars>
      </dgm:prSet>
      <dgm:spPr/>
    </dgm:pt>
    <dgm:pt modelId="{5856FC26-E9F3-432B-A710-A2D05A0535A0}" type="pres">
      <dgm:prSet presAssocID="{DD811C95-055F-4074-BEB0-7B6481384FEB}" presName="circle1" presStyleLbl="node1" presStyleIdx="0" presStyleCnt="1"/>
      <dgm:spPr/>
    </dgm:pt>
    <dgm:pt modelId="{77F413FD-3BAC-4D92-80D8-DD016E43D10D}" type="pres">
      <dgm:prSet presAssocID="{DD811C95-055F-4074-BEB0-7B6481384FEB}" presName="space" presStyleCnt="0"/>
      <dgm:spPr/>
    </dgm:pt>
    <dgm:pt modelId="{D7E96CB8-5A8C-4415-93F3-4CC4552C6D84}" type="pres">
      <dgm:prSet presAssocID="{DD811C95-055F-4074-BEB0-7B6481384FEB}" presName="rect1" presStyleLbl="alignAcc1" presStyleIdx="0" presStyleCnt="1" custLinFactNeighborY="-20802"/>
      <dgm:spPr/>
    </dgm:pt>
    <dgm:pt modelId="{B8734FE0-5B58-4E4E-B806-968328F05BC1}" type="pres">
      <dgm:prSet presAssocID="{DD811C95-055F-4074-BEB0-7B6481384FEB}" presName="rect1ParTxNoCh" presStyleLbl="alignAcc1" presStyleIdx="0" presStyleCnt="1">
        <dgm:presLayoutVars>
          <dgm:chMax val="1"/>
          <dgm:bulletEnabled val="1"/>
        </dgm:presLayoutVars>
      </dgm:prSet>
      <dgm:spPr/>
    </dgm:pt>
  </dgm:ptLst>
  <dgm:cxnLst>
    <dgm:cxn modelId="{0129B508-3FDC-44F4-9A62-52A0F5619A68}" type="presOf" srcId="{52F406F1-6C0E-4C29-9766-EC7F7FC48EB6}" destId="{73C98906-98A8-4C92-BC10-0AB58B5BD5A0}" srcOrd="0" destOrd="0" presId="urn:microsoft.com/office/officeart/2005/8/layout/target3"/>
    <dgm:cxn modelId="{A3D6DE77-2B50-498E-8AAF-9DD651478722}" type="presOf" srcId="{DD811C95-055F-4074-BEB0-7B6481384FEB}" destId="{B8734FE0-5B58-4E4E-B806-968328F05BC1}" srcOrd="1" destOrd="0" presId="urn:microsoft.com/office/officeart/2005/8/layout/target3"/>
    <dgm:cxn modelId="{143C2994-F083-41BE-913F-CBA8D88D32F6}" type="presOf" srcId="{DD811C95-055F-4074-BEB0-7B6481384FEB}" destId="{D7E96CB8-5A8C-4415-93F3-4CC4552C6D84}" srcOrd="0" destOrd="0" presId="urn:microsoft.com/office/officeart/2005/8/layout/target3"/>
    <dgm:cxn modelId="{D8A4BDFF-75DE-4D54-940D-1EA7C9CD1785}" srcId="{52F406F1-6C0E-4C29-9766-EC7F7FC48EB6}" destId="{DD811C95-055F-4074-BEB0-7B6481384FEB}" srcOrd="0" destOrd="0" parTransId="{0406DCD0-E2EF-4EFD-93DD-D0277EDDDB51}" sibTransId="{3AE78740-5379-4229-94D7-8B51346EDC17}"/>
    <dgm:cxn modelId="{FA51BAA3-D53A-4661-A9EE-FBBC77B790E1}" type="presParOf" srcId="{73C98906-98A8-4C92-BC10-0AB58B5BD5A0}" destId="{5856FC26-E9F3-432B-A710-A2D05A0535A0}" srcOrd="0" destOrd="0" presId="urn:microsoft.com/office/officeart/2005/8/layout/target3"/>
    <dgm:cxn modelId="{F8C54E5A-296C-4DD1-AA2C-6A13DD787FEE}" type="presParOf" srcId="{73C98906-98A8-4C92-BC10-0AB58B5BD5A0}" destId="{77F413FD-3BAC-4D92-80D8-DD016E43D10D}" srcOrd="1" destOrd="0" presId="urn:microsoft.com/office/officeart/2005/8/layout/target3"/>
    <dgm:cxn modelId="{BC63DFE5-481E-4FC4-824D-7D0EA708D1A1}" type="presParOf" srcId="{73C98906-98A8-4C92-BC10-0AB58B5BD5A0}" destId="{D7E96CB8-5A8C-4415-93F3-4CC4552C6D84}" srcOrd="2" destOrd="0" presId="urn:microsoft.com/office/officeart/2005/8/layout/target3"/>
    <dgm:cxn modelId="{78FAF7A0-7901-41B9-8F98-B49F29C982F8}" type="presParOf" srcId="{73C98906-98A8-4C92-BC10-0AB58B5BD5A0}" destId="{B8734FE0-5B58-4E4E-B806-968328F05BC1}"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1.xml><?xml version="1.0" encoding="utf-8"?>
<dgm:dataModel xmlns:dgm="http://schemas.openxmlformats.org/drawingml/2006/diagram" xmlns:a="http://schemas.openxmlformats.org/drawingml/2006/main">
  <dgm:ptLst>
    <dgm:pt modelId="{52F406F1-6C0E-4C29-9766-EC7F7FC48EB6}" type="doc">
      <dgm:prSet loTypeId="urn:microsoft.com/office/officeart/2005/8/layout/target3" loCatId="relationship" qsTypeId="urn:microsoft.com/office/officeart/2005/8/quickstyle/simple1" qsCatId="simple" csTypeId="urn:microsoft.com/office/officeart/2005/8/colors/accent1_2" csCatId="accent1" phldr="1"/>
      <dgm:spPr/>
      <dgm:t>
        <a:bodyPr/>
        <a:lstStyle/>
        <a:p>
          <a:endParaRPr lang="en-MW"/>
        </a:p>
      </dgm:t>
    </dgm:pt>
    <dgm:pt modelId="{DD811C95-055F-4074-BEB0-7B6481384FEB}">
      <dgm:prSet custT="1"/>
      <dgm:spPr/>
      <dgm:t>
        <a:bodyPr/>
        <a:lstStyle/>
        <a:p>
          <a:pPr algn="l">
            <a:buNone/>
          </a:pPr>
          <a:r>
            <a:rPr lang="en-US" sz="4400" b="1" dirty="0"/>
            <a:t>Using Command Buttons </a:t>
          </a:r>
          <a:endParaRPr lang="en-MW" sz="4400" dirty="0"/>
        </a:p>
      </dgm:t>
    </dgm:pt>
    <dgm:pt modelId="{0406DCD0-E2EF-4EFD-93DD-D0277EDDDB51}" type="parTrans" cxnId="{D8A4BDFF-75DE-4D54-940D-1EA7C9CD1785}">
      <dgm:prSet/>
      <dgm:spPr/>
      <dgm:t>
        <a:bodyPr/>
        <a:lstStyle/>
        <a:p>
          <a:endParaRPr lang="en-MW"/>
        </a:p>
      </dgm:t>
    </dgm:pt>
    <dgm:pt modelId="{3AE78740-5379-4229-94D7-8B51346EDC17}" type="sibTrans" cxnId="{D8A4BDFF-75DE-4D54-940D-1EA7C9CD1785}">
      <dgm:prSet/>
      <dgm:spPr/>
      <dgm:t>
        <a:bodyPr/>
        <a:lstStyle/>
        <a:p>
          <a:endParaRPr lang="en-MW"/>
        </a:p>
      </dgm:t>
    </dgm:pt>
    <dgm:pt modelId="{73C98906-98A8-4C92-BC10-0AB58B5BD5A0}" type="pres">
      <dgm:prSet presAssocID="{52F406F1-6C0E-4C29-9766-EC7F7FC48EB6}" presName="Name0" presStyleCnt="0">
        <dgm:presLayoutVars>
          <dgm:chMax val="7"/>
          <dgm:dir/>
          <dgm:animLvl val="lvl"/>
          <dgm:resizeHandles val="exact"/>
        </dgm:presLayoutVars>
      </dgm:prSet>
      <dgm:spPr/>
    </dgm:pt>
    <dgm:pt modelId="{5856FC26-E9F3-432B-A710-A2D05A0535A0}" type="pres">
      <dgm:prSet presAssocID="{DD811C95-055F-4074-BEB0-7B6481384FEB}" presName="circle1" presStyleLbl="node1" presStyleIdx="0" presStyleCnt="1"/>
      <dgm:spPr/>
    </dgm:pt>
    <dgm:pt modelId="{77F413FD-3BAC-4D92-80D8-DD016E43D10D}" type="pres">
      <dgm:prSet presAssocID="{DD811C95-055F-4074-BEB0-7B6481384FEB}" presName="space" presStyleCnt="0"/>
      <dgm:spPr/>
    </dgm:pt>
    <dgm:pt modelId="{D7E96CB8-5A8C-4415-93F3-4CC4552C6D84}" type="pres">
      <dgm:prSet presAssocID="{DD811C95-055F-4074-BEB0-7B6481384FEB}" presName="rect1" presStyleLbl="alignAcc1" presStyleIdx="0" presStyleCnt="1" custLinFactNeighborY="-20802"/>
      <dgm:spPr/>
    </dgm:pt>
    <dgm:pt modelId="{B8734FE0-5B58-4E4E-B806-968328F05BC1}" type="pres">
      <dgm:prSet presAssocID="{DD811C95-055F-4074-BEB0-7B6481384FEB}" presName="rect1ParTxNoCh" presStyleLbl="alignAcc1" presStyleIdx="0" presStyleCnt="1">
        <dgm:presLayoutVars>
          <dgm:chMax val="1"/>
          <dgm:bulletEnabled val="1"/>
        </dgm:presLayoutVars>
      </dgm:prSet>
      <dgm:spPr/>
    </dgm:pt>
  </dgm:ptLst>
  <dgm:cxnLst>
    <dgm:cxn modelId="{0129B508-3FDC-44F4-9A62-52A0F5619A68}" type="presOf" srcId="{52F406F1-6C0E-4C29-9766-EC7F7FC48EB6}" destId="{73C98906-98A8-4C92-BC10-0AB58B5BD5A0}" srcOrd="0" destOrd="0" presId="urn:microsoft.com/office/officeart/2005/8/layout/target3"/>
    <dgm:cxn modelId="{A3D6DE77-2B50-498E-8AAF-9DD651478722}" type="presOf" srcId="{DD811C95-055F-4074-BEB0-7B6481384FEB}" destId="{B8734FE0-5B58-4E4E-B806-968328F05BC1}" srcOrd="1" destOrd="0" presId="urn:microsoft.com/office/officeart/2005/8/layout/target3"/>
    <dgm:cxn modelId="{143C2994-F083-41BE-913F-CBA8D88D32F6}" type="presOf" srcId="{DD811C95-055F-4074-BEB0-7B6481384FEB}" destId="{D7E96CB8-5A8C-4415-93F3-4CC4552C6D84}" srcOrd="0" destOrd="0" presId="urn:microsoft.com/office/officeart/2005/8/layout/target3"/>
    <dgm:cxn modelId="{D8A4BDFF-75DE-4D54-940D-1EA7C9CD1785}" srcId="{52F406F1-6C0E-4C29-9766-EC7F7FC48EB6}" destId="{DD811C95-055F-4074-BEB0-7B6481384FEB}" srcOrd="0" destOrd="0" parTransId="{0406DCD0-E2EF-4EFD-93DD-D0277EDDDB51}" sibTransId="{3AE78740-5379-4229-94D7-8B51346EDC17}"/>
    <dgm:cxn modelId="{FA51BAA3-D53A-4661-A9EE-FBBC77B790E1}" type="presParOf" srcId="{73C98906-98A8-4C92-BC10-0AB58B5BD5A0}" destId="{5856FC26-E9F3-432B-A710-A2D05A0535A0}" srcOrd="0" destOrd="0" presId="urn:microsoft.com/office/officeart/2005/8/layout/target3"/>
    <dgm:cxn modelId="{F8C54E5A-296C-4DD1-AA2C-6A13DD787FEE}" type="presParOf" srcId="{73C98906-98A8-4C92-BC10-0AB58B5BD5A0}" destId="{77F413FD-3BAC-4D92-80D8-DD016E43D10D}" srcOrd="1" destOrd="0" presId="urn:microsoft.com/office/officeart/2005/8/layout/target3"/>
    <dgm:cxn modelId="{BC63DFE5-481E-4FC4-824D-7D0EA708D1A1}" type="presParOf" srcId="{73C98906-98A8-4C92-BC10-0AB58B5BD5A0}" destId="{D7E96CB8-5A8C-4415-93F3-4CC4552C6D84}" srcOrd="2" destOrd="0" presId="urn:microsoft.com/office/officeart/2005/8/layout/target3"/>
    <dgm:cxn modelId="{78FAF7A0-7901-41B9-8F98-B49F29C982F8}" type="presParOf" srcId="{73C98906-98A8-4C92-BC10-0AB58B5BD5A0}" destId="{B8734FE0-5B58-4E4E-B806-968328F05BC1}"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2.xml><?xml version="1.0" encoding="utf-8"?>
<dgm:dataModel xmlns:dgm="http://schemas.openxmlformats.org/drawingml/2006/diagram" xmlns:a="http://schemas.openxmlformats.org/drawingml/2006/main">
  <dgm:ptLst>
    <dgm:pt modelId="{E2BBDA01-E348-443B-9BB2-F400B580F7B5}" type="doc">
      <dgm:prSet loTypeId="urn:microsoft.com/office/officeart/2005/8/layout/target3" loCatId="relationship" qsTypeId="urn:microsoft.com/office/officeart/2005/8/quickstyle/simple1" qsCatId="simple" csTypeId="urn:microsoft.com/office/officeart/2005/8/colors/accent1_2" csCatId="accent1" phldr="1"/>
      <dgm:spPr/>
      <dgm:t>
        <a:bodyPr/>
        <a:lstStyle/>
        <a:p>
          <a:endParaRPr lang="en-MW"/>
        </a:p>
      </dgm:t>
    </dgm:pt>
    <dgm:pt modelId="{DC04471D-1668-445B-90FC-86DFCBC3121D}">
      <dgm:prSet/>
      <dgm:spPr/>
      <dgm:t>
        <a:bodyPr/>
        <a:lstStyle/>
        <a:p>
          <a:r>
            <a:rPr lang="en-US" dirty="0"/>
            <a:t>Working with files and folders</a:t>
          </a:r>
          <a:endParaRPr lang="en-MW" dirty="0"/>
        </a:p>
      </dgm:t>
    </dgm:pt>
    <dgm:pt modelId="{DE38BC83-5F98-4AAF-8AEC-72CDE8CA6453}" type="parTrans" cxnId="{78D042D2-C215-41AE-A647-8F2A1CFACC69}">
      <dgm:prSet/>
      <dgm:spPr/>
      <dgm:t>
        <a:bodyPr/>
        <a:lstStyle/>
        <a:p>
          <a:endParaRPr lang="en-MW"/>
        </a:p>
      </dgm:t>
    </dgm:pt>
    <dgm:pt modelId="{FB45FA3E-6ED7-4C19-90AB-0F6944D9BE56}" type="sibTrans" cxnId="{78D042D2-C215-41AE-A647-8F2A1CFACC69}">
      <dgm:prSet/>
      <dgm:spPr/>
      <dgm:t>
        <a:bodyPr/>
        <a:lstStyle/>
        <a:p>
          <a:endParaRPr lang="en-MW"/>
        </a:p>
      </dgm:t>
    </dgm:pt>
    <dgm:pt modelId="{317B9EF5-37B7-4135-A1D1-FC0A2042B8A9}" type="pres">
      <dgm:prSet presAssocID="{E2BBDA01-E348-443B-9BB2-F400B580F7B5}" presName="Name0" presStyleCnt="0">
        <dgm:presLayoutVars>
          <dgm:chMax val="7"/>
          <dgm:dir/>
          <dgm:animLvl val="lvl"/>
          <dgm:resizeHandles val="exact"/>
        </dgm:presLayoutVars>
      </dgm:prSet>
      <dgm:spPr/>
    </dgm:pt>
    <dgm:pt modelId="{E0DEB598-F7F3-4A11-AB95-15A25E4F5A11}" type="pres">
      <dgm:prSet presAssocID="{DC04471D-1668-445B-90FC-86DFCBC3121D}" presName="circle1" presStyleLbl="node1" presStyleIdx="0" presStyleCnt="1"/>
      <dgm:spPr/>
    </dgm:pt>
    <dgm:pt modelId="{19D60885-337B-42CF-83F2-39C99E88E0F7}" type="pres">
      <dgm:prSet presAssocID="{DC04471D-1668-445B-90FC-86DFCBC3121D}" presName="space" presStyleCnt="0"/>
      <dgm:spPr/>
    </dgm:pt>
    <dgm:pt modelId="{D29292AC-6DAD-4B81-962F-5E9A2F833D81}" type="pres">
      <dgm:prSet presAssocID="{DC04471D-1668-445B-90FC-86DFCBC3121D}" presName="rect1" presStyleLbl="alignAcc1" presStyleIdx="0" presStyleCnt="1" custLinFactNeighborX="0" custLinFactNeighborY="11856"/>
      <dgm:spPr/>
    </dgm:pt>
    <dgm:pt modelId="{4F443DEF-D0F1-4541-B3F5-A234934D21BA}" type="pres">
      <dgm:prSet presAssocID="{DC04471D-1668-445B-90FC-86DFCBC3121D}" presName="rect1ParTxNoCh" presStyleLbl="alignAcc1" presStyleIdx="0" presStyleCnt="1">
        <dgm:presLayoutVars>
          <dgm:chMax val="1"/>
          <dgm:bulletEnabled val="1"/>
        </dgm:presLayoutVars>
      </dgm:prSet>
      <dgm:spPr/>
    </dgm:pt>
  </dgm:ptLst>
  <dgm:cxnLst>
    <dgm:cxn modelId="{73E46859-815A-4675-A849-D7A5EEFA62C7}" type="presOf" srcId="{E2BBDA01-E348-443B-9BB2-F400B580F7B5}" destId="{317B9EF5-37B7-4135-A1D1-FC0A2042B8A9}" srcOrd="0" destOrd="0" presId="urn:microsoft.com/office/officeart/2005/8/layout/target3"/>
    <dgm:cxn modelId="{7EAB7881-3FC3-4D05-A3E5-C8B7FA64304D}" type="presOf" srcId="{DC04471D-1668-445B-90FC-86DFCBC3121D}" destId="{D29292AC-6DAD-4B81-962F-5E9A2F833D81}" srcOrd="0" destOrd="0" presId="urn:microsoft.com/office/officeart/2005/8/layout/target3"/>
    <dgm:cxn modelId="{D263458D-DB40-4F73-983D-5B341376758F}" type="presOf" srcId="{DC04471D-1668-445B-90FC-86DFCBC3121D}" destId="{4F443DEF-D0F1-4541-B3F5-A234934D21BA}" srcOrd="1" destOrd="0" presId="urn:microsoft.com/office/officeart/2005/8/layout/target3"/>
    <dgm:cxn modelId="{78D042D2-C215-41AE-A647-8F2A1CFACC69}" srcId="{E2BBDA01-E348-443B-9BB2-F400B580F7B5}" destId="{DC04471D-1668-445B-90FC-86DFCBC3121D}" srcOrd="0" destOrd="0" parTransId="{DE38BC83-5F98-4AAF-8AEC-72CDE8CA6453}" sibTransId="{FB45FA3E-6ED7-4C19-90AB-0F6944D9BE56}"/>
    <dgm:cxn modelId="{1EBF4F39-B32C-432E-BDE1-0D1AE7192629}" type="presParOf" srcId="{317B9EF5-37B7-4135-A1D1-FC0A2042B8A9}" destId="{E0DEB598-F7F3-4A11-AB95-15A25E4F5A11}" srcOrd="0" destOrd="0" presId="urn:microsoft.com/office/officeart/2005/8/layout/target3"/>
    <dgm:cxn modelId="{848F352C-1974-40D6-88FD-6D6F2B783729}" type="presParOf" srcId="{317B9EF5-37B7-4135-A1D1-FC0A2042B8A9}" destId="{19D60885-337B-42CF-83F2-39C99E88E0F7}" srcOrd="1" destOrd="0" presId="urn:microsoft.com/office/officeart/2005/8/layout/target3"/>
    <dgm:cxn modelId="{CF5C6DEE-AE19-4B4F-8F52-95E068C54788}" type="presParOf" srcId="{317B9EF5-37B7-4135-A1D1-FC0A2042B8A9}" destId="{D29292AC-6DAD-4B81-962F-5E9A2F833D81}" srcOrd="2" destOrd="0" presId="urn:microsoft.com/office/officeart/2005/8/layout/target3"/>
    <dgm:cxn modelId="{51E5AAA8-CD5C-423B-A7CD-D9659E3BA6A5}" type="presParOf" srcId="{317B9EF5-37B7-4135-A1D1-FC0A2042B8A9}" destId="{4F443DEF-D0F1-4541-B3F5-A234934D21BA}"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3.xml><?xml version="1.0" encoding="utf-8"?>
<dgm:dataModel xmlns:dgm="http://schemas.openxmlformats.org/drawingml/2006/diagram" xmlns:a="http://schemas.openxmlformats.org/drawingml/2006/main">
  <dgm:ptLst>
    <dgm:pt modelId="{E2BBDA01-E348-443B-9BB2-F400B580F7B5}" type="doc">
      <dgm:prSet loTypeId="urn:microsoft.com/office/officeart/2005/8/layout/target3" loCatId="relationship" qsTypeId="urn:microsoft.com/office/officeart/2005/8/quickstyle/simple1" qsCatId="simple" csTypeId="urn:microsoft.com/office/officeart/2005/8/colors/accent1_2" csCatId="accent1" phldr="1"/>
      <dgm:spPr/>
      <dgm:t>
        <a:bodyPr/>
        <a:lstStyle/>
        <a:p>
          <a:endParaRPr lang="en-MW"/>
        </a:p>
      </dgm:t>
    </dgm:pt>
    <dgm:pt modelId="{DC04471D-1668-445B-90FC-86DFCBC3121D}">
      <dgm:prSet/>
      <dgm:spPr/>
      <dgm:t>
        <a:bodyPr/>
        <a:lstStyle/>
        <a:p>
          <a:r>
            <a:rPr lang="en-US" dirty="0"/>
            <a:t>Working with files and folders</a:t>
          </a:r>
          <a:endParaRPr lang="en-MW" dirty="0"/>
        </a:p>
      </dgm:t>
    </dgm:pt>
    <dgm:pt modelId="{DE38BC83-5F98-4AAF-8AEC-72CDE8CA6453}" type="parTrans" cxnId="{78D042D2-C215-41AE-A647-8F2A1CFACC69}">
      <dgm:prSet/>
      <dgm:spPr/>
      <dgm:t>
        <a:bodyPr/>
        <a:lstStyle/>
        <a:p>
          <a:endParaRPr lang="en-MW"/>
        </a:p>
      </dgm:t>
    </dgm:pt>
    <dgm:pt modelId="{FB45FA3E-6ED7-4C19-90AB-0F6944D9BE56}" type="sibTrans" cxnId="{78D042D2-C215-41AE-A647-8F2A1CFACC69}">
      <dgm:prSet/>
      <dgm:spPr/>
      <dgm:t>
        <a:bodyPr/>
        <a:lstStyle/>
        <a:p>
          <a:endParaRPr lang="en-MW"/>
        </a:p>
      </dgm:t>
    </dgm:pt>
    <dgm:pt modelId="{317B9EF5-37B7-4135-A1D1-FC0A2042B8A9}" type="pres">
      <dgm:prSet presAssocID="{E2BBDA01-E348-443B-9BB2-F400B580F7B5}" presName="Name0" presStyleCnt="0">
        <dgm:presLayoutVars>
          <dgm:chMax val="7"/>
          <dgm:dir/>
          <dgm:animLvl val="lvl"/>
          <dgm:resizeHandles val="exact"/>
        </dgm:presLayoutVars>
      </dgm:prSet>
      <dgm:spPr/>
    </dgm:pt>
    <dgm:pt modelId="{E0DEB598-F7F3-4A11-AB95-15A25E4F5A11}" type="pres">
      <dgm:prSet presAssocID="{DC04471D-1668-445B-90FC-86DFCBC3121D}" presName="circle1" presStyleLbl="node1" presStyleIdx="0" presStyleCnt="1"/>
      <dgm:spPr/>
    </dgm:pt>
    <dgm:pt modelId="{19D60885-337B-42CF-83F2-39C99E88E0F7}" type="pres">
      <dgm:prSet presAssocID="{DC04471D-1668-445B-90FC-86DFCBC3121D}" presName="space" presStyleCnt="0"/>
      <dgm:spPr/>
    </dgm:pt>
    <dgm:pt modelId="{D29292AC-6DAD-4B81-962F-5E9A2F833D81}" type="pres">
      <dgm:prSet presAssocID="{DC04471D-1668-445B-90FC-86DFCBC3121D}" presName="rect1" presStyleLbl="alignAcc1" presStyleIdx="0" presStyleCnt="1" custScaleY="126406" custLinFactNeighborX="0" custLinFactNeighborY="11856"/>
      <dgm:spPr/>
    </dgm:pt>
    <dgm:pt modelId="{4F443DEF-D0F1-4541-B3F5-A234934D21BA}" type="pres">
      <dgm:prSet presAssocID="{DC04471D-1668-445B-90FC-86DFCBC3121D}" presName="rect1ParTxNoCh" presStyleLbl="alignAcc1" presStyleIdx="0" presStyleCnt="1">
        <dgm:presLayoutVars>
          <dgm:chMax val="1"/>
          <dgm:bulletEnabled val="1"/>
        </dgm:presLayoutVars>
      </dgm:prSet>
      <dgm:spPr/>
    </dgm:pt>
  </dgm:ptLst>
  <dgm:cxnLst>
    <dgm:cxn modelId="{73E46859-815A-4675-A849-D7A5EEFA62C7}" type="presOf" srcId="{E2BBDA01-E348-443B-9BB2-F400B580F7B5}" destId="{317B9EF5-37B7-4135-A1D1-FC0A2042B8A9}" srcOrd="0" destOrd="0" presId="urn:microsoft.com/office/officeart/2005/8/layout/target3"/>
    <dgm:cxn modelId="{7EAB7881-3FC3-4D05-A3E5-C8B7FA64304D}" type="presOf" srcId="{DC04471D-1668-445B-90FC-86DFCBC3121D}" destId="{D29292AC-6DAD-4B81-962F-5E9A2F833D81}" srcOrd="0" destOrd="0" presId="urn:microsoft.com/office/officeart/2005/8/layout/target3"/>
    <dgm:cxn modelId="{D263458D-DB40-4F73-983D-5B341376758F}" type="presOf" srcId="{DC04471D-1668-445B-90FC-86DFCBC3121D}" destId="{4F443DEF-D0F1-4541-B3F5-A234934D21BA}" srcOrd="1" destOrd="0" presId="urn:microsoft.com/office/officeart/2005/8/layout/target3"/>
    <dgm:cxn modelId="{78D042D2-C215-41AE-A647-8F2A1CFACC69}" srcId="{E2BBDA01-E348-443B-9BB2-F400B580F7B5}" destId="{DC04471D-1668-445B-90FC-86DFCBC3121D}" srcOrd="0" destOrd="0" parTransId="{DE38BC83-5F98-4AAF-8AEC-72CDE8CA6453}" sibTransId="{FB45FA3E-6ED7-4C19-90AB-0F6944D9BE56}"/>
    <dgm:cxn modelId="{1EBF4F39-B32C-432E-BDE1-0D1AE7192629}" type="presParOf" srcId="{317B9EF5-37B7-4135-A1D1-FC0A2042B8A9}" destId="{E0DEB598-F7F3-4A11-AB95-15A25E4F5A11}" srcOrd="0" destOrd="0" presId="urn:microsoft.com/office/officeart/2005/8/layout/target3"/>
    <dgm:cxn modelId="{848F352C-1974-40D6-88FD-6D6F2B783729}" type="presParOf" srcId="{317B9EF5-37B7-4135-A1D1-FC0A2042B8A9}" destId="{19D60885-337B-42CF-83F2-39C99E88E0F7}" srcOrd="1" destOrd="0" presId="urn:microsoft.com/office/officeart/2005/8/layout/target3"/>
    <dgm:cxn modelId="{CF5C6DEE-AE19-4B4F-8F52-95E068C54788}" type="presParOf" srcId="{317B9EF5-37B7-4135-A1D1-FC0A2042B8A9}" destId="{D29292AC-6DAD-4B81-962F-5E9A2F833D81}" srcOrd="2" destOrd="0" presId="urn:microsoft.com/office/officeart/2005/8/layout/target3"/>
    <dgm:cxn modelId="{51E5AAA8-CD5C-423B-A7CD-D9659E3BA6A5}" type="presParOf" srcId="{317B9EF5-37B7-4135-A1D1-FC0A2042B8A9}" destId="{4F443DEF-D0F1-4541-B3F5-A234934D21BA}"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4.xml><?xml version="1.0" encoding="utf-8"?>
<dgm:dataModel xmlns:dgm="http://schemas.openxmlformats.org/drawingml/2006/diagram" xmlns:a="http://schemas.openxmlformats.org/drawingml/2006/main">
  <dgm:ptLst>
    <dgm:pt modelId="{BAC7BDF9-7757-473F-84D4-1BCB04CCBC8D}" type="doc">
      <dgm:prSet loTypeId="urn:microsoft.com/office/officeart/2005/8/layout/target3" loCatId="relationship" qsTypeId="urn:microsoft.com/office/officeart/2005/8/quickstyle/simple1" qsCatId="simple" csTypeId="urn:microsoft.com/office/officeart/2005/8/colors/accent1_2" csCatId="accent1"/>
      <dgm:spPr/>
      <dgm:t>
        <a:bodyPr/>
        <a:lstStyle/>
        <a:p>
          <a:endParaRPr lang="en-MW"/>
        </a:p>
      </dgm:t>
    </dgm:pt>
    <dgm:pt modelId="{A6C4BDBD-7EA9-4B36-8A5C-1625DB74A6D8}">
      <dgm:prSet/>
      <dgm:spPr/>
      <dgm:t>
        <a:bodyPr/>
        <a:lstStyle/>
        <a:p>
          <a:r>
            <a:rPr lang="en-US"/>
            <a:t>Files</a:t>
          </a:r>
          <a:endParaRPr lang="en-MW"/>
        </a:p>
      </dgm:t>
    </dgm:pt>
    <dgm:pt modelId="{4E8D2F74-1910-49E0-82B1-D1395E273DF4}" type="parTrans" cxnId="{FC60A439-2A26-4950-94FD-C401749E73A1}">
      <dgm:prSet/>
      <dgm:spPr/>
      <dgm:t>
        <a:bodyPr/>
        <a:lstStyle/>
        <a:p>
          <a:endParaRPr lang="en-MW"/>
        </a:p>
      </dgm:t>
    </dgm:pt>
    <dgm:pt modelId="{3E9A44E3-C1FA-4277-BF4F-16E757E41D34}" type="sibTrans" cxnId="{FC60A439-2A26-4950-94FD-C401749E73A1}">
      <dgm:prSet/>
      <dgm:spPr/>
      <dgm:t>
        <a:bodyPr/>
        <a:lstStyle/>
        <a:p>
          <a:endParaRPr lang="en-MW"/>
        </a:p>
      </dgm:t>
    </dgm:pt>
    <dgm:pt modelId="{B6B7DEA7-71E6-4400-B7E5-37995D28EB61}" type="pres">
      <dgm:prSet presAssocID="{BAC7BDF9-7757-473F-84D4-1BCB04CCBC8D}" presName="Name0" presStyleCnt="0">
        <dgm:presLayoutVars>
          <dgm:chMax val="7"/>
          <dgm:dir/>
          <dgm:animLvl val="lvl"/>
          <dgm:resizeHandles val="exact"/>
        </dgm:presLayoutVars>
      </dgm:prSet>
      <dgm:spPr/>
    </dgm:pt>
    <dgm:pt modelId="{5EB20240-0911-462A-8921-0BFCB4EF531A}" type="pres">
      <dgm:prSet presAssocID="{A6C4BDBD-7EA9-4B36-8A5C-1625DB74A6D8}" presName="circle1" presStyleLbl="node1" presStyleIdx="0" presStyleCnt="1"/>
      <dgm:spPr/>
    </dgm:pt>
    <dgm:pt modelId="{AE7E1D48-4A65-48C8-B878-FC848F3E8A12}" type="pres">
      <dgm:prSet presAssocID="{A6C4BDBD-7EA9-4B36-8A5C-1625DB74A6D8}" presName="space" presStyleCnt="0"/>
      <dgm:spPr/>
    </dgm:pt>
    <dgm:pt modelId="{294589C9-329B-407D-9C0F-92F77E77CBAB}" type="pres">
      <dgm:prSet presAssocID="{A6C4BDBD-7EA9-4B36-8A5C-1625DB74A6D8}" presName="rect1" presStyleLbl="alignAcc1" presStyleIdx="0" presStyleCnt="1"/>
      <dgm:spPr/>
    </dgm:pt>
    <dgm:pt modelId="{AB82033C-AA91-4817-951A-254F9717F0B1}" type="pres">
      <dgm:prSet presAssocID="{A6C4BDBD-7EA9-4B36-8A5C-1625DB74A6D8}" presName="rect1ParTxNoCh" presStyleLbl="alignAcc1" presStyleIdx="0" presStyleCnt="1">
        <dgm:presLayoutVars>
          <dgm:chMax val="1"/>
          <dgm:bulletEnabled val="1"/>
        </dgm:presLayoutVars>
      </dgm:prSet>
      <dgm:spPr/>
    </dgm:pt>
  </dgm:ptLst>
  <dgm:cxnLst>
    <dgm:cxn modelId="{FC60A439-2A26-4950-94FD-C401749E73A1}" srcId="{BAC7BDF9-7757-473F-84D4-1BCB04CCBC8D}" destId="{A6C4BDBD-7EA9-4B36-8A5C-1625DB74A6D8}" srcOrd="0" destOrd="0" parTransId="{4E8D2F74-1910-49E0-82B1-D1395E273DF4}" sibTransId="{3E9A44E3-C1FA-4277-BF4F-16E757E41D34}"/>
    <dgm:cxn modelId="{DA97155E-CD74-4D8A-B3E7-A9A9C8090D58}" type="presOf" srcId="{A6C4BDBD-7EA9-4B36-8A5C-1625DB74A6D8}" destId="{AB82033C-AA91-4817-951A-254F9717F0B1}" srcOrd="1" destOrd="0" presId="urn:microsoft.com/office/officeart/2005/8/layout/target3"/>
    <dgm:cxn modelId="{3566C27E-54F0-4318-B356-020E2A17F6B0}" type="presOf" srcId="{A6C4BDBD-7EA9-4B36-8A5C-1625DB74A6D8}" destId="{294589C9-329B-407D-9C0F-92F77E77CBAB}" srcOrd="0" destOrd="0" presId="urn:microsoft.com/office/officeart/2005/8/layout/target3"/>
    <dgm:cxn modelId="{ACFD00DF-B4C5-4CEF-B65C-57E4DBFD098C}" type="presOf" srcId="{BAC7BDF9-7757-473F-84D4-1BCB04CCBC8D}" destId="{B6B7DEA7-71E6-4400-B7E5-37995D28EB61}" srcOrd="0" destOrd="0" presId="urn:microsoft.com/office/officeart/2005/8/layout/target3"/>
    <dgm:cxn modelId="{3F804C85-8681-47D9-9A9C-947F72AFF1B4}" type="presParOf" srcId="{B6B7DEA7-71E6-4400-B7E5-37995D28EB61}" destId="{5EB20240-0911-462A-8921-0BFCB4EF531A}" srcOrd="0" destOrd="0" presId="urn:microsoft.com/office/officeart/2005/8/layout/target3"/>
    <dgm:cxn modelId="{B90C649B-31BE-48AD-808C-532F9C24C5EB}" type="presParOf" srcId="{B6B7DEA7-71E6-4400-B7E5-37995D28EB61}" destId="{AE7E1D48-4A65-48C8-B878-FC848F3E8A12}" srcOrd="1" destOrd="0" presId="urn:microsoft.com/office/officeart/2005/8/layout/target3"/>
    <dgm:cxn modelId="{F8F3C925-51BC-41A0-8DAC-46E99C6DD330}" type="presParOf" srcId="{B6B7DEA7-71E6-4400-B7E5-37995D28EB61}" destId="{294589C9-329B-407D-9C0F-92F77E77CBAB}" srcOrd="2" destOrd="0" presId="urn:microsoft.com/office/officeart/2005/8/layout/target3"/>
    <dgm:cxn modelId="{90EA5002-761E-4293-A82B-BD6108DA3948}" type="presParOf" srcId="{B6B7DEA7-71E6-4400-B7E5-37995D28EB61}" destId="{AB82033C-AA91-4817-951A-254F9717F0B1}"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5.xml><?xml version="1.0" encoding="utf-8"?>
<dgm:dataModel xmlns:dgm="http://schemas.openxmlformats.org/drawingml/2006/diagram" xmlns:a="http://schemas.openxmlformats.org/drawingml/2006/main">
  <dgm:ptLst>
    <dgm:pt modelId="{BAC7BDF9-7757-473F-84D4-1BCB04CCBC8D}" type="doc">
      <dgm:prSet loTypeId="urn:microsoft.com/office/officeart/2005/8/layout/target3" loCatId="relationship" qsTypeId="urn:microsoft.com/office/officeart/2005/8/quickstyle/simple1" qsCatId="simple" csTypeId="urn:microsoft.com/office/officeart/2005/8/colors/accent1_2" csCatId="accent1" phldr="1"/>
      <dgm:spPr/>
      <dgm:t>
        <a:bodyPr/>
        <a:lstStyle/>
        <a:p>
          <a:endParaRPr lang="en-MW"/>
        </a:p>
      </dgm:t>
    </dgm:pt>
    <dgm:pt modelId="{A6C4BDBD-7EA9-4B36-8A5C-1625DB74A6D8}">
      <dgm:prSet/>
      <dgm:spPr/>
      <dgm:t>
        <a:bodyPr/>
        <a:lstStyle/>
        <a:p>
          <a:r>
            <a:rPr lang="en-US" dirty="0"/>
            <a:t>Folders</a:t>
          </a:r>
          <a:endParaRPr lang="en-MW" dirty="0"/>
        </a:p>
      </dgm:t>
    </dgm:pt>
    <dgm:pt modelId="{4E8D2F74-1910-49E0-82B1-D1395E273DF4}" type="parTrans" cxnId="{FC60A439-2A26-4950-94FD-C401749E73A1}">
      <dgm:prSet/>
      <dgm:spPr/>
      <dgm:t>
        <a:bodyPr/>
        <a:lstStyle/>
        <a:p>
          <a:endParaRPr lang="en-MW"/>
        </a:p>
      </dgm:t>
    </dgm:pt>
    <dgm:pt modelId="{3E9A44E3-C1FA-4277-BF4F-16E757E41D34}" type="sibTrans" cxnId="{FC60A439-2A26-4950-94FD-C401749E73A1}">
      <dgm:prSet/>
      <dgm:spPr/>
      <dgm:t>
        <a:bodyPr/>
        <a:lstStyle/>
        <a:p>
          <a:endParaRPr lang="en-MW"/>
        </a:p>
      </dgm:t>
    </dgm:pt>
    <dgm:pt modelId="{B6B7DEA7-71E6-4400-B7E5-37995D28EB61}" type="pres">
      <dgm:prSet presAssocID="{BAC7BDF9-7757-473F-84D4-1BCB04CCBC8D}" presName="Name0" presStyleCnt="0">
        <dgm:presLayoutVars>
          <dgm:chMax val="7"/>
          <dgm:dir/>
          <dgm:animLvl val="lvl"/>
          <dgm:resizeHandles val="exact"/>
        </dgm:presLayoutVars>
      </dgm:prSet>
      <dgm:spPr/>
    </dgm:pt>
    <dgm:pt modelId="{5EB20240-0911-462A-8921-0BFCB4EF531A}" type="pres">
      <dgm:prSet presAssocID="{A6C4BDBD-7EA9-4B36-8A5C-1625DB74A6D8}" presName="circle1" presStyleLbl="node1" presStyleIdx="0" presStyleCnt="1"/>
      <dgm:spPr/>
    </dgm:pt>
    <dgm:pt modelId="{AE7E1D48-4A65-48C8-B878-FC848F3E8A12}" type="pres">
      <dgm:prSet presAssocID="{A6C4BDBD-7EA9-4B36-8A5C-1625DB74A6D8}" presName="space" presStyleCnt="0"/>
      <dgm:spPr/>
    </dgm:pt>
    <dgm:pt modelId="{294589C9-329B-407D-9C0F-92F77E77CBAB}" type="pres">
      <dgm:prSet presAssocID="{A6C4BDBD-7EA9-4B36-8A5C-1625DB74A6D8}" presName="rect1" presStyleLbl="alignAcc1" presStyleIdx="0" presStyleCnt="1"/>
      <dgm:spPr/>
    </dgm:pt>
    <dgm:pt modelId="{AB82033C-AA91-4817-951A-254F9717F0B1}" type="pres">
      <dgm:prSet presAssocID="{A6C4BDBD-7EA9-4B36-8A5C-1625DB74A6D8}" presName="rect1ParTxNoCh" presStyleLbl="alignAcc1" presStyleIdx="0" presStyleCnt="1">
        <dgm:presLayoutVars>
          <dgm:chMax val="1"/>
          <dgm:bulletEnabled val="1"/>
        </dgm:presLayoutVars>
      </dgm:prSet>
      <dgm:spPr/>
    </dgm:pt>
  </dgm:ptLst>
  <dgm:cxnLst>
    <dgm:cxn modelId="{FC60A439-2A26-4950-94FD-C401749E73A1}" srcId="{BAC7BDF9-7757-473F-84D4-1BCB04CCBC8D}" destId="{A6C4BDBD-7EA9-4B36-8A5C-1625DB74A6D8}" srcOrd="0" destOrd="0" parTransId="{4E8D2F74-1910-49E0-82B1-D1395E273DF4}" sibTransId="{3E9A44E3-C1FA-4277-BF4F-16E757E41D34}"/>
    <dgm:cxn modelId="{DA97155E-CD74-4D8A-B3E7-A9A9C8090D58}" type="presOf" srcId="{A6C4BDBD-7EA9-4B36-8A5C-1625DB74A6D8}" destId="{AB82033C-AA91-4817-951A-254F9717F0B1}" srcOrd="1" destOrd="0" presId="urn:microsoft.com/office/officeart/2005/8/layout/target3"/>
    <dgm:cxn modelId="{3566C27E-54F0-4318-B356-020E2A17F6B0}" type="presOf" srcId="{A6C4BDBD-7EA9-4B36-8A5C-1625DB74A6D8}" destId="{294589C9-329B-407D-9C0F-92F77E77CBAB}" srcOrd="0" destOrd="0" presId="urn:microsoft.com/office/officeart/2005/8/layout/target3"/>
    <dgm:cxn modelId="{ACFD00DF-B4C5-4CEF-B65C-57E4DBFD098C}" type="presOf" srcId="{BAC7BDF9-7757-473F-84D4-1BCB04CCBC8D}" destId="{B6B7DEA7-71E6-4400-B7E5-37995D28EB61}" srcOrd="0" destOrd="0" presId="urn:microsoft.com/office/officeart/2005/8/layout/target3"/>
    <dgm:cxn modelId="{3F804C85-8681-47D9-9A9C-947F72AFF1B4}" type="presParOf" srcId="{B6B7DEA7-71E6-4400-B7E5-37995D28EB61}" destId="{5EB20240-0911-462A-8921-0BFCB4EF531A}" srcOrd="0" destOrd="0" presId="urn:microsoft.com/office/officeart/2005/8/layout/target3"/>
    <dgm:cxn modelId="{B90C649B-31BE-48AD-808C-532F9C24C5EB}" type="presParOf" srcId="{B6B7DEA7-71E6-4400-B7E5-37995D28EB61}" destId="{AE7E1D48-4A65-48C8-B878-FC848F3E8A12}" srcOrd="1" destOrd="0" presId="urn:microsoft.com/office/officeart/2005/8/layout/target3"/>
    <dgm:cxn modelId="{F8F3C925-51BC-41A0-8DAC-46E99C6DD330}" type="presParOf" srcId="{B6B7DEA7-71E6-4400-B7E5-37995D28EB61}" destId="{294589C9-329B-407D-9C0F-92F77E77CBAB}" srcOrd="2" destOrd="0" presId="urn:microsoft.com/office/officeart/2005/8/layout/target3"/>
    <dgm:cxn modelId="{90EA5002-761E-4293-A82B-BD6108DA3948}" type="presParOf" srcId="{B6B7DEA7-71E6-4400-B7E5-37995D28EB61}" destId="{AB82033C-AA91-4817-951A-254F9717F0B1}"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6.xml><?xml version="1.0" encoding="utf-8"?>
<dgm:dataModel xmlns:dgm="http://schemas.openxmlformats.org/drawingml/2006/diagram" xmlns:a="http://schemas.openxmlformats.org/drawingml/2006/main">
  <dgm:ptLst>
    <dgm:pt modelId="{E392C2DC-36FA-44C3-8F43-B6F01EB31831}" type="doc">
      <dgm:prSet loTypeId="urn:microsoft.com/office/officeart/2005/8/layout/target3" loCatId="relationship" qsTypeId="urn:microsoft.com/office/officeart/2005/8/quickstyle/simple1" qsCatId="simple" csTypeId="urn:microsoft.com/office/officeart/2005/8/colors/accent1_2" csCatId="accent1"/>
      <dgm:spPr/>
      <dgm:t>
        <a:bodyPr/>
        <a:lstStyle/>
        <a:p>
          <a:endParaRPr lang="en-MW"/>
        </a:p>
      </dgm:t>
    </dgm:pt>
    <dgm:pt modelId="{0C9D379E-313C-4B73-8597-DC856836769C}">
      <dgm:prSet/>
      <dgm:spPr/>
      <dgm:t>
        <a:bodyPr/>
        <a:lstStyle/>
        <a:p>
          <a:r>
            <a:rPr lang="en-US"/>
            <a:t>Folders </a:t>
          </a:r>
          <a:endParaRPr lang="en-MW"/>
        </a:p>
      </dgm:t>
    </dgm:pt>
    <dgm:pt modelId="{9E06BAD1-8395-4881-9928-D18DE5262BB0}" type="parTrans" cxnId="{F62D5099-3217-4730-BE01-39E952DD211A}">
      <dgm:prSet/>
      <dgm:spPr/>
      <dgm:t>
        <a:bodyPr/>
        <a:lstStyle/>
        <a:p>
          <a:endParaRPr lang="en-MW"/>
        </a:p>
      </dgm:t>
    </dgm:pt>
    <dgm:pt modelId="{4000FD46-A617-4872-B611-884427E1EDE2}" type="sibTrans" cxnId="{F62D5099-3217-4730-BE01-39E952DD211A}">
      <dgm:prSet/>
      <dgm:spPr/>
      <dgm:t>
        <a:bodyPr/>
        <a:lstStyle/>
        <a:p>
          <a:endParaRPr lang="en-MW"/>
        </a:p>
      </dgm:t>
    </dgm:pt>
    <dgm:pt modelId="{9535C558-21AA-40B3-8009-849256C1A3E1}" type="pres">
      <dgm:prSet presAssocID="{E392C2DC-36FA-44C3-8F43-B6F01EB31831}" presName="Name0" presStyleCnt="0">
        <dgm:presLayoutVars>
          <dgm:chMax val="7"/>
          <dgm:dir/>
          <dgm:animLvl val="lvl"/>
          <dgm:resizeHandles val="exact"/>
        </dgm:presLayoutVars>
      </dgm:prSet>
      <dgm:spPr/>
    </dgm:pt>
    <dgm:pt modelId="{3313557F-15A3-400C-9068-653B7ADF22B4}" type="pres">
      <dgm:prSet presAssocID="{0C9D379E-313C-4B73-8597-DC856836769C}" presName="circle1" presStyleLbl="node1" presStyleIdx="0" presStyleCnt="1"/>
      <dgm:spPr/>
    </dgm:pt>
    <dgm:pt modelId="{AE742CFD-3D0C-4918-98E5-3990704C3FBA}" type="pres">
      <dgm:prSet presAssocID="{0C9D379E-313C-4B73-8597-DC856836769C}" presName="space" presStyleCnt="0"/>
      <dgm:spPr/>
    </dgm:pt>
    <dgm:pt modelId="{FC829425-D3E5-4A31-BA5F-1AAD42AF34DF}" type="pres">
      <dgm:prSet presAssocID="{0C9D379E-313C-4B73-8597-DC856836769C}" presName="rect1" presStyleLbl="alignAcc1" presStyleIdx="0" presStyleCnt="1"/>
      <dgm:spPr/>
    </dgm:pt>
    <dgm:pt modelId="{9714DE94-388D-4AC5-9301-0FF9D9407CF3}" type="pres">
      <dgm:prSet presAssocID="{0C9D379E-313C-4B73-8597-DC856836769C}" presName="rect1ParTxNoCh" presStyleLbl="alignAcc1" presStyleIdx="0" presStyleCnt="1">
        <dgm:presLayoutVars>
          <dgm:chMax val="1"/>
          <dgm:bulletEnabled val="1"/>
        </dgm:presLayoutVars>
      </dgm:prSet>
      <dgm:spPr/>
    </dgm:pt>
  </dgm:ptLst>
  <dgm:cxnLst>
    <dgm:cxn modelId="{3A1D2509-CC2F-4CD4-86F4-D7EF3793CDA7}" type="presOf" srcId="{0C9D379E-313C-4B73-8597-DC856836769C}" destId="{9714DE94-388D-4AC5-9301-0FF9D9407CF3}" srcOrd="1" destOrd="0" presId="urn:microsoft.com/office/officeart/2005/8/layout/target3"/>
    <dgm:cxn modelId="{06899C17-F31F-4D01-A4A3-6FA51467A436}" type="presOf" srcId="{0C9D379E-313C-4B73-8597-DC856836769C}" destId="{FC829425-D3E5-4A31-BA5F-1AAD42AF34DF}" srcOrd="0" destOrd="0" presId="urn:microsoft.com/office/officeart/2005/8/layout/target3"/>
    <dgm:cxn modelId="{F62D5099-3217-4730-BE01-39E952DD211A}" srcId="{E392C2DC-36FA-44C3-8F43-B6F01EB31831}" destId="{0C9D379E-313C-4B73-8597-DC856836769C}" srcOrd="0" destOrd="0" parTransId="{9E06BAD1-8395-4881-9928-D18DE5262BB0}" sibTransId="{4000FD46-A617-4872-B611-884427E1EDE2}"/>
    <dgm:cxn modelId="{99A6489D-4FC7-429F-8ABF-7B7B3DD738E0}" type="presOf" srcId="{E392C2DC-36FA-44C3-8F43-B6F01EB31831}" destId="{9535C558-21AA-40B3-8009-849256C1A3E1}" srcOrd="0" destOrd="0" presId="urn:microsoft.com/office/officeart/2005/8/layout/target3"/>
    <dgm:cxn modelId="{2AF6C0F5-E9BF-4A76-B123-208A5EB50702}" type="presParOf" srcId="{9535C558-21AA-40B3-8009-849256C1A3E1}" destId="{3313557F-15A3-400C-9068-653B7ADF22B4}" srcOrd="0" destOrd="0" presId="urn:microsoft.com/office/officeart/2005/8/layout/target3"/>
    <dgm:cxn modelId="{A159C3F7-D4AE-4663-BA5E-A471C7889003}" type="presParOf" srcId="{9535C558-21AA-40B3-8009-849256C1A3E1}" destId="{AE742CFD-3D0C-4918-98E5-3990704C3FBA}" srcOrd="1" destOrd="0" presId="urn:microsoft.com/office/officeart/2005/8/layout/target3"/>
    <dgm:cxn modelId="{FBCF03B0-AE58-4132-86E3-865DDCB0681B}" type="presParOf" srcId="{9535C558-21AA-40B3-8009-849256C1A3E1}" destId="{FC829425-D3E5-4A31-BA5F-1AAD42AF34DF}" srcOrd="2" destOrd="0" presId="urn:microsoft.com/office/officeart/2005/8/layout/target3"/>
    <dgm:cxn modelId="{10E95028-1D48-45E4-B1DA-FA68C90BB42F}" type="presParOf" srcId="{9535C558-21AA-40B3-8009-849256C1A3E1}" destId="{9714DE94-388D-4AC5-9301-0FF9D9407CF3}"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7.xml><?xml version="1.0" encoding="utf-8"?>
<dgm:dataModel xmlns:dgm="http://schemas.openxmlformats.org/drawingml/2006/diagram" xmlns:a="http://schemas.openxmlformats.org/drawingml/2006/main">
  <dgm:ptLst>
    <dgm:pt modelId="{0E95CE6E-7DA9-4199-B465-7CDB9E9DAD2C}" type="doc">
      <dgm:prSet loTypeId="urn:microsoft.com/office/officeart/2005/8/layout/target3" loCatId="relationship" qsTypeId="urn:microsoft.com/office/officeart/2005/8/quickstyle/simple1" qsCatId="simple" csTypeId="urn:microsoft.com/office/officeart/2005/8/colors/accent1_2" csCatId="accent1"/>
      <dgm:spPr/>
      <dgm:t>
        <a:bodyPr/>
        <a:lstStyle/>
        <a:p>
          <a:endParaRPr lang="en-MW"/>
        </a:p>
      </dgm:t>
    </dgm:pt>
    <dgm:pt modelId="{C579B112-D6DD-4976-80E3-9537EE46A0E3}">
      <dgm:prSet/>
      <dgm:spPr/>
      <dgm:t>
        <a:bodyPr/>
        <a:lstStyle/>
        <a:p>
          <a:r>
            <a:rPr lang="en-US"/>
            <a:t>Libraries </a:t>
          </a:r>
          <a:endParaRPr lang="en-MW"/>
        </a:p>
      </dgm:t>
    </dgm:pt>
    <dgm:pt modelId="{D9B558D4-73F4-4C0A-84AF-2F08A491B2FD}" type="parTrans" cxnId="{F69EE3A0-5F89-485C-9D0B-595BD9FA4964}">
      <dgm:prSet/>
      <dgm:spPr/>
      <dgm:t>
        <a:bodyPr/>
        <a:lstStyle/>
        <a:p>
          <a:endParaRPr lang="en-MW"/>
        </a:p>
      </dgm:t>
    </dgm:pt>
    <dgm:pt modelId="{21877518-BA14-4A2F-A80C-EE82E07F664D}" type="sibTrans" cxnId="{F69EE3A0-5F89-485C-9D0B-595BD9FA4964}">
      <dgm:prSet/>
      <dgm:spPr/>
      <dgm:t>
        <a:bodyPr/>
        <a:lstStyle/>
        <a:p>
          <a:endParaRPr lang="en-MW"/>
        </a:p>
      </dgm:t>
    </dgm:pt>
    <dgm:pt modelId="{B5ED6215-FADD-4CC2-BEF2-DBEF3168DFB6}" type="pres">
      <dgm:prSet presAssocID="{0E95CE6E-7DA9-4199-B465-7CDB9E9DAD2C}" presName="Name0" presStyleCnt="0">
        <dgm:presLayoutVars>
          <dgm:chMax val="7"/>
          <dgm:dir/>
          <dgm:animLvl val="lvl"/>
          <dgm:resizeHandles val="exact"/>
        </dgm:presLayoutVars>
      </dgm:prSet>
      <dgm:spPr/>
    </dgm:pt>
    <dgm:pt modelId="{F14EC5F9-14C5-4A8B-B68A-53A51D20D087}" type="pres">
      <dgm:prSet presAssocID="{C579B112-D6DD-4976-80E3-9537EE46A0E3}" presName="circle1" presStyleLbl="node1" presStyleIdx="0" presStyleCnt="1"/>
      <dgm:spPr/>
    </dgm:pt>
    <dgm:pt modelId="{1D5D4783-F0CD-46A9-9042-FD7D017159CD}" type="pres">
      <dgm:prSet presAssocID="{C579B112-D6DD-4976-80E3-9537EE46A0E3}" presName="space" presStyleCnt="0"/>
      <dgm:spPr/>
    </dgm:pt>
    <dgm:pt modelId="{A002F301-BE99-4FD8-AB9A-36876270804A}" type="pres">
      <dgm:prSet presAssocID="{C579B112-D6DD-4976-80E3-9537EE46A0E3}" presName="rect1" presStyleLbl="alignAcc1" presStyleIdx="0" presStyleCnt="1"/>
      <dgm:spPr/>
    </dgm:pt>
    <dgm:pt modelId="{E9663581-E698-4695-AA1B-58908F98423C}" type="pres">
      <dgm:prSet presAssocID="{C579B112-D6DD-4976-80E3-9537EE46A0E3}" presName="rect1ParTxNoCh" presStyleLbl="alignAcc1" presStyleIdx="0" presStyleCnt="1">
        <dgm:presLayoutVars>
          <dgm:chMax val="1"/>
          <dgm:bulletEnabled val="1"/>
        </dgm:presLayoutVars>
      </dgm:prSet>
      <dgm:spPr/>
    </dgm:pt>
  </dgm:ptLst>
  <dgm:cxnLst>
    <dgm:cxn modelId="{890BFB73-FD81-4AE7-A098-C97F9CA65C62}" type="presOf" srcId="{C579B112-D6DD-4976-80E3-9537EE46A0E3}" destId="{E9663581-E698-4695-AA1B-58908F98423C}" srcOrd="1" destOrd="0" presId="urn:microsoft.com/office/officeart/2005/8/layout/target3"/>
    <dgm:cxn modelId="{04BD969D-DCB8-4FF9-B5DA-A9BA6C5A9EBF}" type="presOf" srcId="{C579B112-D6DD-4976-80E3-9537EE46A0E3}" destId="{A002F301-BE99-4FD8-AB9A-36876270804A}" srcOrd="0" destOrd="0" presId="urn:microsoft.com/office/officeart/2005/8/layout/target3"/>
    <dgm:cxn modelId="{F69EE3A0-5F89-485C-9D0B-595BD9FA4964}" srcId="{0E95CE6E-7DA9-4199-B465-7CDB9E9DAD2C}" destId="{C579B112-D6DD-4976-80E3-9537EE46A0E3}" srcOrd="0" destOrd="0" parTransId="{D9B558D4-73F4-4C0A-84AF-2F08A491B2FD}" sibTransId="{21877518-BA14-4A2F-A80C-EE82E07F664D}"/>
    <dgm:cxn modelId="{B64FA8BE-EFB9-4409-87D4-1A719B0A18BF}" type="presOf" srcId="{0E95CE6E-7DA9-4199-B465-7CDB9E9DAD2C}" destId="{B5ED6215-FADD-4CC2-BEF2-DBEF3168DFB6}" srcOrd="0" destOrd="0" presId="urn:microsoft.com/office/officeart/2005/8/layout/target3"/>
    <dgm:cxn modelId="{15473686-979B-4D7D-859F-8A69D8A26983}" type="presParOf" srcId="{B5ED6215-FADD-4CC2-BEF2-DBEF3168DFB6}" destId="{F14EC5F9-14C5-4A8B-B68A-53A51D20D087}" srcOrd="0" destOrd="0" presId="urn:microsoft.com/office/officeart/2005/8/layout/target3"/>
    <dgm:cxn modelId="{D67CCDFA-0862-4879-B170-86E0C4772927}" type="presParOf" srcId="{B5ED6215-FADD-4CC2-BEF2-DBEF3168DFB6}" destId="{1D5D4783-F0CD-46A9-9042-FD7D017159CD}" srcOrd="1" destOrd="0" presId="urn:microsoft.com/office/officeart/2005/8/layout/target3"/>
    <dgm:cxn modelId="{40EF0DD9-1277-4550-9819-903A5307D605}" type="presParOf" srcId="{B5ED6215-FADD-4CC2-BEF2-DBEF3168DFB6}" destId="{A002F301-BE99-4FD8-AB9A-36876270804A}" srcOrd="2" destOrd="0" presId="urn:microsoft.com/office/officeart/2005/8/layout/target3"/>
    <dgm:cxn modelId="{02019E2F-EF17-44A8-B03E-2195A583C844}" type="presParOf" srcId="{B5ED6215-FADD-4CC2-BEF2-DBEF3168DFB6}" destId="{E9663581-E698-4695-AA1B-58908F98423C}"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8.xml><?xml version="1.0" encoding="utf-8"?>
<dgm:dataModel xmlns:dgm="http://schemas.openxmlformats.org/drawingml/2006/diagram" xmlns:a="http://schemas.openxmlformats.org/drawingml/2006/main">
  <dgm:ptLst>
    <dgm:pt modelId="{0E95CE6E-7DA9-4199-B465-7CDB9E9DAD2C}" type="doc">
      <dgm:prSet loTypeId="urn:microsoft.com/office/officeart/2005/8/layout/target3" loCatId="relationship" qsTypeId="urn:microsoft.com/office/officeart/2005/8/quickstyle/simple1" qsCatId="simple" csTypeId="urn:microsoft.com/office/officeart/2005/8/colors/accent1_2" csCatId="accent1" phldr="1"/>
      <dgm:spPr/>
      <dgm:t>
        <a:bodyPr/>
        <a:lstStyle/>
        <a:p>
          <a:endParaRPr lang="en-MW"/>
        </a:p>
      </dgm:t>
    </dgm:pt>
    <dgm:pt modelId="{C579B112-D6DD-4976-80E3-9537EE46A0E3}">
      <dgm:prSet/>
      <dgm:spPr/>
      <dgm:t>
        <a:bodyPr/>
        <a:lstStyle/>
        <a:p>
          <a:r>
            <a:rPr lang="en-US" b="1" dirty="0"/>
            <a:t>Using libraries to access your files and folders</a:t>
          </a:r>
          <a:r>
            <a:rPr lang="en-US" dirty="0"/>
            <a:t> </a:t>
          </a:r>
          <a:endParaRPr lang="en-MW" dirty="0"/>
        </a:p>
      </dgm:t>
    </dgm:pt>
    <dgm:pt modelId="{D9B558D4-73F4-4C0A-84AF-2F08A491B2FD}" type="parTrans" cxnId="{F69EE3A0-5F89-485C-9D0B-595BD9FA4964}">
      <dgm:prSet/>
      <dgm:spPr/>
      <dgm:t>
        <a:bodyPr/>
        <a:lstStyle/>
        <a:p>
          <a:endParaRPr lang="en-MW"/>
        </a:p>
      </dgm:t>
    </dgm:pt>
    <dgm:pt modelId="{21877518-BA14-4A2F-A80C-EE82E07F664D}" type="sibTrans" cxnId="{F69EE3A0-5F89-485C-9D0B-595BD9FA4964}">
      <dgm:prSet/>
      <dgm:spPr/>
      <dgm:t>
        <a:bodyPr/>
        <a:lstStyle/>
        <a:p>
          <a:endParaRPr lang="en-MW"/>
        </a:p>
      </dgm:t>
    </dgm:pt>
    <dgm:pt modelId="{B5ED6215-FADD-4CC2-BEF2-DBEF3168DFB6}" type="pres">
      <dgm:prSet presAssocID="{0E95CE6E-7DA9-4199-B465-7CDB9E9DAD2C}" presName="Name0" presStyleCnt="0">
        <dgm:presLayoutVars>
          <dgm:chMax val="7"/>
          <dgm:dir/>
          <dgm:animLvl val="lvl"/>
          <dgm:resizeHandles val="exact"/>
        </dgm:presLayoutVars>
      </dgm:prSet>
      <dgm:spPr/>
    </dgm:pt>
    <dgm:pt modelId="{F14EC5F9-14C5-4A8B-B68A-53A51D20D087}" type="pres">
      <dgm:prSet presAssocID="{C579B112-D6DD-4976-80E3-9537EE46A0E3}" presName="circle1" presStyleLbl="node1" presStyleIdx="0" presStyleCnt="1"/>
      <dgm:spPr/>
    </dgm:pt>
    <dgm:pt modelId="{1D5D4783-F0CD-46A9-9042-FD7D017159CD}" type="pres">
      <dgm:prSet presAssocID="{C579B112-D6DD-4976-80E3-9537EE46A0E3}" presName="space" presStyleCnt="0"/>
      <dgm:spPr/>
    </dgm:pt>
    <dgm:pt modelId="{A002F301-BE99-4FD8-AB9A-36876270804A}" type="pres">
      <dgm:prSet presAssocID="{C579B112-D6DD-4976-80E3-9537EE46A0E3}" presName="rect1" presStyleLbl="alignAcc1" presStyleIdx="0" presStyleCnt="1" custLinFactNeighborX="-304" custLinFactNeighborY="-17246"/>
      <dgm:spPr/>
    </dgm:pt>
    <dgm:pt modelId="{E9663581-E698-4695-AA1B-58908F98423C}" type="pres">
      <dgm:prSet presAssocID="{C579B112-D6DD-4976-80E3-9537EE46A0E3}" presName="rect1ParTxNoCh" presStyleLbl="alignAcc1" presStyleIdx="0" presStyleCnt="1">
        <dgm:presLayoutVars>
          <dgm:chMax val="1"/>
          <dgm:bulletEnabled val="1"/>
        </dgm:presLayoutVars>
      </dgm:prSet>
      <dgm:spPr/>
    </dgm:pt>
  </dgm:ptLst>
  <dgm:cxnLst>
    <dgm:cxn modelId="{890BFB73-FD81-4AE7-A098-C97F9CA65C62}" type="presOf" srcId="{C579B112-D6DD-4976-80E3-9537EE46A0E3}" destId="{E9663581-E698-4695-AA1B-58908F98423C}" srcOrd="1" destOrd="0" presId="urn:microsoft.com/office/officeart/2005/8/layout/target3"/>
    <dgm:cxn modelId="{04BD969D-DCB8-4FF9-B5DA-A9BA6C5A9EBF}" type="presOf" srcId="{C579B112-D6DD-4976-80E3-9537EE46A0E3}" destId="{A002F301-BE99-4FD8-AB9A-36876270804A}" srcOrd="0" destOrd="0" presId="urn:microsoft.com/office/officeart/2005/8/layout/target3"/>
    <dgm:cxn modelId="{F69EE3A0-5F89-485C-9D0B-595BD9FA4964}" srcId="{0E95CE6E-7DA9-4199-B465-7CDB9E9DAD2C}" destId="{C579B112-D6DD-4976-80E3-9537EE46A0E3}" srcOrd="0" destOrd="0" parTransId="{D9B558D4-73F4-4C0A-84AF-2F08A491B2FD}" sibTransId="{21877518-BA14-4A2F-A80C-EE82E07F664D}"/>
    <dgm:cxn modelId="{B64FA8BE-EFB9-4409-87D4-1A719B0A18BF}" type="presOf" srcId="{0E95CE6E-7DA9-4199-B465-7CDB9E9DAD2C}" destId="{B5ED6215-FADD-4CC2-BEF2-DBEF3168DFB6}" srcOrd="0" destOrd="0" presId="urn:microsoft.com/office/officeart/2005/8/layout/target3"/>
    <dgm:cxn modelId="{15473686-979B-4D7D-859F-8A69D8A26983}" type="presParOf" srcId="{B5ED6215-FADD-4CC2-BEF2-DBEF3168DFB6}" destId="{F14EC5F9-14C5-4A8B-B68A-53A51D20D087}" srcOrd="0" destOrd="0" presId="urn:microsoft.com/office/officeart/2005/8/layout/target3"/>
    <dgm:cxn modelId="{D67CCDFA-0862-4879-B170-86E0C4772927}" type="presParOf" srcId="{B5ED6215-FADD-4CC2-BEF2-DBEF3168DFB6}" destId="{1D5D4783-F0CD-46A9-9042-FD7D017159CD}" srcOrd="1" destOrd="0" presId="urn:microsoft.com/office/officeart/2005/8/layout/target3"/>
    <dgm:cxn modelId="{40EF0DD9-1277-4550-9819-903A5307D605}" type="presParOf" srcId="{B5ED6215-FADD-4CC2-BEF2-DBEF3168DFB6}" destId="{A002F301-BE99-4FD8-AB9A-36876270804A}" srcOrd="2" destOrd="0" presId="urn:microsoft.com/office/officeart/2005/8/layout/target3"/>
    <dgm:cxn modelId="{02019E2F-EF17-44A8-B03E-2195A583C844}" type="presParOf" srcId="{B5ED6215-FADD-4CC2-BEF2-DBEF3168DFB6}" destId="{E9663581-E698-4695-AA1B-58908F98423C}"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9E69C9-9FA2-46C9-A6EC-14DA643AD036}">
      <dsp:nvSpPr>
        <dsp:cNvPr id="0" name=""/>
        <dsp:cNvSpPr/>
      </dsp:nvSpPr>
      <dsp:spPr>
        <a:xfrm>
          <a:off x="0" y="449816"/>
          <a:ext cx="10429461" cy="13911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0980" tIns="220980" rIns="220980" bIns="220980" numCol="1" spcCol="1270" anchor="ctr" anchorCtr="0">
          <a:noAutofit/>
        </a:bodyPr>
        <a:lstStyle/>
        <a:p>
          <a:pPr marL="0" lvl="0" indent="0" algn="l" defTabSz="2578100">
            <a:lnSpc>
              <a:spcPct val="90000"/>
            </a:lnSpc>
            <a:spcBef>
              <a:spcPct val="0"/>
            </a:spcBef>
            <a:spcAft>
              <a:spcPct val="35000"/>
            </a:spcAft>
            <a:buNone/>
          </a:pPr>
          <a:r>
            <a:rPr lang="en-US" sz="5800" kern="1200" dirty="0"/>
            <a:t>INTRODUCTION TO COMPUTERS</a:t>
          </a:r>
          <a:endParaRPr lang="en-MW" sz="5800" kern="1200" dirty="0"/>
        </a:p>
      </dsp:txBody>
      <dsp:txXfrm>
        <a:off x="67909" y="517725"/>
        <a:ext cx="10293643" cy="12553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4D46F9-AD7A-4571-B616-5DFFFA0646D1}">
      <dsp:nvSpPr>
        <dsp:cNvPr id="0" name=""/>
        <dsp:cNvSpPr/>
      </dsp:nvSpPr>
      <dsp:spPr>
        <a:xfrm>
          <a:off x="0" y="0"/>
          <a:ext cx="1325563" cy="1325563"/>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42A95F0-0E82-4D45-BD5E-66A3062701FD}">
      <dsp:nvSpPr>
        <dsp:cNvPr id="0" name=""/>
        <dsp:cNvSpPr/>
      </dsp:nvSpPr>
      <dsp:spPr>
        <a:xfrm>
          <a:off x="662781" y="0"/>
          <a:ext cx="9852818" cy="1325563"/>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32410" tIns="232410" rIns="232410" bIns="232410" numCol="1" spcCol="1270" anchor="ctr" anchorCtr="0">
          <a:noAutofit/>
        </a:bodyPr>
        <a:lstStyle/>
        <a:p>
          <a:pPr marL="0" lvl="0" indent="0" algn="ctr" defTabSz="2711450">
            <a:lnSpc>
              <a:spcPct val="90000"/>
            </a:lnSpc>
            <a:spcBef>
              <a:spcPct val="0"/>
            </a:spcBef>
            <a:spcAft>
              <a:spcPct val="35000"/>
            </a:spcAft>
            <a:buNone/>
          </a:pPr>
          <a:r>
            <a:rPr lang="en-US" sz="6100" kern="1200"/>
            <a:t>Overview </a:t>
          </a:r>
          <a:endParaRPr lang="en-MW" sz="6100" kern="1200"/>
        </a:p>
      </dsp:txBody>
      <dsp:txXfrm>
        <a:off x="662781" y="0"/>
        <a:ext cx="9852818" cy="132556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6B47DF-2761-45B1-8446-E292BBEACE6C}">
      <dsp:nvSpPr>
        <dsp:cNvPr id="0" name=""/>
        <dsp:cNvSpPr/>
      </dsp:nvSpPr>
      <dsp:spPr>
        <a:xfrm>
          <a:off x="0" y="0"/>
          <a:ext cx="1325563" cy="1325563"/>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E8B770A-948C-43BE-84E8-C3277B491A57}">
      <dsp:nvSpPr>
        <dsp:cNvPr id="0" name=""/>
        <dsp:cNvSpPr/>
      </dsp:nvSpPr>
      <dsp:spPr>
        <a:xfrm>
          <a:off x="662781" y="0"/>
          <a:ext cx="9852818" cy="1325563"/>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32410" tIns="232410" rIns="232410" bIns="232410" numCol="1" spcCol="1270" anchor="ctr" anchorCtr="0">
          <a:noAutofit/>
        </a:bodyPr>
        <a:lstStyle/>
        <a:p>
          <a:pPr marL="0" lvl="0" indent="0" algn="ctr" defTabSz="2711450">
            <a:lnSpc>
              <a:spcPct val="90000"/>
            </a:lnSpc>
            <a:spcBef>
              <a:spcPct val="0"/>
            </a:spcBef>
            <a:spcAft>
              <a:spcPct val="35000"/>
            </a:spcAft>
            <a:buNone/>
          </a:pPr>
          <a:r>
            <a:rPr lang="en-US" sz="6100" kern="1200" dirty="0"/>
            <a:t>Computer</a:t>
          </a:r>
          <a:endParaRPr lang="en-MW" sz="6100" kern="1200" dirty="0"/>
        </a:p>
      </dsp:txBody>
      <dsp:txXfrm>
        <a:off x="662781" y="0"/>
        <a:ext cx="9852818" cy="132556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302D3C-872C-4C21-A721-D1C75A0D95F2}">
      <dsp:nvSpPr>
        <dsp:cNvPr id="0" name=""/>
        <dsp:cNvSpPr/>
      </dsp:nvSpPr>
      <dsp:spPr>
        <a:xfrm>
          <a:off x="0" y="0"/>
          <a:ext cx="1325563" cy="1325563"/>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05BB515-34EE-4F73-B361-70767040BDB5}">
      <dsp:nvSpPr>
        <dsp:cNvPr id="0" name=""/>
        <dsp:cNvSpPr/>
      </dsp:nvSpPr>
      <dsp:spPr>
        <a:xfrm>
          <a:off x="662781" y="0"/>
          <a:ext cx="9852818" cy="1325563"/>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32410" tIns="232410" rIns="232410" bIns="232410" numCol="1" spcCol="1270" anchor="ctr" anchorCtr="0">
          <a:noAutofit/>
        </a:bodyPr>
        <a:lstStyle/>
        <a:p>
          <a:pPr marL="0" lvl="0" indent="0" algn="l" defTabSz="2711450">
            <a:lnSpc>
              <a:spcPct val="90000"/>
            </a:lnSpc>
            <a:spcBef>
              <a:spcPct val="0"/>
            </a:spcBef>
            <a:spcAft>
              <a:spcPct val="35000"/>
            </a:spcAft>
            <a:buNone/>
          </a:pPr>
          <a:r>
            <a:rPr lang="en-US" sz="6100" kern="1200" dirty="0"/>
            <a:t>Parts of a computer</a:t>
          </a:r>
          <a:endParaRPr lang="en-MW" sz="6100" kern="1200" dirty="0"/>
        </a:p>
      </dsp:txBody>
      <dsp:txXfrm>
        <a:off x="662781" y="0"/>
        <a:ext cx="9852818" cy="132556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0ECFCD-0B10-4D7E-B1C6-57E08BFFD69A}">
      <dsp:nvSpPr>
        <dsp:cNvPr id="0" name=""/>
        <dsp:cNvSpPr/>
      </dsp:nvSpPr>
      <dsp:spPr>
        <a:xfrm>
          <a:off x="0" y="0"/>
          <a:ext cx="1325563" cy="1325563"/>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5F0A08F-40AD-4742-810A-7A9D71C0A981}">
      <dsp:nvSpPr>
        <dsp:cNvPr id="0" name=""/>
        <dsp:cNvSpPr/>
      </dsp:nvSpPr>
      <dsp:spPr>
        <a:xfrm>
          <a:off x="662781" y="0"/>
          <a:ext cx="9852818" cy="1325563"/>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32410" tIns="232410" rIns="232410" bIns="232410" numCol="1" spcCol="1270" anchor="ctr" anchorCtr="0">
          <a:noAutofit/>
        </a:bodyPr>
        <a:lstStyle/>
        <a:p>
          <a:pPr marL="0" lvl="0" indent="0" algn="ctr" defTabSz="2711450">
            <a:lnSpc>
              <a:spcPct val="90000"/>
            </a:lnSpc>
            <a:spcBef>
              <a:spcPct val="0"/>
            </a:spcBef>
            <a:spcAft>
              <a:spcPct val="35000"/>
            </a:spcAft>
            <a:buNone/>
          </a:pPr>
          <a:r>
            <a:rPr lang="en-US" sz="6100" kern="1200"/>
            <a:t>Software </a:t>
          </a:r>
          <a:endParaRPr lang="en-MW" sz="6100" kern="1200"/>
        </a:p>
      </dsp:txBody>
      <dsp:txXfrm>
        <a:off x="662781" y="0"/>
        <a:ext cx="9852818" cy="132556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8CDEFE-7043-4929-BDA6-3BB68447AFEE}">
      <dsp:nvSpPr>
        <dsp:cNvPr id="0" name=""/>
        <dsp:cNvSpPr/>
      </dsp:nvSpPr>
      <dsp:spPr>
        <a:xfrm>
          <a:off x="0" y="0"/>
          <a:ext cx="1325563" cy="1325563"/>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16CD523-EEBE-4330-B9F0-3FC9CA95A668}">
      <dsp:nvSpPr>
        <dsp:cNvPr id="0" name=""/>
        <dsp:cNvSpPr/>
      </dsp:nvSpPr>
      <dsp:spPr>
        <a:xfrm>
          <a:off x="662781" y="0"/>
          <a:ext cx="9852818" cy="1325563"/>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32410" tIns="232410" rIns="232410" bIns="232410" numCol="1" spcCol="1270" anchor="ctr" anchorCtr="0">
          <a:noAutofit/>
        </a:bodyPr>
        <a:lstStyle/>
        <a:p>
          <a:pPr marL="0" lvl="0" indent="0" algn="ctr" defTabSz="2711450">
            <a:lnSpc>
              <a:spcPct val="90000"/>
            </a:lnSpc>
            <a:spcBef>
              <a:spcPct val="0"/>
            </a:spcBef>
            <a:spcAft>
              <a:spcPct val="35000"/>
            </a:spcAft>
            <a:buNone/>
          </a:pPr>
          <a:r>
            <a:rPr lang="en-US" sz="6100" kern="1200"/>
            <a:t>Software cont…</a:t>
          </a:r>
          <a:endParaRPr lang="en-MW" sz="6100" kern="1200"/>
        </a:p>
      </dsp:txBody>
      <dsp:txXfrm>
        <a:off x="662781" y="0"/>
        <a:ext cx="9852818" cy="1325563"/>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8EBCA9-DA35-4CD8-A485-C9E2B52E04E7}">
      <dsp:nvSpPr>
        <dsp:cNvPr id="0" name=""/>
        <dsp:cNvSpPr/>
      </dsp:nvSpPr>
      <dsp:spPr>
        <a:xfrm>
          <a:off x="0" y="0"/>
          <a:ext cx="1325563" cy="1325563"/>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4E26EF2-048E-4971-9B61-0FCE0831D574}">
      <dsp:nvSpPr>
        <dsp:cNvPr id="0" name=""/>
        <dsp:cNvSpPr/>
      </dsp:nvSpPr>
      <dsp:spPr>
        <a:xfrm>
          <a:off x="662781" y="0"/>
          <a:ext cx="9852818" cy="1325563"/>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32410" tIns="232410" rIns="232410" bIns="232410" numCol="1" spcCol="1270" anchor="ctr" anchorCtr="0">
          <a:noAutofit/>
        </a:bodyPr>
        <a:lstStyle/>
        <a:p>
          <a:pPr marL="0" lvl="0" indent="0" algn="ctr" defTabSz="2711450">
            <a:lnSpc>
              <a:spcPct val="90000"/>
            </a:lnSpc>
            <a:spcBef>
              <a:spcPct val="0"/>
            </a:spcBef>
            <a:spcAft>
              <a:spcPct val="35000"/>
            </a:spcAft>
            <a:buNone/>
          </a:pPr>
          <a:r>
            <a:rPr lang="en-US" sz="6100" kern="1200"/>
            <a:t>Components of a computer </a:t>
          </a:r>
          <a:endParaRPr lang="en-MW" sz="6100" kern="1200"/>
        </a:p>
      </dsp:txBody>
      <dsp:txXfrm>
        <a:off x="662781" y="0"/>
        <a:ext cx="9852818" cy="1325563"/>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8EBCA9-DA35-4CD8-A485-C9E2B52E04E7}">
      <dsp:nvSpPr>
        <dsp:cNvPr id="0" name=""/>
        <dsp:cNvSpPr/>
      </dsp:nvSpPr>
      <dsp:spPr>
        <a:xfrm>
          <a:off x="0" y="0"/>
          <a:ext cx="1325563" cy="1325563"/>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4E26EF2-048E-4971-9B61-0FCE0831D574}">
      <dsp:nvSpPr>
        <dsp:cNvPr id="0" name=""/>
        <dsp:cNvSpPr/>
      </dsp:nvSpPr>
      <dsp:spPr>
        <a:xfrm>
          <a:off x="662781" y="0"/>
          <a:ext cx="9852818" cy="1325563"/>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32410" tIns="232410" rIns="232410" bIns="232410" numCol="1" spcCol="1270" anchor="ctr" anchorCtr="0">
          <a:noAutofit/>
        </a:bodyPr>
        <a:lstStyle/>
        <a:p>
          <a:pPr marL="0" lvl="0" indent="0" algn="l" defTabSz="2711450">
            <a:lnSpc>
              <a:spcPct val="90000"/>
            </a:lnSpc>
            <a:spcBef>
              <a:spcPct val="0"/>
            </a:spcBef>
            <a:spcAft>
              <a:spcPct val="35000"/>
            </a:spcAft>
            <a:buNone/>
          </a:pPr>
          <a:r>
            <a:rPr lang="en-US" sz="6100" kern="1200" dirty="0"/>
            <a:t>Input devices</a:t>
          </a:r>
          <a:endParaRPr lang="en-MW" sz="6100" kern="1200" dirty="0"/>
        </a:p>
      </dsp:txBody>
      <dsp:txXfrm>
        <a:off x="662781" y="0"/>
        <a:ext cx="9852818" cy="1325563"/>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8EBCA9-DA35-4CD8-A485-C9E2B52E04E7}">
      <dsp:nvSpPr>
        <dsp:cNvPr id="0" name=""/>
        <dsp:cNvSpPr/>
      </dsp:nvSpPr>
      <dsp:spPr>
        <a:xfrm>
          <a:off x="0" y="0"/>
          <a:ext cx="1325563" cy="1325563"/>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4E26EF2-048E-4971-9B61-0FCE0831D574}">
      <dsp:nvSpPr>
        <dsp:cNvPr id="0" name=""/>
        <dsp:cNvSpPr/>
      </dsp:nvSpPr>
      <dsp:spPr>
        <a:xfrm>
          <a:off x="662781" y="0"/>
          <a:ext cx="9852818" cy="1325563"/>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32410" tIns="232410" rIns="232410" bIns="232410" numCol="1" spcCol="1270" anchor="ctr" anchorCtr="0">
          <a:noAutofit/>
        </a:bodyPr>
        <a:lstStyle/>
        <a:p>
          <a:pPr marL="0" lvl="0" indent="0" algn="l" defTabSz="2711450">
            <a:lnSpc>
              <a:spcPct val="90000"/>
            </a:lnSpc>
            <a:spcBef>
              <a:spcPct val="0"/>
            </a:spcBef>
            <a:spcAft>
              <a:spcPct val="35000"/>
            </a:spcAft>
            <a:buNone/>
          </a:pPr>
          <a:r>
            <a:rPr lang="en-US" sz="6100" kern="1200" dirty="0"/>
            <a:t>Output devices</a:t>
          </a:r>
          <a:endParaRPr lang="en-MW" sz="6100" kern="1200" dirty="0"/>
        </a:p>
      </dsp:txBody>
      <dsp:txXfrm>
        <a:off x="662781" y="0"/>
        <a:ext cx="9852818" cy="1325563"/>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8EBCA9-DA35-4CD8-A485-C9E2B52E04E7}">
      <dsp:nvSpPr>
        <dsp:cNvPr id="0" name=""/>
        <dsp:cNvSpPr/>
      </dsp:nvSpPr>
      <dsp:spPr>
        <a:xfrm>
          <a:off x="0" y="0"/>
          <a:ext cx="1325563" cy="1325563"/>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4E26EF2-048E-4971-9B61-0FCE0831D574}">
      <dsp:nvSpPr>
        <dsp:cNvPr id="0" name=""/>
        <dsp:cNvSpPr/>
      </dsp:nvSpPr>
      <dsp:spPr>
        <a:xfrm>
          <a:off x="662781" y="0"/>
          <a:ext cx="9852818" cy="1325563"/>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32410" tIns="232410" rIns="232410" bIns="232410" numCol="1" spcCol="1270" anchor="ctr" anchorCtr="0">
          <a:noAutofit/>
        </a:bodyPr>
        <a:lstStyle/>
        <a:p>
          <a:pPr marL="0" lvl="0" indent="0" algn="l" defTabSz="2711450">
            <a:lnSpc>
              <a:spcPct val="90000"/>
            </a:lnSpc>
            <a:spcBef>
              <a:spcPct val="0"/>
            </a:spcBef>
            <a:spcAft>
              <a:spcPct val="35000"/>
            </a:spcAft>
            <a:buNone/>
          </a:pPr>
          <a:r>
            <a:rPr lang="en-US" sz="6100" kern="1200" dirty="0"/>
            <a:t>Storage devices</a:t>
          </a:r>
          <a:endParaRPr lang="en-MW" sz="6100" kern="1200" dirty="0"/>
        </a:p>
      </dsp:txBody>
      <dsp:txXfrm>
        <a:off x="662781" y="0"/>
        <a:ext cx="9852818" cy="1325563"/>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B8B236-E401-4F22-BA27-259BF2D4077C}">
      <dsp:nvSpPr>
        <dsp:cNvPr id="0" name=""/>
        <dsp:cNvSpPr/>
      </dsp:nvSpPr>
      <dsp:spPr>
        <a:xfrm>
          <a:off x="0" y="0"/>
          <a:ext cx="1042918" cy="1042918"/>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2D218B6-A5BF-4EBE-A704-5D7996BB297C}">
      <dsp:nvSpPr>
        <dsp:cNvPr id="0" name=""/>
        <dsp:cNvSpPr/>
      </dsp:nvSpPr>
      <dsp:spPr>
        <a:xfrm>
          <a:off x="521459" y="0"/>
          <a:ext cx="10501038" cy="1042918"/>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82880" tIns="182880" rIns="182880" bIns="182880" numCol="1" spcCol="1270" anchor="ctr" anchorCtr="0">
          <a:noAutofit/>
        </a:bodyPr>
        <a:lstStyle/>
        <a:p>
          <a:pPr marL="0" lvl="0" indent="0" algn="ctr" defTabSz="2133600">
            <a:lnSpc>
              <a:spcPct val="90000"/>
            </a:lnSpc>
            <a:spcBef>
              <a:spcPct val="0"/>
            </a:spcBef>
            <a:spcAft>
              <a:spcPct val="35000"/>
            </a:spcAft>
            <a:buNone/>
          </a:pPr>
          <a:r>
            <a:rPr lang="en-US" sz="4800" kern="1200" dirty="0"/>
            <a:t>Memory</a:t>
          </a:r>
          <a:endParaRPr lang="en-MW" sz="4800" kern="1200" dirty="0"/>
        </a:p>
      </dsp:txBody>
      <dsp:txXfrm>
        <a:off x="521459" y="0"/>
        <a:ext cx="10501038" cy="1042918"/>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B8B236-E401-4F22-BA27-259BF2D4077C}">
      <dsp:nvSpPr>
        <dsp:cNvPr id="0" name=""/>
        <dsp:cNvSpPr/>
      </dsp:nvSpPr>
      <dsp:spPr>
        <a:xfrm>
          <a:off x="0" y="0"/>
          <a:ext cx="1042918" cy="1042918"/>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2D218B6-A5BF-4EBE-A704-5D7996BB297C}">
      <dsp:nvSpPr>
        <dsp:cNvPr id="0" name=""/>
        <dsp:cNvSpPr/>
      </dsp:nvSpPr>
      <dsp:spPr>
        <a:xfrm>
          <a:off x="521459" y="0"/>
          <a:ext cx="10501038" cy="1042918"/>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82880" tIns="182880" rIns="182880" bIns="182880" numCol="1" spcCol="1270" anchor="ctr" anchorCtr="0">
          <a:noAutofit/>
        </a:bodyPr>
        <a:lstStyle/>
        <a:p>
          <a:pPr marL="0" lvl="0" indent="0" algn="l" defTabSz="2133600">
            <a:lnSpc>
              <a:spcPct val="90000"/>
            </a:lnSpc>
            <a:spcBef>
              <a:spcPct val="0"/>
            </a:spcBef>
            <a:spcAft>
              <a:spcPct val="35000"/>
            </a:spcAft>
            <a:buNone/>
          </a:pPr>
          <a:r>
            <a:rPr lang="en-US" sz="4800" kern="1200" dirty="0"/>
            <a:t>Random Access Memory (RAM)</a:t>
          </a:r>
          <a:endParaRPr lang="en-MW" sz="4800" kern="1200" dirty="0"/>
        </a:p>
      </dsp:txBody>
      <dsp:txXfrm>
        <a:off x="521459" y="0"/>
        <a:ext cx="10501038" cy="1042918"/>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B8B236-E401-4F22-BA27-259BF2D4077C}">
      <dsp:nvSpPr>
        <dsp:cNvPr id="0" name=""/>
        <dsp:cNvSpPr/>
      </dsp:nvSpPr>
      <dsp:spPr>
        <a:xfrm>
          <a:off x="0" y="0"/>
          <a:ext cx="1042918" cy="1042918"/>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2D218B6-A5BF-4EBE-A704-5D7996BB297C}">
      <dsp:nvSpPr>
        <dsp:cNvPr id="0" name=""/>
        <dsp:cNvSpPr/>
      </dsp:nvSpPr>
      <dsp:spPr>
        <a:xfrm>
          <a:off x="521459" y="0"/>
          <a:ext cx="10501038" cy="1042918"/>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82880" tIns="182880" rIns="182880" bIns="182880" numCol="1" spcCol="1270" anchor="ctr" anchorCtr="0">
          <a:noAutofit/>
        </a:bodyPr>
        <a:lstStyle/>
        <a:p>
          <a:pPr marL="0" lvl="0" indent="0" algn="l" defTabSz="2133600">
            <a:lnSpc>
              <a:spcPct val="90000"/>
            </a:lnSpc>
            <a:spcBef>
              <a:spcPct val="0"/>
            </a:spcBef>
            <a:spcAft>
              <a:spcPct val="35000"/>
            </a:spcAft>
            <a:buNone/>
          </a:pPr>
          <a:r>
            <a:rPr lang="en-US" sz="4800" kern="1200" dirty="0"/>
            <a:t>Read Only Memory (ROM)</a:t>
          </a:r>
          <a:endParaRPr lang="en-MW" sz="4800" kern="1200" dirty="0"/>
        </a:p>
      </dsp:txBody>
      <dsp:txXfrm>
        <a:off x="521459" y="0"/>
        <a:ext cx="10501038" cy="1042918"/>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B8B236-E401-4F22-BA27-259BF2D4077C}">
      <dsp:nvSpPr>
        <dsp:cNvPr id="0" name=""/>
        <dsp:cNvSpPr/>
      </dsp:nvSpPr>
      <dsp:spPr>
        <a:xfrm>
          <a:off x="0" y="0"/>
          <a:ext cx="1042918" cy="1042918"/>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2D218B6-A5BF-4EBE-A704-5D7996BB297C}">
      <dsp:nvSpPr>
        <dsp:cNvPr id="0" name=""/>
        <dsp:cNvSpPr/>
      </dsp:nvSpPr>
      <dsp:spPr>
        <a:xfrm>
          <a:off x="521459" y="0"/>
          <a:ext cx="10501038" cy="1042918"/>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82880" tIns="182880" rIns="182880" bIns="182880" numCol="1" spcCol="1270" anchor="ctr" anchorCtr="0">
          <a:noAutofit/>
        </a:bodyPr>
        <a:lstStyle/>
        <a:p>
          <a:pPr marL="0" lvl="0" indent="0" algn="l" defTabSz="2133600">
            <a:lnSpc>
              <a:spcPct val="90000"/>
            </a:lnSpc>
            <a:spcBef>
              <a:spcPct val="0"/>
            </a:spcBef>
            <a:spcAft>
              <a:spcPct val="35000"/>
            </a:spcAft>
            <a:buNone/>
          </a:pPr>
          <a:r>
            <a:rPr lang="en-US" sz="4800" b="1" kern="1200" dirty="0">
              <a:effectLst/>
            </a:rPr>
            <a:t>Central Processing Unit (CPU)</a:t>
          </a:r>
          <a:endParaRPr lang="en-MW" sz="4800" kern="1200" dirty="0"/>
        </a:p>
      </dsp:txBody>
      <dsp:txXfrm>
        <a:off x="521459" y="0"/>
        <a:ext cx="10501038" cy="1042918"/>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B8B236-E401-4F22-BA27-259BF2D4077C}">
      <dsp:nvSpPr>
        <dsp:cNvPr id="0" name=""/>
        <dsp:cNvSpPr/>
      </dsp:nvSpPr>
      <dsp:spPr>
        <a:xfrm>
          <a:off x="0" y="0"/>
          <a:ext cx="1042918" cy="1042918"/>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2D218B6-A5BF-4EBE-A704-5D7996BB297C}">
      <dsp:nvSpPr>
        <dsp:cNvPr id="0" name=""/>
        <dsp:cNvSpPr/>
      </dsp:nvSpPr>
      <dsp:spPr>
        <a:xfrm>
          <a:off x="521459" y="0"/>
          <a:ext cx="10501038" cy="1042918"/>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82880" tIns="182880" rIns="182880" bIns="182880" numCol="1" spcCol="1270" anchor="ctr" anchorCtr="0">
          <a:noAutofit/>
        </a:bodyPr>
        <a:lstStyle/>
        <a:p>
          <a:pPr marL="0" lvl="0" indent="0" algn="l" defTabSz="2133600">
            <a:lnSpc>
              <a:spcPct val="90000"/>
            </a:lnSpc>
            <a:spcBef>
              <a:spcPct val="0"/>
            </a:spcBef>
            <a:spcAft>
              <a:spcPct val="35000"/>
            </a:spcAft>
            <a:buNone/>
          </a:pPr>
          <a:r>
            <a:rPr lang="en-US" sz="4800" b="1" kern="1200" dirty="0"/>
            <a:t>Types of computers</a:t>
          </a:r>
          <a:endParaRPr lang="en-MW" sz="4800" kern="1200" dirty="0"/>
        </a:p>
      </dsp:txBody>
      <dsp:txXfrm>
        <a:off x="521459" y="0"/>
        <a:ext cx="10501038" cy="1042918"/>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B8B236-E401-4F22-BA27-259BF2D4077C}">
      <dsp:nvSpPr>
        <dsp:cNvPr id="0" name=""/>
        <dsp:cNvSpPr/>
      </dsp:nvSpPr>
      <dsp:spPr>
        <a:xfrm>
          <a:off x="0" y="0"/>
          <a:ext cx="1042918" cy="1042918"/>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2D218B6-A5BF-4EBE-A704-5D7996BB297C}">
      <dsp:nvSpPr>
        <dsp:cNvPr id="0" name=""/>
        <dsp:cNvSpPr/>
      </dsp:nvSpPr>
      <dsp:spPr>
        <a:xfrm>
          <a:off x="521459" y="0"/>
          <a:ext cx="10501038" cy="1042918"/>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82880" tIns="182880" rIns="182880" bIns="182880" numCol="1" spcCol="1270" anchor="ctr" anchorCtr="0">
          <a:noAutofit/>
        </a:bodyPr>
        <a:lstStyle/>
        <a:p>
          <a:pPr marL="0" lvl="0" indent="0" algn="l" defTabSz="2133600">
            <a:lnSpc>
              <a:spcPct val="90000"/>
            </a:lnSpc>
            <a:spcBef>
              <a:spcPct val="0"/>
            </a:spcBef>
            <a:spcAft>
              <a:spcPct val="35000"/>
            </a:spcAft>
            <a:buNone/>
          </a:pPr>
          <a:r>
            <a:rPr lang="en-US" sz="4800" b="1" kern="1200" dirty="0"/>
            <a:t>Types of computers</a:t>
          </a:r>
          <a:endParaRPr lang="en-MW" sz="4800" kern="1200" dirty="0"/>
        </a:p>
      </dsp:txBody>
      <dsp:txXfrm>
        <a:off x="521459" y="0"/>
        <a:ext cx="10501038" cy="1042918"/>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B8B236-E401-4F22-BA27-259BF2D4077C}">
      <dsp:nvSpPr>
        <dsp:cNvPr id="0" name=""/>
        <dsp:cNvSpPr/>
      </dsp:nvSpPr>
      <dsp:spPr>
        <a:xfrm>
          <a:off x="0" y="0"/>
          <a:ext cx="1042918" cy="1042918"/>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2D218B6-A5BF-4EBE-A704-5D7996BB297C}">
      <dsp:nvSpPr>
        <dsp:cNvPr id="0" name=""/>
        <dsp:cNvSpPr/>
      </dsp:nvSpPr>
      <dsp:spPr>
        <a:xfrm>
          <a:off x="521459" y="0"/>
          <a:ext cx="10501038" cy="1042918"/>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82880" tIns="182880" rIns="182880" bIns="182880" numCol="1" spcCol="1270" anchor="ctr" anchorCtr="0">
          <a:noAutofit/>
        </a:bodyPr>
        <a:lstStyle/>
        <a:p>
          <a:pPr marL="0" lvl="0" indent="0" algn="l" defTabSz="2133600">
            <a:lnSpc>
              <a:spcPct val="90000"/>
            </a:lnSpc>
            <a:spcBef>
              <a:spcPct val="0"/>
            </a:spcBef>
            <a:spcAft>
              <a:spcPct val="35000"/>
            </a:spcAft>
            <a:buNone/>
          </a:pPr>
          <a:r>
            <a:rPr lang="en-US" sz="4800" b="1" kern="1200" dirty="0"/>
            <a:t>Types of computers</a:t>
          </a:r>
          <a:endParaRPr lang="en-MW" sz="4800" kern="1200" dirty="0"/>
        </a:p>
      </dsp:txBody>
      <dsp:txXfrm>
        <a:off x="521459" y="0"/>
        <a:ext cx="10501038" cy="1042918"/>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B8B236-E401-4F22-BA27-259BF2D4077C}">
      <dsp:nvSpPr>
        <dsp:cNvPr id="0" name=""/>
        <dsp:cNvSpPr/>
      </dsp:nvSpPr>
      <dsp:spPr>
        <a:xfrm>
          <a:off x="0" y="0"/>
          <a:ext cx="1042918" cy="1042918"/>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2D218B6-A5BF-4EBE-A704-5D7996BB297C}">
      <dsp:nvSpPr>
        <dsp:cNvPr id="0" name=""/>
        <dsp:cNvSpPr/>
      </dsp:nvSpPr>
      <dsp:spPr>
        <a:xfrm>
          <a:off x="521459" y="0"/>
          <a:ext cx="10501038" cy="1042918"/>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82880" tIns="182880" rIns="182880" bIns="182880" numCol="1" spcCol="1270" anchor="ctr" anchorCtr="0">
          <a:noAutofit/>
        </a:bodyPr>
        <a:lstStyle/>
        <a:p>
          <a:pPr marL="0" lvl="0" indent="0" algn="l" defTabSz="2133600">
            <a:lnSpc>
              <a:spcPct val="90000"/>
            </a:lnSpc>
            <a:spcBef>
              <a:spcPct val="0"/>
            </a:spcBef>
            <a:spcAft>
              <a:spcPct val="35000"/>
            </a:spcAft>
            <a:buNone/>
          </a:pPr>
          <a:r>
            <a:rPr lang="en-US" sz="4800" b="1" kern="1200" dirty="0"/>
            <a:t>Types of computers</a:t>
          </a:r>
          <a:endParaRPr lang="en-MW" sz="4800" kern="1200" dirty="0"/>
        </a:p>
      </dsp:txBody>
      <dsp:txXfrm>
        <a:off x="521459" y="0"/>
        <a:ext cx="10501038" cy="1042918"/>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B8B236-E401-4F22-BA27-259BF2D4077C}">
      <dsp:nvSpPr>
        <dsp:cNvPr id="0" name=""/>
        <dsp:cNvSpPr/>
      </dsp:nvSpPr>
      <dsp:spPr>
        <a:xfrm>
          <a:off x="0" y="0"/>
          <a:ext cx="1042918" cy="1042918"/>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2D218B6-A5BF-4EBE-A704-5D7996BB297C}">
      <dsp:nvSpPr>
        <dsp:cNvPr id="0" name=""/>
        <dsp:cNvSpPr/>
      </dsp:nvSpPr>
      <dsp:spPr>
        <a:xfrm>
          <a:off x="521459" y="0"/>
          <a:ext cx="10501038" cy="1042918"/>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82880" tIns="182880" rIns="182880" bIns="182880" numCol="1" spcCol="1270" anchor="ctr" anchorCtr="0">
          <a:noAutofit/>
        </a:bodyPr>
        <a:lstStyle/>
        <a:p>
          <a:pPr marL="0" lvl="0" indent="0" algn="l" defTabSz="2133600">
            <a:lnSpc>
              <a:spcPct val="90000"/>
            </a:lnSpc>
            <a:spcBef>
              <a:spcPct val="0"/>
            </a:spcBef>
            <a:spcAft>
              <a:spcPct val="35000"/>
            </a:spcAft>
            <a:buNone/>
          </a:pPr>
          <a:r>
            <a:rPr lang="en-US" sz="4800" b="1" kern="1200" dirty="0"/>
            <a:t>Types of computers</a:t>
          </a:r>
          <a:endParaRPr lang="en-MW" sz="4800" kern="1200" dirty="0"/>
        </a:p>
      </dsp:txBody>
      <dsp:txXfrm>
        <a:off x="521459" y="0"/>
        <a:ext cx="10501038" cy="1042918"/>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B8B236-E401-4F22-BA27-259BF2D4077C}">
      <dsp:nvSpPr>
        <dsp:cNvPr id="0" name=""/>
        <dsp:cNvSpPr/>
      </dsp:nvSpPr>
      <dsp:spPr>
        <a:xfrm>
          <a:off x="0" y="0"/>
          <a:ext cx="1042918" cy="1042918"/>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2D218B6-A5BF-4EBE-A704-5D7996BB297C}">
      <dsp:nvSpPr>
        <dsp:cNvPr id="0" name=""/>
        <dsp:cNvSpPr/>
      </dsp:nvSpPr>
      <dsp:spPr>
        <a:xfrm>
          <a:off x="521459" y="0"/>
          <a:ext cx="10501038" cy="1042918"/>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82880" tIns="182880" rIns="182880" bIns="182880" numCol="1" spcCol="1270" anchor="ctr" anchorCtr="0">
          <a:noAutofit/>
        </a:bodyPr>
        <a:lstStyle/>
        <a:p>
          <a:pPr marL="0" lvl="0" indent="0" algn="l" defTabSz="2133600">
            <a:lnSpc>
              <a:spcPct val="90000"/>
            </a:lnSpc>
            <a:spcBef>
              <a:spcPct val="0"/>
            </a:spcBef>
            <a:spcAft>
              <a:spcPct val="35000"/>
            </a:spcAft>
            <a:buNone/>
          </a:pPr>
          <a:r>
            <a:rPr lang="en-US" sz="4800" b="1" kern="1200" dirty="0"/>
            <a:t>Types of computers</a:t>
          </a:r>
          <a:endParaRPr lang="en-MW" sz="4800" kern="1200" dirty="0"/>
        </a:p>
      </dsp:txBody>
      <dsp:txXfrm>
        <a:off x="521459" y="0"/>
        <a:ext cx="10501038" cy="1042918"/>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B8B236-E401-4F22-BA27-259BF2D4077C}">
      <dsp:nvSpPr>
        <dsp:cNvPr id="0" name=""/>
        <dsp:cNvSpPr/>
      </dsp:nvSpPr>
      <dsp:spPr>
        <a:xfrm>
          <a:off x="0" y="0"/>
          <a:ext cx="1042918" cy="1042918"/>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2D218B6-A5BF-4EBE-A704-5D7996BB297C}">
      <dsp:nvSpPr>
        <dsp:cNvPr id="0" name=""/>
        <dsp:cNvSpPr/>
      </dsp:nvSpPr>
      <dsp:spPr>
        <a:xfrm>
          <a:off x="521459" y="0"/>
          <a:ext cx="10501038" cy="1042918"/>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82880" tIns="182880" rIns="182880" bIns="182880" numCol="1" spcCol="1270" anchor="ctr" anchorCtr="0">
          <a:noAutofit/>
        </a:bodyPr>
        <a:lstStyle/>
        <a:p>
          <a:pPr marL="0" lvl="0" indent="0" algn="l" defTabSz="2133600">
            <a:lnSpc>
              <a:spcPct val="90000"/>
            </a:lnSpc>
            <a:spcBef>
              <a:spcPct val="0"/>
            </a:spcBef>
            <a:spcAft>
              <a:spcPct val="35000"/>
            </a:spcAft>
            <a:buNone/>
          </a:pPr>
          <a:r>
            <a:rPr lang="en-US" sz="4800" b="0" kern="1200" dirty="0"/>
            <a:t>Servers</a:t>
          </a:r>
          <a:endParaRPr lang="en-MW" sz="4800" b="0" kern="1200" dirty="0"/>
        </a:p>
      </dsp:txBody>
      <dsp:txXfrm>
        <a:off x="521459" y="0"/>
        <a:ext cx="10501038" cy="1042918"/>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D63AA1-046A-4ACB-971E-75823DA19F79}">
      <dsp:nvSpPr>
        <dsp:cNvPr id="0" name=""/>
        <dsp:cNvSpPr/>
      </dsp:nvSpPr>
      <dsp:spPr>
        <a:xfrm>
          <a:off x="0" y="0"/>
          <a:ext cx="1325563" cy="1325563"/>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AE27FF3-43EF-4836-BFBD-02453FCE4C67}">
      <dsp:nvSpPr>
        <dsp:cNvPr id="0" name=""/>
        <dsp:cNvSpPr/>
      </dsp:nvSpPr>
      <dsp:spPr>
        <a:xfrm>
          <a:off x="662781" y="0"/>
          <a:ext cx="10306705" cy="1325563"/>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5740" tIns="205740" rIns="205740" bIns="205740" numCol="1" spcCol="1270" anchor="ctr" anchorCtr="0">
          <a:noAutofit/>
        </a:bodyPr>
        <a:lstStyle/>
        <a:p>
          <a:pPr marL="0" lvl="0" indent="0" algn="ctr" defTabSz="2400300">
            <a:lnSpc>
              <a:spcPct val="90000"/>
            </a:lnSpc>
            <a:spcBef>
              <a:spcPct val="0"/>
            </a:spcBef>
            <a:spcAft>
              <a:spcPct val="35000"/>
            </a:spcAft>
            <a:buNone/>
          </a:pPr>
          <a:r>
            <a:rPr lang="en-US" sz="5400" b="1" kern="1200" dirty="0"/>
            <a:t>What can you do with computers?</a:t>
          </a:r>
          <a:endParaRPr lang="en-MW" sz="5400" kern="1200" dirty="0"/>
        </a:p>
      </dsp:txBody>
      <dsp:txXfrm>
        <a:off x="662781" y="0"/>
        <a:ext cx="10306705" cy="1325563"/>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02C241-ED08-4D4B-A89E-0343A09A1C8D}">
      <dsp:nvSpPr>
        <dsp:cNvPr id="0" name=""/>
        <dsp:cNvSpPr/>
      </dsp:nvSpPr>
      <dsp:spPr>
        <a:xfrm>
          <a:off x="0" y="0"/>
          <a:ext cx="1190489" cy="1190489"/>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C279B67-4A00-4C2E-8516-9C4FE1F3BE73}">
      <dsp:nvSpPr>
        <dsp:cNvPr id="0" name=""/>
        <dsp:cNvSpPr/>
      </dsp:nvSpPr>
      <dsp:spPr>
        <a:xfrm>
          <a:off x="595244" y="0"/>
          <a:ext cx="9920355" cy="1190489"/>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0" tIns="190500" rIns="190500" bIns="190500" numCol="1" spcCol="1270" anchor="ctr" anchorCtr="0">
          <a:noAutofit/>
        </a:bodyPr>
        <a:lstStyle/>
        <a:p>
          <a:pPr marL="0" lvl="0" indent="0" algn="ctr" defTabSz="2222500">
            <a:lnSpc>
              <a:spcPct val="90000"/>
            </a:lnSpc>
            <a:spcBef>
              <a:spcPct val="0"/>
            </a:spcBef>
            <a:spcAft>
              <a:spcPct val="35000"/>
            </a:spcAft>
            <a:buNone/>
          </a:pPr>
          <a:r>
            <a:rPr lang="en-US" sz="5000" kern="1200" dirty="0"/>
            <a:t>Exploring the desktop in windows 10</a:t>
          </a:r>
          <a:endParaRPr lang="en-MW" sz="5000" kern="1200" dirty="0"/>
        </a:p>
      </dsp:txBody>
      <dsp:txXfrm>
        <a:off x="595244" y="0"/>
        <a:ext cx="9920355" cy="1190489"/>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02C241-ED08-4D4B-A89E-0343A09A1C8D}">
      <dsp:nvSpPr>
        <dsp:cNvPr id="0" name=""/>
        <dsp:cNvSpPr/>
      </dsp:nvSpPr>
      <dsp:spPr>
        <a:xfrm>
          <a:off x="0" y="0"/>
          <a:ext cx="1190489" cy="1190489"/>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C279B67-4A00-4C2E-8516-9C4FE1F3BE73}">
      <dsp:nvSpPr>
        <dsp:cNvPr id="0" name=""/>
        <dsp:cNvSpPr/>
      </dsp:nvSpPr>
      <dsp:spPr>
        <a:xfrm>
          <a:off x="595244" y="0"/>
          <a:ext cx="9920355" cy="1190489"/>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9550" tIns="209550" rIns="209550" bIns="209550" numCol="1" spcCol="1270" anchor="ctr" anchorCtr="0">
          <a:noAutofit/>
        </a:bodyPr>
        <a:lstStyle/>
        <a:p>
          <a:pPr marL="0" lvl="0" indent="0" algn="l" defTabSz="2444750">
            <a:lnSpc>
              <a:spcPct val="90000"/>
            </a:lnSpc>
            <a:spcBef>
              <a:spcPct val="0"/>
            </a:spcBef>
            <a:spcAft>
              <a:spcPct val="35000"/>
            </a:spcAft>
            <a:buNone/>
          </a:pPr>
          <a:r>
            <a:rPr lang="en-US" sz="5500" kern="1200" dirty="0"/>
            <a:t>The desktop</a:t>
          </a:r>
          <a:endParaRPr lang="en-MW" sz="5500" kern="1200" dirty="0"/>
        </a:p>
      </dsp:txBody>
      <dsp:txXfrm>
        <a:off x="595244" y="0"/>
        <a:ext cx="9920355" cy="1190489"/>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02C241-ED08-4D4B-A89E-0343A09A1C8D}">
      <dsp:nvSpPr>
        <dsp:cNvPr id="0" name=""/>
        <dsp:cNvSpPr/>
      </dsp:nvSpPr>
      <dsp:spPr>
        <a:xfrm>
          <a:off x="0" y="0"/>
          <a:ext cx="1190489" cy="1190489"/>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C279B67-4A00-4C2E-8516-9C4FE1F3BE73}">
      <dsp:nvSpPr>
        <dsp:cNvPr id="0" name=""/>
        <dsp:cNvSpPr/>
      </dsp:nvSpPr>
      <dsp:spPr>
        <a:xfrm>
          <a:off x="595244" y="0"/>
          <a:ext cx="9920355" cy="1190489"/>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9550" tIns="209550" rIns="209550" bIns="209550" numCol="1" spcCol="1270" anchor="ctr" anchorCtr="0">
          <a:noAutofit/>
        </a:bodyPr>
        <a:lstStyle/>
        <a:p>
          <a:pPr marL="0" lvl="0" indent="0" algn="l" defTabSz="2444750">
            <a:lnSpc>
              <a:spcPct val="90000"/>
            </a:lnSpc>
            <a:spcBef>
              <a:spcPct val="0"/>
            </a:spcBef>
            <a:spcAft>
              <a:spcPct val="35000"/>
            </a:spcAft>
            <a:buNone/>
          </a:pPr>
          <a:r>
            <a:rPr lang="en-US" sz="5500" kern="1200" dirty="0"/>
            <a:t>Using the mouse</a:t>
          </a:r>
          <a:endParaRPr lang="en-MW" sz="5500" kern="1200" dirty="0"/>
        </a:p>
      </dsp:txBody>
      <dsp:txXfrm>
        <a:off x="595244" y="0"/>
        <a:ext cx="9920355" cy="1190489"/>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02C241-ED08-4D4B-A89E-0343A09A1C8D}">
      <dsp:nvSpPr>
        <dsp:cNvPr id="0" name=""/>
        <dsp:cNvSpPr/>
      </dsp:nvSpPr>
      <dsp:spPr>
        <a:xfrm>
          <a:off x="0" y="0"/>
          <a:ext cx="1190489" cy="1190489"/>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C279B67-4A00-4C2E-8516-9C4FE1F3BE73}">
      <dsp:nvSpPr>
        <dsp:cNvPr id="0" name=""/>
        <dsp:cNvSpPr/>
      </dsp:nvSpPr>
      <dsp:spPr>
        <a:xfrm>
          <a:off x="595244" y="0"/>
          <a:ext cx="9920355" cy="1190489"/>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9550" tIns="209550" rIns="209550" bIns="209550" numCol="1" spcCol="1270" anchor="ctr" anchorCtr="0">
          <a:noAutofit/>
        </a:bodyPr>
        <a:lstStyle/>
        <a:p>
          <a:pPr marL="0" lvl="0" indent="0" algn="l" defTabSz="2444750">
            <a:lnSpc>
              <a:spcPct val="90000"/>
            </a:lnSpc>
            <a:spcBef>
              <a:spcPct val="0"/>
            </a:spcBef>
            <a:spcAft>
              <a:spcPct val="35000"/>
            </a:spcAft>
            <a:buNone/>
          </a:pPr>
          <a:r>
            <a:rPr lang="en-US" sz="5500" kern="1200" dirty="0"/>
            <a:t>Using the mouse</a:t>
          </a:r>
          <a:endParaRPr lang="en-MW" sz="5500" kern="1200" dirty="0"/>
        </a:p>
      </dsp:txBody>
      <dsp:txXfrm>
        <a:off x="595244" y="0"/>
        <a:ext cx="9920355" cy="1190489"/>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D63AA1-046A-4ACB-971E-75823DA19F79}">
      <dsp:nvSpPr>
        <dsp:cNvPr id="0" name=""/>
        <dsp:cNvSpPr/>
      </dsp:nvSpPr>
      <dsp:spPr>
        <a:xfrm>
          <a:off x="0" y="0"/>
          <a:ext cx="1325563" cy="1325563"/>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AE27FF3-43EF-4836-BFBD-02453FCE4C67}">
      <dsp:nvSpPr>
        <dsp:cNvPr id="0" name=""/>
        <dsp:cNvSpPr/>
      </dsp:nvSpPr>
      <dsp:spPr>
        <a:xfrm>
          <a:off x="662781" y="0"/>
          <a:ext cx="10306705" cy="1325563"/>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32410" tIns="232410" rIns="232410" bIns="232410" numCol="1" spcCol="1270" anchor="ctr" anchorCtr="0">
          <a:noAutofit/>
        </a:bodyPr>
        <a:lstStyle/>
        <a:p>
          <a:pPr marL="0" lvl="0" indent="0" algn="ctr" defTabSz="2711450">
            <a:lnSpc>
              <a:spcPct val="90000"/>
            </a:lnSpc>
            <a:spcBef>
              <a:spcPct val="0"/>
            </a:spcBef>
            <a:spcAft>
              <a:spcPct val="35000"/>
            </a:spcAft>
            <a:buNone/>
          </a:pPr>
          <a:r>
            <a:rPr lang="en-US" sz="6100" kern="1200" dirty="0"/>
            <a:t>Basic mouse terminology</a:t>
          </a:r>
          <a:endParaRPr lang="en-MW" sz="6100" kern="1200" dirty="0"/>
        </a:p>
      </dsp:txBody>
      <dsp:txXfrm>
        <a:off x="662781" y="0"/>
        <a:ext cx="10306705" cy="1325563"/>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D63AA1-046A-4ACB-971E-75823DA19F79}">
      <dsp:nvSpPr>
        <dsp:cNvPr id="0" name=""/>
        <dsp:cNvSpPr/>
      </dsp:nvSpPr>
      <dsp:spPr>
        <a:xfrm>
          <a:off x="0" y="0"/>
          <a:ext cx="1325563" cy="1325563"/>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AE27FF3-43EF-4836-BFBD-02453FCE4C67}">
      <dsp:nvSpPr>
        <dsp:cNvPr id="0" name=""/>
        <dsp:cNvSpPr/>
      </dsp:nvSpPr>
      <dsp:spPr>
        <a:xfrm>
          <a:off x="662781" y="0"/>
          <a:ext cx="10306705" cy="1325563"/>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32410" tIns="232410" rIns="232410" bIns="232410" numCol="1" spcCol="1270" anchor="ctr" anchorCtr="0">
          <a:noAutofit/>
        </a:bodyPr>
        <a:lstStyle/>
        <a:p>
          <a:pPr marL="0" lvl="0" indent="0" algn="ctr" defTabSz="2711450">
            <a:lnSpc>
              <a:spcPct val="90000"/>
            </a:lnSpc>
            <a:spcBef>
              <a:spcPct val="0"/>
            </a:spcBef>
            <a:spcAft>
              <a:spcPct val="35000"/>
            </a:spcAft>
            <a:buNone/>
          </a:pPr>
          <a:r>
            <a:rPr lang="en-US" sz="6100" kern="1200" dirty="0"/>
            <a:t>Basic mouse terminology</a:t>
          </a:r>
          <a:endParaRPr lang="en-MW" sz="6100" kern="1200" dirty="0"/>
        </a:p>
      </dsp:txBody>
      <dsp:txXfrm>
        <a:off x="662781" y="0"/>
        <a:ext cx="10306705" cy="1325563"/>
      </dsp:txXfrm>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D63AA1-046A-4ACB-971E-75823DA19F79}">
      <dsp:nvSpPr>
        <dsp:cNvPr id="0" name=""/>
        <dsp:cNvSpPr/>
      </dsp:nvSpPr>
      <dsp:spPr>
        <a:xfrm>
          <a:off x="0" y="0"/>
          <a:ext cx="1029335" cy="1029335"/>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AE27FF3-43EF-4836-BFBD-02453FCE4C67}">
      <dsp:nvSpPr>
        <dsp:cNvPr id="0" name=""/>
        <dsp:cNvSpPr/>
      </dsp:nvSpPr>
      <dsp:spPr>
        <a:xfrm>
          <a:off x="514667" y="0"/>
          <a:ext cx="10454819" cy="1029335"/>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9070" tIns="179070" rIns="179070" bIns="179070" numCol="1" spcCol="1270" anchor="ctr" anchorCtr="0">
          <a:noAutofit/>
        </a:bodyPr>
        <a:lstStyle/>
        <a:p>
          <a:pPr marL="0" lvl="0" indent="0" algn="ctr" defTabSz="2089150">
            <a:lnSpc>
              <a:spcPct val="90000"/>
            </a:lnSpc>
            <a:spcBef>
              <a:spcPct val="0"/>
            </a:spcBef>
            <a:spcAft>
              <a:spcPct val="35000"/>
            </a:spcAft>
            <a:buNone/>
          </a:pPr>
          <a:r>
            <a:rPr lang="en-US" sz="4700" kern="1200" dirty="0"/>
            <a:t>Keyboard</a:t>
          </a:r>
          <a:endParaRPr lang="en-MW" sz="4700" kern="1200" dirty="0"/>
        </a:p>
      </dsp:txBody>
      <dsp:txXfrm>
        <a:off x="514667" y="0"/>
        <a:ext cx="10454819" cy="1029335"/>
      </dsp:txXfrm>
    </dsp:sp>
  </dsp:spTree>
</dsp:drawing>
</file>

<file path=ppt/diagrams/drawing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F80528-D282-4A9D-90A3-147CA72D2F58}">
      <dsp:nvSpPr>
        <dsp:cNvPr id="0" name=""/>
        <dsp:cNvSpPr/>
      </dsp:nvSpPr>
      <dsp:spPr>
        <a:xfrm>
          <a:off x="0" y="0"/>
          <a:ext cx="1054972" cy="1054972"/>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65C6614-2885-4133-8770-1A19290243E7}">
      <dsp:nvSpPr>
        <dsp:cNvPr id="0" name=""/>
        <dsp:cNvSpPr/>
      </dsp:nvSpPr>
      <dsp:spPr>
        <a:xfrm>
          <a:off x="527486" y="0"/>
          <a:ext cx="9988114" cy="1054972"/>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82880" tIns="182880" rIns="182880" bIns="182880" numCol="1" spcCol="1270" anchor="ctr" anchorCtr="0">
          <a:noAutofit/>
        </a:bodyPr>
        <a:lstStyle/>
        <a:p>
          <a:pPr marL="0" lvl="0" indent="0" algn="l" defTabSz="2133600">
            <a:lnSpc>
              <a:spcPct val="90000"/>
            </a:lnSpc>
            <a:spcBef>
              <a:spcPct val="0"/>
            </a:spcBef>
            <a:spcAft>
              <a:spcPct val="35000"/>
            </a:spcAft>
            <a:buNone/>
          </a:pPr>
          <a:r>
            <a:rPr lang="en-US" sz="4800" kern="1200" dirty="0"/>
            <a:t>Keyboard keys</a:t>
          </a:r>
          <a:endParaRPr lang="en-MW" sz="4800" kern="1200" dirty="0"/>
        </a:p>
      </dsp:txBody>
      <dsp:txXfrm>
        <a:off x="527486" y="0"/>
        <a:ext cx="9988114" cy="1054972"/>
      </dsp:txXfrm>
    </dsp:sp>
  </dsp:spTree>
</dsp:drawing>
</file>

<file path=ppt/diagrams/drawing3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F80528-D282-4A9D-90A3-147CA72D2F58}">
      <dsp:nvSpPr>
        <dsp:cNvPr id="0" name=""/>
        <dsp:cNvSpPr/>
      </dsp:nvSpPr>
      <dsp:spPr>
        <a:xfrm>
          <a:off x="0" y="0"/>
          <a:ext cx="1054972" cy="1054972"/>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65C6614-2885-4133-8770-1A19290243E7}">
      <dsp:nvSpPr>
        <dsp:cNvPr id="0" name=""/>
        <dsp:cNvSpPr/>
      </dsp:nvSpPr>
      <dsp:spPr>
        <a:xfrm>
          <a:off x="527486" y="0"/>
          <a:ext cx="9988114" cy="1054972"/>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82880" tIns="182880" rIns="182880" bIns="182880" numCol="1" spcCol="1270" anchor="ctr" anchorCtr="0">
          <a:noAutofit/>
        </a:bodyPr>
        <a:lstStyle/>
        <a:p>
          <a:pPr marL="0" lvl="0" indent="0" algn="l" defTabSz="2133600">
            <a:lnSpc>
              <a:spcPct val="90000"/>
            </a:lnSpc>
            <a:spcBef>
              <a:spcPct val="0"/>
            </a:spcBef>
            <a:spcAft>
              <a:spcPct val="35000"/>
            </a:spcAft>
            <a:buNone/>
          </a:pPr>
          <a:r>
            <a:rPr lang="en-US" sz="4800" kern="1200" dirty="0"/>
            <a:t>Keyboard keys</a:t>
          </a:r>
          <a:endParaRPr lang="en-MW" sz="4800" kern="1200" dirty="0"/>
        </a:p>
      </dsp:txBody>
      <dsp:txXfrm>
        <a:off x="527486" y="0"/>
        <a:ext cx="9988114" cy="1054972"/>
      </dsp:txXfrm>
    </dsp:sp>
  </dsp:spTree>
</dsp:drawing>
</file>

<file path=ppt/diagrams/drawing3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FDDBF1-D759-4DF9-8C1B-0FC2C03B3462}">
      <dsp:nvSpPr>
        <dsp:cNvPr id="0" name=""/>
        <dsp:cNvSpPr/>
      </dsp:nvSpPr>
      <dsp:spPr>
        <a:xfrm>
          <a:off x="0" y="0"/>
          <a:ext cx="869315" cy="869315"/>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183137E-CE9E-4B9E-9837-BC4AE74EE269}">
      <dsp:nvSpPr>
        <dsp:cNvPr id="0" name=""/>
        <dsp:cNvSpPr/>
      </dsp:nvSpPr>
      <dsp:spPr>
        <a:xfrm>
          <a:off x="434657" y="0"/>
          <a:ext cx="10080942" cy="869315"/>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b="1" kern="1200" dirty="0"/>
            <a:t>Using the numeric keypad</a:t>
          </a:r>
          <a:endParaRPr lang="en-MW" sz="4000" kern="1200" dirty="0"/>
        </a:p>
      </dsp:txBody>
      <dsp:txXfrm>
        <a:off x="434657" y="0"/>
        <a:ext cx="10080942" cy="869315"/>
      </dsp:txXfrm>
    </dsp:sp>
  </dsp:spTree>
</dsp:drawing>
</file>

<file path=ppt/diagrams/drawing3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FDDBF1-D759-4DF9-8C1B-0FC2C03B3462}">
      <dsp:nvSpPr>
        <dsp:cNvPr id="0" name=""/>
        <dsp:cNvSpPr/>
      </dsp:nvSpPr>
      <dsp:spPr>
        <a:xfrm>
          <a:off x="0" y="0"/>
          <a:ext cx="869315" cy="869315"/>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183137E-CE9E-4B9E-9837-BC4AE74EE269}">
      <dsp:nvSpPr>
        <dsp:cNvPr id="0" name=""/>
        <dsp:cNvSpPr/>
      </dsp:nvSpPr>
      <dsp:spPr>
        <a:xfrm>
          <a:off x="434657" y="0"/>
          <a:ext cx="10080942" cy="869315"/>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b="1" kern="1200" dirty="0"/>
            <a:t>Using the numeric keypad</a:t>
          </a:r>
          <a:endParaRPr lang="en-MW" sz="4000" kern="1200" dirty="0"/>
        </a:p>
      </dsp:txBody>
      <dsp:txXfrm>
        <a:off x="434657" y="0"/>
        <a:ext cx="10080942" cy="869315"/>
      </dsp:txXfrm>
    </dsp:sp>
  </dsp:spTree>
</dsp:drawing>
</file>

<file path=ppt/diagrams/drawing3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FDDBF1-D759-4DF9-8C1B-0FC2C03B3462}">
      <dsp:nvSpPr>
        <dsp:cNvPr id="0" name=""/>
        <dsp:cNvSpPr/>
      </dsp:nvSpPr>
      <dsp:spPr>
        <a:xfrm>
          <a:off x="0" y="0"/>
          <a:ext cx="846455" cy="846455"/>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183137E-CE9E-4B9E-9837-BC4AE74EE269}">
      <dsp:nvSpPr>
        <dsp:cNvPr id="0" name=""/>
        <dsp:cNvSpPr/>
      </dsp:nvSpPr>
      <dsp:spPr>
        <a:xfrm>
          <a:off x="423227" y="0"/>
          <a:ext cx="10092372" cy="846455"/>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b="1" kern="1200" dirty="0"/>
            <a:t>Typing text</a:t>
          </a:r>
          <a:endParaRPr lang="en-MW" sz="3900" kern="1200" dirty="0"/>
        </a:p>
      </dsp:txBody>
      <dsp:txXfrm>
        <a:off x="423227" y="0"/>
        <a:ext cx="10092372" cy="846455"/>
      </dsp:txXfrm>
    </dsp:sp>
  </dsp:spTree>
</dsp:drawing>
</file>

<file path=ppt/diagrams/drawing3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FDDBF1-D759-4DF9-8C1B-0FC2C03B3462}">
      <dsp:nvSpPr>
        <dsp:cNvPr id="0" name=""/>
        <dsp:cNvSpPr/>
      </dsp:nvSpPr>
      <dsp:spPr>
        <a:xfrm>
          <a:off x="0" y="0"/>
          <a:ext cx="1325563" cy="1325563"/>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183137E-CE9E-4B9E-9837-BC4AE74EE269}">
      <dsp:nvSpPr>
        <dsp:cNvPr id="0" name=""/>
        <dsp:cNvSpPr/>
      </dsp:nvSpPr>
      <dsp:spPr>
        <a:xfrm>
          <a:off x="662781" y="0"/>
          <a:ext cx="9852818" cy="1325563"/>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32410" tIns="232410" rIns="232410" bIns="232410" numCol="1" spcCol="1270" anchor="ctr" anchorCtr="0">
          <a:noAutofit/>
        </a:bodyPr>
        <a:lstStyle/>
        <a:p>
          <a:pPr marL="0" lvl="0" indent="0" algn="ctr" defTabSz="2711450">
            <a:lnSpc>
              <a:spcPct val="90000"/>
            </a:lnSpc>
            <a:spcBef>
              <a:spcPct val="0"/>
            </a:spcBef>
            <a:spcAft>
              <a:spcPct val="35000"/>
            </a:spcAft>
            <a:buNone/>
          </a:pPr>
          <a:r>
            <a:rPr lang="en-US" sz="6100" kern="1200"/>
            <a:t>Working with windows</a:t>
          </a:r>
          <a:endParaRPr lang="en-MW" sz="6100" kern="1200"/>
        </a:p>
      </dsp:txBody>
      <dsp:txXfrm>
        <a:off x="662781" y="0"/>
        <a:ext cx="9852818" cy="1325563"/>
      </dsp:txXfrm>
    </dsp:sp>
  </dsp:spTree>
</dsp:drawing>
</file>

<file path=ppt/diagrams/drawing3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FDDBF1-D759-4DF9-8C1B-0FC2C03B3462}">
      <dsp:nvSpPr>
        <dsp:cNvPr id="0" name=""/>
        <dsp:cNvSpPr/>
      </dsp:nvSpPr>
      <dsp:spPr>
        <a:xfrm>
          <a:off x="0" y="0"/>
          <a:ext cx="655292" cy="655292"/>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183137E-CE9E-4B9E-9837-BC4AE74EE269}">
      <dsp:nvSpPr>
        <dsp:cNvPr id="0" name=""/>
        <dsp:cNvSpPr/>
      </dsp:nvSpPr>
      <dsp:spPr>
        <a:xfrm>
          <a:off x="327646" y="0"/>
          <a:ext cx="10187954" cy="655292"/>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a:t>Working with windows</a:t>
          </a:r>
          <a:endParaRPr lang="en-MW" sz="3000" kern="1200"/>
        </a:p>
      </dsp:txBody>
      <dsp:txXfrm>
        <a:off x="327646" y="0"/>
        <a:ext cx="10187954" cy="655292"/>
      </dsp:txXfrm>
    </dsp:sp>
  </dsp:spTree>
</dsp:drawing>
</file>

<file path=ppt/diagrams/drawing3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FDDBF1-D759-4DF9-8C1B-0FC2C03B3462}">
      <dsp:nvSpPr>
        <dsp:cNvPr id="0" name=""/>
        <dsp:cNvSpPr/>
      </dsp:nvSpPr>
      <dsp:spPr>
        <a:xfrm>
          <a:off x="0" y="0"/>
          <a:ext cx="655292" cy="655292"/>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183137E-CE9E-4B9E-9837-BC4AE74EE269}">
      <dsp:nvSpPr>
        <dsp:cNvPr id="0" name=""/>
        <dsp:cNvSpPr/>
      </dsp:nvSpPr>
      <dsp:spPr>
        <a:xfrm>
          <a:off x="327646" y="0"/>
          <a:ext cx="10187954" cy="655292"/>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a:t>Working with windows</a:t>
          </a:r>
          <a:endParaRPr lang="en-MW" sz="3000" kern="1200"/>
        </a:p>
      </dsp:txBody>
      <dsp:txXfrm>
        <a:off x="327646" y="0"/>
        <a:ext cx="10187954" cy="655292"/>
      </dsp:txXfrm>
    </dsp:sp>
  </dsp:spTree>
</dsp:drawing>
</file>

<file path=ppt/diagrams/drawing3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56FC26-E9F3-432B-A710-A2D05A0535A0}">
      <dsp:nvSpPr>
        <dsp:cNvPr id="0" name=""/>
        <dsp:cNvSpPr/>
      </dsp:nvSpPr>
      <dsp:spPr>
        <a:xfrm>
          <a:off x="0" y="0"/>
          <a:ext cx="1098936" cy="1098936"/>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7E96CB8-5A8C-4415-93F3-4CC4552C6D84}">
      <dsp:nvSpPr>
        <dsp:cNvPr id="0" name=""/>
        <dsp:cNvSpPr/>
      </dsp:nvSpPr>
      <dsp:spPr>
        <a:xfrm>
          <a:off x="549468" y="0"/>
          <a:ext cx="9966132" cy="1098936"/>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b="1" kern="1200" dirty="0"/>
            <a:t>Parts of a window </a:t>
          </a:r>
          <a:endParaRPr lang="en-MW" sz="4400" kern="1200" dirty="0"/>
        </a:p>
      </dsp:txBody>
      <dsp:txXfrm>
        <a:off x="549468" y="0"/>
        <a:ext cx="9966132" cy="1098936"/>
      </dsp:txXfrm>
    </dsp:sp>
  </dsp:spTree>
</dsp:drawing>
</file>

<file path=ppt/diagrams/drawing3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56FC26-E9F3-432B-A710-A2D05A0535A0}">
      <dsp:nvSpPr>
        <dsp:cNvPr id="0" name=""/>
        <dsp:cNvSpPr/>
      </dsp:nvSpPr>
      <dsp:spPr>
        <a:xfrm>
          <a:off x="0" y="0"/>
          <a:ext cx="892175" cy="892175"/>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7E96CB8-5A8C-4415-93F3-4CC4552C6D84}">
      <dsp:nvSpPr>
        <dsp:cNvPr id="0" name=""/>
        <dsp:cNvSpPr/>
      </dsp:nvSpPr>
      <dsp:spPr>
        <a:xfrm>
          <a:off x="446087" y="0"/>
          <a:ext cx="10069512" cy="892175"/>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b="1" kern="1200" dirty="0"/>
            <a:t>Dialog Boxes </a:t>
          </a:r>
          <a:endParaRPr lang="en-MW" sz="4400" kern="1200" dirty="0"/>
        </a:p>
      </dsp:txBody>
      <dsp:txXfrm>
        <a:off x="446087" y="0"/>
        <a:ext cx="10069512" cy="892175"/>
      </dsp:txXfrm>
    </dsp:sp>
  </dsp:spTree>
</dsp:drawing>
</file>

<file path=ppt/diagrams/drawing4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56FC26-E9F3-432B-A710-A2D05A0535A0}">
      <dsp:nvSpPr>
        <dsp:cNvPr id="0" name=""/>
        <dsp:cNvSpPr/>
      </dsp:nvSpPr>
      <dsp:spPr>
        <a:xfrm>
          <a:off x="0" y="0"/>
          <a:ext cx="892175" cy="892175"/>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7E96CB8-5A8C-4415-93F3-4CC4552C6D84}">
      <dsp:nvSpPr>
        <dsp:cNvPr id="0" name=""/>
        <dsp:cNvSpPr/>
      </dsp:nvSpPr>
      <dsp:spPr>
        <a:xfrm>
          <a:off x="446087" y="0"/>
          <a:ext cx="10069512" cy="892175"/>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b="1" kern="1200" dirty="0"/>
            <a:t>Using Text Boxes </a:t>
          </a:r>
          <a:endParaRPr lang="en-MW" sz="4400" kern="1200" dirty="0"/>
        </a:p>
      </dsp:txBody>
      <dsp:txXfrm>
        <a:off x="446087" y="0"/>
        <a:ext cx="10069512" cy="892175"/>
      </dsp:txXfrm>
    </dsp:sp>
  </dsp:spTree>
</dsp:drawing>
</file>

<file path=ppt/diagrams/drawing4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56FC26-E9F3-432B-A710-A2D05A0535A0}">
      <dsp:nvSpPr>
        <dsp:cNvPr id="0" name=""/>
        <dsp:cNvSpPr/>
      </dsp:nvSpPr>
      <dsp:spPr>
        <a:xfrm>
          <a:off x="0" y="0"/>
          <a:ext cx="892175" cy="892175"/>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7E96CB8-5A8C-4415-93F3-4CC4552C6D84}">
      <dsp:nvSpPr>
        <dsp:cNvPr id="0" name=""/>
        <dsp:cNvSpPr/>
      </dsp:nvSpPr>
      <dsp:spPr>
        <a:xfrm>
          <a:off x="446087" y="0"/>
          <a:ext cx="10069512" cy="892175"/>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b="1" kern="1200" dirty="0"/>
            <a:t>Using Command Buttons </a:t>
          </a:r>
          <a:endParaRPr lang="en-MW" sz="4400" kern="1200" dirty="0"/>
        </a:p>
      </dsp:txBody>
      <dsp:txXfrm>
        <a:off x="446087" y="0"/>
        <a:ext cx="10069512" cy="892175"/>
      </dsp:txXfrm>
    </dsp:sp>
  </dsp:spTree>
</dsp:drawing>
</file>

<file path=ppt/diagrams/drawing4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DEB598-F7F3-4A11-AB95-15A25E4F5A11}">
      <dsp:nvSpPr>
        <dsp:cNvPr id="0" name=""/>
        <dsp:cNvSpPr/>
      </dsp:nvSpPr>
      <dsp:spPr>
        <a:xfrm>
          <a:off x="0" y="0"/>
          <a:ext cx="1325563" cy="1325563"/>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29292AC-6DAD-4B81-962F-5E9A2F833D81}">
      <dsp:nvSpPr>
        <dsp:cNvPr id="0" name=""/>
        <dsp:cNvSpPr/>
      </dsp:nvSpPr>
      <dsp:spPr>
        <a:xfrm>
          <a:off x="662781" y="0"/>
          <a:ext cx="9852818" cy="1325563"/>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32410" tIns="232410" rIns="232410" bIns="232410" numCol="1" spcCol="1270" anchor="ctr" anchorCtr="0">
          <a:noAutofit/>
        </a:bodyPr>
        <a:lstStyle/>
        <a:p>
          <a:pPr marL="0" lvl="0" indent="0" algn="ctr" defTabSz="2711450">
            <a:lnSpc>
              <a:spcPct val="90000"/>
            </a:lnSpc>
            <a:spcBef>
              <a:spcPct val="0"/>
            </a:spcBef>
            <a:spcAft>
              <a:spcPct val="35000"/>
            </a:spcAft>
            <a:buNone/>
          </a:pPr>
          <a:r>
            <a:rPr lang="en-US" sz="6100" kern="1200" dirty="0"/>
            <a:t>Working with files and folders</a:t>
          </a:r>
          <a:endParaRPr lang="en-MW" sz="6100" kern="1200" dirty="0"/>
        </a:p>
      </dsp:txBody>
      <dsp:txXfrm>
        <a:off x="662781" y="0"/>
        <a:ext cx="9852818" cy="1325563"/>
      </dsp:txXfrm>
    </dsp:sp>
  </dsp:spTree>
</dsp:drawing>
</file>

<file path=ppt/diagrams/drawing4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DEB598-F7F3-4A11-AB95-15A25E4F5A11}">
      <dsp:nvSpPr>
        <dsp:cNvPr id="0" name=""/>
        <dsp:cNvSpPr/>
      </dsp:nvSpPr>
      <dsp:spPr>
        <a:xfrm>
          <a:off x="0" y="0"/>
          <a:ext cx="869315" cy="869315"/>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29292AC-6DAD-4B81-962F-5E9A2F833D81}">
      <dsp:nvSpPr>
        <dsp:cNvPr id="0" name=""/>
        <dsp:cNvSpPr/>
      </dsp:nvSpPr>
      <dsp:spPr>
        <a:xfrm>
          <a:off x="434657" y="-114775"/>
          <a:ext cx="10080942" cy="1098866"/>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0" tIns="190500" rIns="190500" bIns="190500" numCol="1" spcCol="1270" anchor="ctr" anchorCtr="0">
          <a:noAutofit/>
        </a:bodyPr>
        <a:lstStyle/>
        <a:p>
          <a:pPr marL="0" lvl="0" indent="0" algn="ctr" defTabSz="2222500">
            <a:lnSpc>
              <a:spcPct val="90000"/>
            </a:lnSpc>
            <a:spcBef>
              <a:spcPct val="0"/>
            </a:spcBef>
            <a:spcAft>
              <a:spcPct val="35000"/>
            </a:spcAft>
            <a:buNone/>
          </a:pPr>
          <a:r>
            <a:rPr lang="en-US" sz="5000" kern="1200" dirty="0"/>
            <a:t>Working with files and folders</a:t>
          </a:r>
          <a:endParaRPr lang="en-MW" sz="5000" kern="1200" dirty="0"/>
        </a:p>
      </dsp:txBody>
      <dsp:txXfrm>
        <a:off x="434657" y="-114775"/>
        <a:ext cx="10080942" cy="1098866"/>
      </dsp:txXfrm>
    </dsp:sp>
  </dsp:spTree>
</dsp:drawing>
</file>

<file path=ppt/diagrams/drawing4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B20240-0911-462A-8921-0BFCB4EF531A}">
      <dsp:nvSpPr>
        <dsp:cNvPr id="0" name=""/>
        <dsp:cNvSpPr/>
      </dsp:nvSpPr>
      <dsp:spPr>
        <a:xfrm>
          <a:off x="0" y="0"/>
          <a:ext cx="1325563" cy="1325563"/>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94589C9-329B-407D-9C0F-92F77E77CBAB}">
      <dsp:nvSpPr>
        <dsp:cNvPr id="0" name=""/>
        <dsp:cNvSpPr/>
      </dsp:nvSpPr>
      <dsp:spPr>
        <a:xfrm>
          <a:off x="662781" y="0"/>
          <a:ext cx="9852818" cy="1325563"/>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32410" tIns="232410" rIns="232410" bIns="232410" numCol="1" spcCol="1270" anchor="ctr" anchorCtr="0">
          <a:noAutofit/>
        </a:bodyPr>
        <a:lstStyle/>
        <a:p>
          <a:pPr marL="0" lvl="0" indent="0" algn="ctr" defTabSz="2711450">
            <a:lnSpc>
              <a:spcPct val="90000"/>
            </a:lnSpc>
            <a:spcBef>
              <a:spcPct val="0"/>
            </a:spcBef>
            <a:spcAft>
              <a:spcPct val="35000"/>
            </a:spcAft>
            <a:buNone/>
          </a:pPr>
          <a:r>
            <a:rPr lang="en-US" sz="6100" kern="1200"/>
            <a:t>Files</a:t>
          </a:r>
          <a:endParaRPr lang="en-MW" sz="6100" kern="1200"/>
        </a:p>
      </dsp:txBody>
      <dsp:txXfrm>
        <a:off x="662781" y="0"/>
        <a:ext cx="9852818" cy="1325563"/>
      </dsp:txXfrm>
    </dsp:sp>
  </dsp:spTree>
</dsp:drawing>
</file>

<file path=ppt/diagrams/drawing4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B20240-0911-462A-8921-0BFCB4EF531A}">
      <dsp:nvSpPr>
        <dsp:cNvPr id="0" name=""/>
        <dsp:cNvSpPr/>
      </dsp:nvSpPr>
      <dsp:spPr>
        <a:xfrm>
          <a:off x="0" y="0"/>
          <a:ext cx="1325563" cy="1325563"/>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94589C9-329B-407D-9C0F-92F77E77CBAB}">
      <dsp:nvSpPr>
        <dsp:cNvPr id="0" name=""/>
        <dsp:cNvSpPr/>
      </dsp:nvSpPr>
      <dsp:spPr>
        <a:xfrm>
          <a:off x="662781" y="0"/>
          <a:ext cx="9852818" cy="1325563"/>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32410" tIns="232410" rIns="232410" bIns="232410" numCol="1" spcCol="1270" anchor="ctr" anchorCtr="0">
          <a:noAutofit/>
        </a:bodyPr>
        <a:lstStyle/>
        <a:p>
          <a:pPr marL="0" lvl="0" indent="0" algn="ctr" defTabSz="2711450">
            <a:lnSpc>
              <a:spcPct val="90000"/>
            </a:lnSpc>
            <a:spcBef>
              <a:spcPct val="0"/>
            </a:spcBef>
            <a:spcAft>
              <a:spcPct val="35000"/>
            </a:spcAft>
            <a:buNone/>
          </a:pPr>
          <a:r>
            <a:rPr lang="en-US" sz="6100" kern="1200" dirty="0"/>
            <a:t>Folders</a:t>
          </a:r>
          <a:endParaRPr lang="en-MW" sz="6100" kern="1200" dirty="0"/>
        </a:p>
      </dsp:txBody>
      <dsp:txXfrm>
        <a:off x="662781" y="0"/>
        <a:ext cx="9852818" cy="1325563"/>
      </dsp:txXfrm>
    </dsp:sp>
  </dsp:spTree>
</dsp:drawing>
</file>

<file path=ppt/diagrams/drawing4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13557F-15A3-400C-9068-653B7ADF22B4}">
      <dsp:nvSpPr>
        <dsp:cNvPr id="0" name=""/>
        <dsp:cNvSpPr/>
      </dsp:nvSpPr>
      <dsp:spPr>
        <a:xfrm>
          <a:off x="0" y="0"/>
          <a:ext cx="1325563" cy="1325563"/>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C829425-D3E5-4A31-BA5F-1AAD42AF34DF}">
      <dsp:nvSpPr>
        <dsp:cNvPr id="0" name=""/>
        <dsp:cNvSpPr/>
      </dsp:nvSpPr>
      <dsp:spPr>
        <a:xfrm>
          <a:off x="662781" y="0"/>
          <a:ext cx="9852818" cy="1325563"/>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32410" tIns="232410" rIns="232410" bIns="232410" numCol="1" spcCol="1270" anchor="ctr" anchorCtr="0">
          <a:noAutofit/>
        </a:bodyPr>
        <a:lstStyle/>
        <a:p>
          <a:pPr marL="0" lvl="0" indent="0" algn="ctr" defTabSz="2711450">
            <a:lnSpc>
              <a:spcPct val="90000"/>
            </a:lnSpc>
            <a:spcBef>
              <a:spcPct val="0"/>
            </a:spcBef>
            <a:spcAft>
              <a:spcPct val="35000"/>
            </a:spcAft>
            <a:buNone/>
          </a:pPr>
          <a:r>
            <a:rPr lang="en-US" sz="6100" kern="1200"/>
            <a:t>Folders </a:t>
          </a:r>
          <a:endParaRPr lang="en-MW" sz="6100" kern="1200"/>
        </a:p>
      </dsp:txBody>
      <dsp:txXfrm>
        <a:off x="662781" y="0"/>
        <a:ext cx="9852818" cy="1325563"/>
      </dsp:txXfrm>
    </dsp:sp>
  </dsp:spTree>
</dsp:drawing>
</file>

<file path=ppt/diagrams/drawing4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4EC5F9-14C5-4A8B-B68A-53A51D20D087}">
      <dsp:nvSpPr>
        <dsp:cNvPr id="0" name=""/>
        <dsp:cNvSpPr/>
      </dsp:nvSpPr>
      <dsp:spPr>
        <a:xfrm>
          <a:off x="0" y="0"/>
          <a:ext cx="1325563" cy="1325563"/>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002F301-BE99-4FD8-AB9A-36876270804A}">
      <dsp:nvSpPr>
        <dsp:cNvPr id="0" name=""/>
        <dsp:cNvSpPr/>
      </dsp:nvSpPr>
      <dsp:spPr>
        <a:xfrm>
          <a:off x="662781" y="0"/>
          <a:ext cx="9852818" cy="1325563"/>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32410" tIns="232410" rIns="232410" bIns="232410" numCol="1" spcCol="1270" anchor="ctr" anchorCtr="0">
          <a:noAutofit/>
        </a:bodyPr>
        <a:lstStyle/>
        <a:p>
          <a:pPr marL="0" lvl="0" indent="0" algn="ctr" defTabSz="2711450">
            <a:lnSpc>
              <a:spcPct val="90000"/>
            </a:lnSpc>
            <a:spcBef>
              <a:spcPct val="0"/>
            </a:spcBef>
            <a:spcAft>
              <a:spcPct val="35000"/>
            </a:spcAft>
            <a:buNone/>
          </a:pPr>
          <a:r>
            <a:rPr lang="en-US" sz="6100" kern="1200"/>
            <a:t>Libraries </a:t>
          </a:r>
          <a:endParaRPr lang="en-MW" sz="6100" kern="1200"/>
        </a:p>
      </dsp:txBody>
      <dsp:txXfrm>
        <a:off x="662781" y="0"/>
        <a:ext cx="9852818" cy="1325563"/>
      </dsp:txXfrm>
    </dsp:sp>
  </dsp:spTree>
</dsp:drawing>
</file>

<file path=ppt/diagrams/drawing4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4EC5F9-14C5-4A8B-B68A-53A51D20D087}">
      <dsp:nvSpPr>
        <dsp:cNvPr id="0" name=""/>
        <dsp:cNvSpPr/>
      </dsp:nvSpPr>
      <dsp:spPr>
        <a:xfrm>
          <a:off x="0" y="0"/>
          <a:ext cx="869315" cy="869315"/>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002F301-BE99-4FD8-AB9A-36876270804A}">
      <dsp:nvSpPr>
        <dsp:cNvPr id="0" name=""/>
        <dsp:cNvSpPr/>
      </dsp:nvSpPr>
      <dsp:spPr>
        <a:xfrm>
          <a:off x="404011" y="0"/>
          <a:ext cx="10080942" cy="869315"/>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b="1" kern="1200" dirty="0"/>
            <a:t>Using libraries to access your files and folders</a:t>
          </a:r>
          <a:r>
            <a:rPr lang="en-US" sz="4000" kern="1200" dirty="0"/>
            <a:t> </a:t>
          </a:r>
          <a:endParaRPr lang="en-MW" sz="4000" kern="1200" dirty="0"/>
        </a:p>
      </dsp:txBody>
      <dsp:txXfrm>
        <a:off x="404011" y="0"/>
        <a:ext cx="10080942" cy="869315"/>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15.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16.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17.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18.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19.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20.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21.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22.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23.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24.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25.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26.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27.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28.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29.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30.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31.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32.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33.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34.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35.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36.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37.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38.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39.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40.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41.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42.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43.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44.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45.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46.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47.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48.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en-MW"/>
          </a:p>
        </p:txBody>
      </p:sp>
      <p:sp>
        <p:nvSpPr>
          <p:cNvPr id="3" name="Date Placeholder 2"/>
          <p:cNvSpPr>
            <a:spLocks noGrp="1"/>
          </p:cNvSpPr>
          <p:nvPr>
            <p:ph type="dt" idx="1"/>
          </p:nvPr>
        </p:nvSpPr>
        <p:spPr>
          <a:xfrm>
            <a:off x="4022725" y="0"/>
            <a:ext cx="3078163" cy="512763"/>
          </a:xfrm>
          <a:prstGeom prst="rect">
            <a:avLst/>
          </a:prstGeom>
        </p:spPr>
        <p:txBody>
          <a:bodyPr vert="horz" lIns="91440" tIns="45720" rIns="91440" bIns="45720" rtlCol="0"/>
          <a:lstStyle>
            <a:lvl1pPr algn="r">
              <a:defRPr sz="1200"/>
            </a:lvl1pPr>
          </a:lstStyle>
          <a:p>
            <a:fld id="{C03F737D-DC21-4A5A-A705-9D61E1A23361}" type="datetimeFigureOut">
              <a:rPr lang="en-MW" smtClean="0"/>
              <a:t>23/06/2021</a:t>
            </a:fld>
            <a:endParaRPr lang="en-MW"/>
          </a:p>
        </p:txBody>
      </p:sp>
      <p:sp>
        <p:nvSpPr>
          <p:cNvPr id="4" name="Slide Image Placeholder 3"/>
          <p:cNvSpPr>
            <a:spLocks noGrp="1" noRot="1" noChangeAspect="1"/>
          </p:cNvSpPr>
          <p:nvPr>
            <p:ph type="sldImg" idx="2"/>
          </p:nvPr>
        </p:nvSpPr>
        <p:spPr>
          <a:xfrm>
            <a:off x="482600" y="1279525"/>
            <a:ext cx="6137275" cy="3452813"/>
          </a:xfrm>
          <a:prstGeom prst="rect">
            <a:avLst/>
          </a:prstGeom>
          <a:noFill/>
          <a:ln w="12700">
            <a:solidFill>
              <a:prstClr val="black"/>
            </a:solidFill>
          </a:ln>
        </p:spPr>
        <p:txBody>
          <a:bodyPr vert="horz" lIns="91440" tIns="45720" rIns="91440" bIns="45720" rtlCol="0" anchor="ctr"/>
          <a:lstStyle/>
          <a:p>
            <a:endParaRPr lang="en-MW"/>
          </a:p>
        </p:txBody>
      </p:sp>
      <p:sp>
        <p:nvSpPr>
          <p:cNvPr id="5" name="Notes Placeholder 4"/>
          <p:cNvSpPr>
            <a:spLocks noGrp="1"/>
          </p:cNvSpPr>
          <p:nvPr>
            <p:ph type="body" sz="quarter" idx="3"/>
          </p:nvPr>
        </p:nvSpPr>
        <p:spPr>
          <a:xfrm>
            <a:off x="709613" y="4924425"/>
            <a:ext cx="5683250" cy="4029075"/>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MW"/>
          </a:p>
        </p:txBody>
      </p:sp>
      <p:sp>
        <p:nvSpPr>
          <p:cNvPr id="6" name="Footer Placeholder 5"/>
          <p:cNvSpPr>
            <a:spLocks noGrp="1"/>
          </p:cNvSpPr>
          <p:nvPr>
            <p:ph type="ftr" sz="quarter" idx="4"/>
          </p:nvPr>
        </p:nvSpPr>
        <p:spPr>
          <a:xfrm>
            <a:off x="0" y="9720263"/>
            <a:ext cx="3078163" cy="512762"/>
          </a:xfrm>
          <a:prstGeom prst="rect">
            <a:avLst/>
          </a:prstGeom>
        </p:spPr>
        <p:txBody>
          <a:bodyPr vert="horz" lIns="91440" tIns="45720" rIns="91440" bIns="45720" rtlCol="0" anchor="b"/>
          <a:lstStyle>
            <a:lvl1pPr algn="l">
              <a:defRPr sz="1200"/>
            </a:lvl1pPr>
          </a:lstStyle>
          <a:p>
            <a:endParaRPr lang="en-MW"/>
          </a:p>
        </p:txBody>
      </p:sp>
      <p:sp>
        <p:nvSpPr>
          <p:cNvPr id="7" name="Slide Number Placeholder 6"/>
          <p:cNvSpPr>
            <a:spLocks noGrp="1"/>
          </p:cNvSpPr>
          <p:nvPr>
            <p:ph type="sldNum" sz="quarter" idx="5"/>
          </p:nvPr>
        </p:nvSpPr>
        <p:spPr>
          <a:xfrm>
            <a:off x="4022725" y="9720263"/>
            <a:ext cx="3078163" cy="512762"/>
          </a:xfrm>
          <a:prstGeom prst="rect">
            <a:avLst/>
          </a:prstGeom>
        </p:spPr>
        <p:txBody>
          <a:bodyPr vert="horz" lIns="91440" tIns="45720" rIns="91440" bIns="45720" rtlCol="0" anchor="b"/>
          <a:lstStyle>
            <a:lvl1pPr algn="r">
              <a:defRPr sz="1200"/>
            </a:lvl1pPr>
          </a:lstStyle>
          <a:p>
            <a:fld id="{EE953957-FE0F-4BC1-9924-EDDAA8BE4735}" type="slidenum">
              <a:rPr lang="en-MW" smtClean="0"/>
              <a:t>‹#›</a:t>
            </a:fld>
            <a:endParaRPr lang="en-MW"/>
          </a:p>
        </p:txBody>
      </p:sp>
    </p:spTree>
    <p:extLst>
      <p:ext uri="{BB962C8B-B14F-4D97-AF65-F5344CB8AC3E}">
        <p14:creationId xmlns:p14="http://schemas.microsoft.com/office/powerpoint/2010/main" val="33822604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7372CE5-DFD6-41E2-9869-33404977530A}" type="datetime1">
              <a:rPr lang="en-US" smtClean="0"/>
              <a:t>6/23/2021</a:t>
            </a:fld>
            <a:endParaRPr lang="en-US"/>
          </a:p>
        </p:txBody>
      </p:sp>
      <p:sp>
        <p:nvSpPr>
          <p:cNvPr id="5" name="Footer Placeholder 4"/>
          <p:cNvSpPr>
            <a:spLocks noGrp="1"/>
          </p:cNvSpPr>
          <p:nvPr>
            <p:ph type="ftr" sz="quarter" idx="11"/>
          </p:nvPr>
        </p:nvSpPr>
        <p:spPr/>
        <p:txBody>
          <a:bodyPr/>
          <a:lstStyle/>
          <a:p>
            <a:r>
              <a:rPr lang="en-US"/>
              <a:t>G. Nkhata@mzuni2018/19</a:t>
            </a:r>
          </a:p>
        </p:txBody>
      </p:sp>
      <p:sp>
        <p:nvSpPr>
          <p:cNvPr id="6" name="Slide Number Placeholder 5"/>
          <p:cNvSpPr>
            <a:spLocks noGrp="1"/>
          </p:cNvSpPr>
          <p:nvPr>
            <p:ph type="sldNum" sz="quarter" idx="12"/>
          </p:nvPr>
        </p:nvSpPr>
        <p:spPr/>
        <p:txBody>
          <a:bodyPr/>
          <a:lstStyle/>
          <a:p>
            <a:fld id="{B646E9EF-1019-4E36-B7A1-F154D482C8B7}" type="slidenum">
              <a:rPr lang="en-US" smtClean="0"/>
              <a:t>‹#›</a:t>
            </a:fld>
            <a:endParaRPr lang="en-US"/>
          </a:p>
        </p:txBody>
      </p:sp>
    </p:spTree>
    <p:extLst>
      <p:ext uri="{BB962C8B-B14F-4D97-AF65-F5344CB8AC3E}">
        <p14:creationId xmlns:p14="http://schemas.microsoft.com/office/powerpoint/2010/main" val="17195577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DCA9BE0-7310-4115-9736-7C1E9F1AAF4F}" type="datetime1">
              <a:rPr lang="en-US" smtClean="0"/>
              <a:t>6/23/2021</a:t>
            </a:fld>
            <a:endParaRPr lang="en-US"/>
          </a:p>
        </p:txBody>
      </p:sp>
      <p:sp>
        <p:nvSpPr>
          <p:cNvPr id="5" name="Footer Placeholder 4"/>
          <p:cNvSpPr>
            <a:spLocks noGrp="1"/>
          </p:cNvSpPr>
          <p:nvPr>
            <p:ph type="ftr" sz="quarter" idx="11"/>
          </p:nvPr>
        </p:nvSpPr>
        <p:spPr/>
        <p:txBody>
          <a:bodyPr/>
          <a:lstStyle/>
          <a:p>
            <a:r>
              <a:rPr lang="en-US"/>
              <a:t>G. Nkhata@mzuni2018/19</a:t>
            </a:r>
          </a:p>
        </p:txBody>
      </p:sp>
      <p:sp>
        <p:nvSpPr>
          <p:cNvPr id="6" name="Slide Number Placeholder 5"/>
          <p:cNvSpPr>
            <a:spLocks noGrp="1"/>
          </p:cNvSpPr>
          <p:nvPr>
            <p:ph type="sldNum" sz="quarter" idx="12"/>
          </p:nvPr>
        </p:nvSpPr>
        <p:spPr/>
        <p:txBody>
          <a:bodyPr/>
          <a:lstStyle/>
          <a:p>
            <a:fld id="{B646E9EF-1019-4E36-B7A1-F154D482C8B7}" type="slidenum">
              <a:rPr lang="en-US" smtClean="0"/>
              <a:t>‹#›</a:t>
            </a:fld>
            <a:endParaRPr lang="en-US"/>
          </a:p>
        </p:txBody>
      </p:sp>
    </p:spTree>
    <p:extLst>
      <p:ext uri="{BB962C8B-B14F-4D97-AF65-F5344CB8AC3E}">
        <p14:creationId xmlns:p14="http://schemas.microsoft.com/office/powerpoint/2010/main" val="26789790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458D16D-127E-496D-A728-D06FF16F9FF1}" type="datetime1">
              <a:rPr lang="en-US" smtClean="0"/>
              <a:t>6/23/2021</a:t>
            </a:fld>
            <a:endParaRPr lang="en-US"/>
          </a:p>
        </p:txBody>
      </p:sp>
      <p:sp>
        <p:nvSpPr>
          <p:cNvPr id="5" name="Footer Placeholder 4"/>
          <p:cNvSpPr>
            <a:spLocks noGrp="1"/>
          </p:cNvSpPr>
          <p:nvPr>
            <p:ph type="ftr" sz="quarter" idx="11"/>
          </p:nvPr>
        </p:nvSpPr>
        <p:spPr/>
        <p:txBody>
          <a:bodyPr/>
          <a:lstStyle/>
          <a:p>
            <a:r>
              <a:rPr lang="en-US"/>
              <a:t>G. Nkhata@mzuni2018/19</a:t>
            </a:r>
          </a:p>
        </p:txBody>
      </p:sp>
      <p:sp>
        <p:nvSpPr>
          <p:cNvPr id="6" name="Slide Number Placeholder 5"/>
          <p:cNvSpPr>
            <a:spLocks noGrp="1"/>
          </p:cNvSpPr>
          <p:nvPr>
            <p:ph type="sldNum" sz="quarter" idx="12"/>
          </p:nvPr>
        </p:nvSpPr>
        <p:spPr/>
        <p:txBody>
          <a:bodyPr/>
          <a:lstStyle/>
          <a:p>
            <a:fld id="{B646E9EF-1019-4E36-B7A1-F154D482C8B7}" type="slidenum">
              <a:rPr lang="en-US" smtClean="0"/>
              <a:t>‹#›</a:t>
            </a:fld>
            <a:endParaRPr lang="en-US"/>
          </a:p>
        </p:txBody>
      </p:sp>
    </p:spTree>
    <p:extLst>
      <p:ext uri="{BB962C8B-B14F-4D97-AF65-F5344CB8AC3E}">
        <p14:creationId xmlns:p14="http://schemas.microsoft.com/office/powerpoint/2010/main" val="9424404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4B19D62-1079-495F-9097-2B28314BC5F9}" type="datetime1">
              <a:rPr lang="en-US" smtClean="0"/>
              <a:t>6/23/2021</a:t>
            </a:fld>
            <a:endParaRPr lang="en-US"/>
          </a:p>
        </p:txBody>
      </p:sp>
      <p:sp>
        <p:nvSpPr>
          <p:cNvPr id="6" name="Footer Placeholder 5"/>
          <p:cNvSpPr>
            <a:spLocks noGrp="1"/>
          </p:cNvSpPr>
          <p:nvPr>
            <p:ph type="ftr" sz="quarter" idx="11"/>
          </p:nvPr>
        </p:nvSpPr>
        <p:spPr/>
        <p:txBody>
          <a:bodyPr/>
          <a:lstStyle/>
          <a:p>
            <a:r>
              <a:rPr lang="en-US"/>
              <a:t>G. Nkhata@mzuni2018/19</a:t>
            </a:r>
          </a:p>
        </p:txBody>
      </p:sp>
      <p:sp>
        <p:nvSpPr>
          <p:cNvPr id="7" name="Slide Number Placeholder 6"/>
          <p:cNvSpPr>
            <a:spLocks noGrp="1"/>
          </p:cNvSpPr>
          <p:nvPr>
            <p:ph type="sldNum" sz="quarter" idx="12"/>
          </p:nvPr>
        </p:nvSpPr>
        <p:spPr/>
        <p:txBody>
          <a:bodyPr/>
          <a:lstStyle/>
          <a:p>
            <a:fld id="{B646E9EF-1019-4E36-B7A1-F154D482C8B7}" type="slidenum">
              <a:rPr lang="en-US" smtClean="0"/>
              <a:t>‹#›</a:t>
            </a:fld>
            <a:endParaRPr lang="en-US"/>
          </a:p>
        </p:txBody>
      </p:sp>
    </p:spTree>
    <p:extLst>
      <p:ext uri="{BB962C8B-B14F-4D97-AF65-F5344CB8AC3E}">
        <p14:creationId xmlns:p14="http://schemas.microsoft.com/office/powerpoint/2010/main" val="11677962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3317053-43F0-4960-A899-61819CF0CEED}" type="datetime1">
              <a:rPr lang="en-US" smtClean="0"/>
              <a:t>6/23/2021</a:t>
            </a:fld>
            <a:endParaRPr lang="en-US"/>
          </a:p>
        </p:txBody>
      </p:sp>
      <p:sp>
        <p:nvSpPr>
          <p:cNvPr id="8" name="Footer Placeholder 7"/>
          <p:cNvSpPr>
            <a:spLocks noGrp="1"/>
          </p:cNvSpPr>
          <p:nvPr>
            <p:ph type="ftr" sz="quarter" idx="11"/>
          </p:nvPr>
        </p:nvSpPr>
        <p:spPr/>
        <p:txBody>
          <a:bodyPr/>
          <a:lstStyle/>
          <a:p>
            <a:r>
              <a:rPr lang="en-US"/>
              <a:t>G. Nkhata@mzuni2018/19</a:t>
            </a:r>
          </a:p>
        </p:txBody>
      </p:sp>
      <p:sp>
        <p:nvSpPr>
          <p:cNvPr id="9" name="Slide Number Placeholder 8"/>
          <p:cNvSpPr>
            <a:spLocks noGrp="1"/>
          </p:cNvSpPr>
          <p:nvPr>
            <p:ph type="sldNum" sz="quarter" idx="12"/>
          </p:nvPr>
        </p:nvSpPr>
        <p:spPr/>
        <p:txBody>
          <a:bodyPr/>
          <a:lstStyle/>
          <a:p>
            <a:fld id="{B646E9EF-1019-4E36-B7A1-F154D482C8B7}" type="slidenum">
              <a:rPr lang="en-US" smtClean="0"/>
              <a:t>‹#›</a:t>
            </a:fld>
            <a:endParaRPr lang="en-US"/>
          </a:p>
        </p:txBody>
      </p:sp>
    </p:spTree>
    <p:extLst>
      <p:ext uri="{BB962C8B-B14F-4D97-AF65-F5344CB8AC3E}">
        <p14:creationId xmlns:p14="http://schemas.microsoft.com/office/powerpoint/2010/main" val="11983517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F28BB49-0EA4-419F-AA51-F2290B84F4AB}" type="datetime1">
              <a:rPr lang="en-US" smtClean="0"/>
              <a:t>6/23/2021</a:t>
            </a:fld>
            <a:endParaRPr lang="en-US"/>
          </a:p>
        </p:txBody>
      </p:sp>
      <p:sp>
        <p:nvSpPr>
          <p:cNvPr id="4" name="Footer Placeholder 3"/>
          <p:cNvSpPr>
            <a:spLocks noGrp="1"/>
          </p:cNvSpPr>
          <p:nvPr>
            <p:ph type="ftr" sz="quarter" idx="11"/>
          </p:nvPr>
        </p:nvSpPr>
        <p:spPr/>
        <p:txBody>
          <a:bodyPr/>
          <a:lstStyle/>
          <a:p>
            <a:r>
              <a:rPr lang="en-US"/>
              <a:t>G. Nkhata@mzuni2018/19</a:t>
            </a:r>
          </a:p>
        </p:txBody>
      </p:sp>
      <p:sp>
        <p:nvSpPr>
          <p:cNvPr id="5" name="Slide Number Placeholder 4"/>
          <p:cNvSpPr>
            <a:spLocks noGrp="1"/>
          </p:cNvSpPr>
          <p:nvPr>
            <p:ph type="sldNum" sz="quarter" idx="12"/>
          </p:nvPr>
        </p:nvSpPr>
        <p:spPr/>
        <p:txBody>
          <a:bodyPr/>
          <a:lstStyle/>
          <a:p>
            <a:fld id="{B646E9EF-1019-4E36-B7A1-F154D482C8B7}" type="slidenum">
              <a:rPr lang="en-US" smtClean="0"/>
              <a:t>‹#›</a:t>
            </a:fld>
            <a:endParaRPr lang="en-US"/>
          </a:p>
        </p:txBody>
      </p:sp>
    </p:spTree>
    <p:extLst>
      <p:ext uri="{BB962C8B-B14F-4D97-AF65-F5344CB8AC3E}">
        <p14:creationId xmlns:p14="http://schemas.microsoft.com/office/powerpoint/2010/main" val="3035088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52487A3-10D6-40D0-AFA3-206D392D0258}" type="datetime1">
              <a:rPr lang="en-US" smtClean="0"/>
              <a:t>6/23/2021</a:t>
            </a:fld>
            <a:endParaRPr lang="en-US"/>
          </a:p>
        </p:txBody>
      </p:sp>
      <p:sp>
        <p:nvSpPr>
          <p:cNvPr id="3" name="Footer Placeholder 2"/>
          <p:cNvSpPr>
            <a:spLocks noGrp="1"/>
          </p:cNvSpPr>
          <p:nvPr>
            <p:ph type="ftr" sz="quarter" idx="11"/>
          </p:nvPr>
        </p:nvSpPr>
        <p:spPr/>
        <p:txBody>
          <a:bodyPr/>
          <a:lstStyle/>
          <a:p>
            <a:r>
              <a:rPr lang="en-US"/>
              <a:t>G. Nkhata@mzuni2018/19</a:t>
            </a:r>
          </a:p>
        </p:txBody>
      </p:sp>
      <p:sp>
        <p:nvSpPr>
          <p:cNvPr id="4" name="Slide Number Placeholder 3"/>
          <p:cNvSpPr>
            <a:spLocks noGrp="1"/>
          </p:cNvSpPr>
          <p:nvPr>
            <p:ph type="sldNum" sz="quarter" idx="12"/>
          </p:nvPr>
        </p:nvSpPr>
        <p:spPr/>
        <p:txBody>
          <a:bodyPr/>
          <a:lstStyle/>
          <a:p>
            <a:fld id="{B646E9EF-1019-4E36-B7A1-F154D482C8B7}" type="slidenum">
              <a:rPr lang="en-US" smtClean="0"/>
              <a:t>‹#›</a:t>
            </a:fld>
            <a:endParaRPr lang="en-US"/>
          </a:p>
        </p:txBody>
      </p:sp>
    </p:spTree>
    <p:extLst>
      <p:ext uri="{BB962C8B-B14F-4D97-AF65-F5344CB8AC3E}">
        <p14:creationId xmlns:p14="http://schemas.microsoft.com/office/powerpoint/2010/main" val="29278295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A314A26-4FB6-4597-97EB-D56C65A302F7}" type="datetime1">
              <a:rPr lang="en-US" smtClean="0"/>
              <a:t>6/23/2021</a:t>
            </a:fld>
            <a:endParaRPr lang="en-US"/>
          </a:p>
        </p:txBody>
      </p:sp>
      <p:sp>
        <p:nvSpPr>
          <p:cNvPr id="6" name="Footer Placeholder 5"/>
          <p:cNvSpPr>
            <a:spLocks noGrp="1"/>
          </p:cNvSpPr>
          <p:nvPr>
            <p:ph type="ftr" sz="quarter" idx="11"/>
          </p:nvPr>
        </p:nvSpPr>
        <p:spPr/>
        <p:txBody>
          <a:bodyPr/>
          <a:lstStyle/>
          <a:p>
            <a:r>
              <a:rPr lang="en-US"/>
              <a:t>G. Nkhata@mzuni2018/19</a:t>
            </a:r>
          </a:p>
        </p:txBody>
      </p:sp>
      <p:sp>
        <p:nvSpPr>
          <p:cNvPr id="7" name="Slide Number Placeholder 6"/>
          <p:cNvSpPr>
            <a:spLocks noGrp="1"/>
          </p:cNvSpPr>
          <p:nvPr>
            <p:ph type="sldNum" sz="quarter" idx="12"/>
          </p:nvPr>
        </p:nvSpPr>
        <p:spPr/>
        <p:txBody>
          <a:bodyPr/>
          <a:lstStyle/>
          <a:p>
            <a:fld id="{B646E9EF-1019-4E36-B7A1-F154D482C8B7}" type="slidenum">
              <a:rPr lang="en-US" smtClean="0"/>
              <a:t>‹#›</a:t>
            </a:fld>
            <a:endParaRPr lang="en-US"/>
          </a:p>
        </p:txBody>
      </p:sp>
    </p:spTree>
    <p:extLst>
      <p:ext uri="{BB962C8B-B14F-4D97-AF65-F5344CB8AC3E}">
        <p14:creationId xmlns:p14="http://schemas.microsoft.com/office/powerpoint/2010/main" val="22315322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498B5E5-78BA-4FAC-8A61-A5AB9CE0BB38}" type="datetime1">
              <a:rPr lang="en-US" smtClean="0"/>
              <a:t>6/23/2021</a:t>
            </a:fld>
            <a:endParaRPr lang="en-US"/>
          </a:p>
        </p:txBody>
      </p:sp>
      <p:sp>
        <p:nvSpPr>
          <p:cNvPr id="6" name="Footer Placeholder 5"/>
          <p:cNvSpPr>
            <a:spLocks noGrp="1"/>
          </p:cNvSpPr>
          <p:nvPr>
            <p:ph type="ftr" sz="quarter" idx="11"/>
          </p:nvPr>
        </p:nvSpPr>
        <p:spPr/>
        <p:txBody>
          <a:bodyPr/>
          <a:lstStyle/>
          <a:p>
            <a:r>
              <a:rPr lang="en-US"/>
              <a:t>G. Nkhata@mzuni2018/19</a:t>
            </a:r>
          </a:p>
        </p:txBody>
      </p:sp>
      <p:sp>
        <p:nvSpPr>
          <p:cNvPr id="7" name="Slide Number Placeholder 6"/>
          <p:cNvSpPr>
            <a:spLocks noGrp="1"/>
          </p:cNvSpPr>
          <p:nvPr>
            <p:ph type="sldNum" sz="quarter" idx="12"/>
          </p:nvPr>
        </p:nvSpPr>
        <p:spPr/>
        <p:txBody>
          <a:bodyPr/>
          <a:lstStyle/>
          <a:p>
            <a:fld id="{B646E9EF-1019-4E36-B7A1-F154D482C8B7}" type="slidenum">
              <a:rPr lang="en-US" smtClean="0"/>
              <a:t>‹#›</a:t>
            </a:fld>
            <a:endParaRPr lang="en-US"/>
          </a:p>
        </p:txBody>
      </p:sp>
    </p:spTree>
    <p:extLst>
      <p:ext uri="{BB962C8B-B14F-4D97-AF65-F5344CB8AC3E}">
        <p14:creationId xmlns:p14="http://schemas.microsoft.com/office/powerpoint/2010/main" val="12472562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358820D-E5E6-4958-9A1B-AF6F6B5805BF}" type="datetime1">
              <a:rPr lang="en-US" smtClean="0"/>
              <a:t>6/23/2021</a:t>
            </a:fld>
            <a:endParaRPr lang="en-US"/>
          </a:p>
        </p:txBody>
      </p:sp>
      <p:sp>
        <p:nvSpPr>
          <p:cNvPr id="5" name="Footer Placeholder 4"/>
          <p:cNvSpPr>
            <a:spLocks noGrp="1"/>
          </p:cNvSpPr>
          <p:nvPr>
            <p:ph type="ftr" sz="quarter" idx="11"/>
          </p:nvPr>
        </p:nvSpPr>
        <p:spPr/>
        <p:txBody>
          <a:bodyPr/>
          <a:lstStyle/>
          <a:p>
            <a:r>
              <a:rPr lang="en-US"/>
              <a:t>G. Nkhata@mzuni2018/19</a:t>
            </a:r>
          </a:p>
        </p:txBody>
      </p:sp>
      <p:sp>
        <p:nvSpPr>
          <p:cNvPr id="6" name="Slide Number Placeholder 5"/>
          <p:cNvSpPr>
            <a:spLocks noGrp="1"/>
          </p:cNvSpPr>
          <p:nvPr>
            <p:ph type="sldNum" sz="quarter" idx="12"/>
          </p:nvPr>
        </p:nvSpPr>
        <p:spPr/>
        <p:txBody>
          <a:bodyPr/>
          <a:lstStyle/>
          <a:p>
            <a:fld id="{B646E9EF-1019-4E36-B7A1-F154D482C8B7}" type="slidenum">
              <a:rPr lang="en-US" smtClean="0"/>
              <a:t>‹#›</a:t>
            </a:fld>
            <a:endParaRPr lang="en-US"/>
          </a:p>
        </p:txBody>
      </p:sp>
    </p:spTree>
    <p:extLst>
      <p:ext uri="{BB962C8B-B14F-4D97-AF65-F5344CB8AC3E}">
        <p14:creationId xmlns:p14="http://schemas.microsoft.com/office/powerpoint/2010/main" val="36368519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D7C2C52-6013-49C9-8822-3759BD275E7A}" type="datetime1">
              <a:rPr lang="en-US" smtClean="0"/>
              <a:t>6/23/2021</a:t>
            </a:fld>
            <a:endParaRPr lang="en-US"/>
          </a:p>
        </p:txBody>
      </p:sp>
      <p:sp>
        <p:nvSpPr>
          <p:cNvPr id="5" name="Footer Placeholder 4"/>
          <p:cNvSpPr>
            <a:spLocks noGrp="1"/>
          </p:cNvSpPr>
          <p:nvPr>
            <p:ph type="ftr" sz="quarter" idx="11"/>
          </p:nvPr>
        </p:nvSpPr>
        <p:spPr/>
        <p:txBody>
          <a:bodyPr/>
          <a:lstStyle/>
          <a:p>
            <a:r>
              <a:rPr lang="en-US"/>
              <a:t>G. Nkhata@mzuni2018/19</a:t>
            </a:r>
          </a:p>
        </p:txBody>
      </p:sp>
      <p:sp>
        <p:nvSpPr>
          <p:cNvPr id="6" name="Slide Number Placeholder 5"/>
          <p:cNvSpPr>
            <a:spLocks noGrp="1"/>
          </p:cNvSpPr>
          <p:nvPr>
            <p:ph type="sldNum" sz="quarter" idx="12"/>
          </p:nvPr>
        </p:nvSpPr>
        <p:spPr/>
        <p:txBody>
          <a:bodyPr/>
          <a:lstStyle/>
          <a:p>
            <a:fld id="{B646E9EF-1019-4E36-B7A1-F154D482C8B7}" type="slidenum">
              <a:rPr lang="en-US" smtClean="0"/>
              <a:t>‹#›</a:t>
            </a:fld>
            <a:endParaRPr lang="en-US"/>
          </a:p>
        </p:txBody>
      </p:sp>
    </p:spTree>
    <p:extLst>
      <p:ext uri="{BB962C8B-B14F-4D97-AF65-F5344CB8AC3E}">
        <p14:creationId xmlns:p14="http://schemas.microsoft.com/office/powerpoint/2010/main" val="5512262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CC2BA4-C311-4395-A8FF-5C5DAD13F1DB}" type="datetime1">
              <a:rPr lang="en-US" smtClean="0"/>
              <a:t>6/23/2021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G. Nkhata@mzuni2018/19</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46E9EF-1019-4E36-B7A1-F154D482C8B7}" type="slidenum">
              <a:rPr lang="en-US" smtClean="0"/>
              <a:t>‹#›</a:t>
            </a:fld>
            <a:endParaRPr lang="en-US"/>
          </a:p>
        </p:txBody>
      </p:sp>
    </p:spTree>
    <p:extLst>
      <p:ext uri="{BB962C8B-B14F-4D97-AF65-F5344CB8AC3E}">
        <p14:creationId xmlns:p14="http://schemas.microsoft.com/office/powerpoint/2010/main" val="38224466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5.xml"/><Relationship Id="rId7" Type="http://schemas.openxmlformats.org/officeDocument/2006/relationships/image" Target="../media/image2.jpeg"/><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6.xml"/><Relationship Id="rId7" Type="http://schemas.openxmlformats.org/officeDocument/2006/relationships/image" Target="../media/image3.jpeg"/><Relationship Id="rId2" Type="http://schemas.openxmlformats.org/officeDocument/2006/relationships/diagramData" Target="../diagrams/data16.xml"/><Relationship Id="rId1" Type="http://schemas.openxmlformats.org/officeDocument/2006/relationships/slideLayout" Target="../slideLayouts/slideLayout2.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19.xml.rels><?xml version="1.0" encoding="UTF-8" standalone="yes"?>
<Relationships xmlns="http://schemas.openxmlformats.org/package/2006/relationships"><Relationship Id="rId8" Type="http://schemas.openxmlformats.org/officeDocument/2006/relationships/image" Target="../media/image5.jpeg"/><Relationship Id="rId3" Type="http://schemas.openxmlformats.org/officeDocument/2006/relationships/diagramLayout" Target="../diagrams/layout17.xml"/><Relationship Id="rId7" Type="http://schemas.openxmlformats.org/officeDocument/2006/relationships/image" Target="../media/image4.jpeg"/><Relationship Id="rId2" Type="http://schemas.openxmlformats.org/officeDocument/2006/relationships/diagramData" Target="../diagrams/data17.xml"/><Relationship Id="rId1" Type="http://schemas.openxmlformats.org/officeDocument/2006/relationships/slideLayout" Target="../slideLayouts/slideLayout2.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18.xml"/><Relationship Id="rId7" Type="http://schemas.openxmlformats.org/officeDocument/2006/relationships/image" Target="../media/image6.jpeg"/><Relationship Id="rId2" Type="http://schemas.openxmlformats.org/officeDocument/2006/relationships/diagramData" Target="../diagrams/data18.xml"/><Relationship Id="rId1" Type="http://schemas.openxmlformats.org/officeDocument/2006/relationships/slideLayout" Target="../slideLayouts/slideLayout2.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19.xml"/><Relationship Id="rId7" Type="http://schemas.openxmlformats.org/officeDocument/2006/relationships/image" Target="../media/image7.jpeg"/><Relationship Id="rId2" Type="http://schemas.openxmlformats.org/officeDocument/2006/relationships/diagramData" Target="../diagrams/data19.xml"/><Relationship Id="rId1" Type="http://schemas.openxmlformats.org/officeDocument/2006/relationships/slideLayout" Target="../slideLayouts/slideLayout2.xml"/><Relationship Id="rId6" Type="http://schemas.microsoft.com/office/2007/relationships/diagramDrawing" Target="../diagrams/drawing19.xml"/><Relationship Id="rId5" Type="http://schemas.openxmlformats.org/officeDocument/2006/relationships/diagramColors" Target="../diagrams/colors19.xml"/><Relationship Id="rId4" Type="http://schemas.openxmlformats.org/officeDocument/2006/relationships/diagramQuickStyle" Target="../diagrams/quickStyle19.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20.xml"/><Relationship Id="rId2" Type="http://schemas.openxmlformats.org/officeDocument/2006/relationships/diagramData" Target="../diagrams/data20.xml"/><Relationship Id="rId1" Type="http://schemas.openxmlformats.org/officeDocument/2006/relationships/slideLayout" Target="../slideLayouts/slideLayout2.xml"/><Relationship Id="rId6" Type="http://schemas.microsoft.com/office/2007/relationships/diagramDrawing" Target="../diagrams/drawing20.xml"/><Relationship Id="rId5" Type="http://schemas.openxmlformats.org/officeDocument/2006/relationships/diagramColors" Target="../diagrams/colors20.xml"/><Relationship Id="rId4" Type="http://schemas.openxmlformats.org/officeDocument/2006/relationships/diagramQuickStyle" Target="../diagrams/quickStyle20.xml"/></Relationships>
</file>

<file path=ppt/slides/_rels/slide23.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diagramLayout" Target="../diagrams/layout21.xml"/><Relationship Id="rId7" Type="http://schemas.openxmlformats.org/officeDocument/2006/relationships/image" Target="../media/image8.png"/><Relationship Id="rId2" Type="http://schemas.openxmlformats.org/officeDocument/2006/relationships/diagramData" Target="../diagrams/data21.xml"/><Relationship Id="rId1" Type="http://schemas.openxmlformats.org/officeDocument/2006/relationships/slideLayout" Target="../slideLayouts/slideLayout2.xml"/><Relationship Id="rId6" Type="http://schemas.microsoft.com/office/2007/relationships/diagramDrawing" Target="../diagrams/drawing21.xml"/><Relationship Id="rId5" Type="http://schemas.openxmlformats.org/officeDocument/2006/relationships/diagramColors" Target="../diagrams/colors21.xml"/><Relationship Id="rId4" Type="http://schemas.openxmlformats.org/officeDocument/2006/relationships/diagramQuickStyle" Target="../diagrams/quickStyle21.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22.xml"/><Relationship Id="rId2" Type="http://schemas.openxmlformats.org/officeDocument/2006/relationships/diagramData" Target="../diagrams/data22.xml"/><Relationship Id="rId1" Type="http://schemas.openxmlformats.org/officeDocument/2006/relationships/slideLayout" Target="../slideLayouts/slideLayout2.xml"/><Relationship Id="rId6" Type="http://schemas.microsoft.com/office/2007/relationships/diagramDrawing" Target="../diagrams/drawing22.xml"/><Relationship Id="rId5" Type="http://schemas.openxmlformats.org/officeDocument/2006/relationships/diagramColors" Target="../diagrams/colors22.xml"/><Relationship Id="rId4" Type="http://schemas.openxmlformats.org/officeDocument/2006/relationships/diagramQuickStyle" Target="../diagrams/quickStyle22.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23.xml"/><Relationship Id="rId7" Type="http://schemas.openxmlformats.org/officeDocument/2006/relationships/image" Target="../media/image10.PNG"/><Relationship Id="rId2" Type="http://schemas.openxmlformats.org/officeDocument/2006/relationships/diagramData" Target="../diagrams/data23.xml"/><Relationship Id="rId1" Type="http://schemas.openxmlformats.org/officeDocument/2006/relationships/slideLayout" Target="../slideLayouts/slideLayout2.xml"/><Relationship Id="rId6" Type="http://schemas.microsoft.com/office/2007/relationships/diagramDrawing" Target="../diagrams/drawing23.xml"/><Relationship Id="rId5" Type="http://schemas.openxmlformats.org/officeDocument/2006/relationships/diagramColors" Target="../diagrams/colors23.xml"/><Relationship Id="rId4" Type="http://schemas.openxmlformats.org/officeDocument/2006/relationships/diagramQuickStyle" Target="../diagrams/quickStyle23.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24.xml"/><Relationship Id="rId2" Type="http://schemas.openxmlformats.org/officeDocument/2006/relationships/diagramData" Target="../diagrams/data24.xml"/><Relationship Id="rId1" Type="http://schemas.openxmlformats.org/officeDocument/2006/relationships/slideLayout" Target="../slideLayouts/slideLayout2.xml"/><Relationship Id="rId6" Type="http://schemas.microsoft.com/office/2007/relationships/diagramDrawing" Target="../diagrams/drawing24.xml"/><Relationship Id="rId5" Type="http://schemas.openxmlformats.org/officeDocument/2006/relationships/diagramColors" Target="../diagrams/colors24.xml"/><Relationship Id="rId4" Type="http://schemas.openxmlformats.org/officeDocument/2006/relationships/diagramQuickStyle" Target="../diagrams/quickStyle24.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25.xml"/><Relationship Id="rId2" Type="http://schemas.openxmlformats.org/officeDocument/2006/relationships/diagramData" Target="../diagrams/data25.xml"/><Relationship Id="rId1" Type="http://schemas.openxmlformats.org/officeDocument/2006/relationships/slideLayout" Target="../slideLayouts/slideLayout2.xml"/><Relationship Id="rId6" Type="http://schemas.microsoft.com/office/2007/relationships/diagramDrawing" Target="../diagrams/drawing25.xml"/><Relationship Id="rId5" Type="http://schemas.openxmlformats.org/officeDocument/2006/relationships/diagramColors" Target="../diagrams/colors25.xml"/><Relationship Id="rId4" Type="http://schemas.openxmlformats.org/officeDocument/2006/relationships/diagramQuickStyle" Target="../diagrams/quickStyle25.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26.xml"/><Relationship Id="rId7" Type="http://schemas.openxmlformats.org/officeDocument/2006/relationships/image" Target="../media/image11.png"/><Relationship Id="rId2" Type="http://schemas.openxmlformats.org/officeDocument/2006/relationships/diagramData" Target="../diagrams/data26.xml"/><Relationship Id="rId1" Type="http://schemas.openxmlformats.org/officeDocument/2006/relationships/slideLayout" Target="../slideLayouts/slideLayout2.xml"/><Relationship Id="rId6" Type="http://schemas.microsoft.com/office/2007/relationships/diagramDrawing" Target="../diagrams/drawing26.xml"/><Relationship Id="rId5" Type="http://schemas.openxmlformats.org/officeDocument/2006/relationships/diagramColors" Target="../diagrams/colors26.xml"/><Relationship Id="rId4" Type="http://schemas.openxmlformats.org/officeDocument/2006/relationships/diagramQuickStyle" Target="../diagrams/quickStyle26.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27.xml"/><Relationship Id="rId2" Type="http://schemas.openxmlformats.org/officeDocument/2006/relationships/diagramData" Target="../diagrams/data27.xml"/><Relationship Id="rId1" Type="http://schemas.openxmlformats.org/officeDocument/2006/relationships/slideLayout" Target="../slideLayouts/slideLayout2.xml"/><Relationship Id="rId6" Type="http://schemas.microsoft.com/office/2007/relationships/diagramDrawing" Target="../diagrams/drawing27.xml"/><Relationship Id="rId5" Type="http://schemas.openxmlformats.org/officeDocument/2006/relationships/diagramColors" Target="../diagrams/colors27.xml"/><Relationship Id="rId4" Type="http://schemas.openxmlformats.org/officeDocument/2006/relationships/diagramQuickStyle" Target="../diagrams/quickStyle27.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28.xml"/><Relationship Id="rId2" Type="http://schemas.openxmlformats.org/officeDocument/2006/relationships/diagramData" Target="../diagrams/data28.xml"/><Relationship Id="rId1" Type="http://schemas.openxmlformats.org/officeDocument/2006/relationships/slideLayout" Target="../slideLayouts/slideLayout2.xml"/><Relationship Id="rId6" Type="http://schemas.microsoft.com/office/2007/relationships/diagramDrawing" Target="../diagrams/drawing28.xml"/><Relationship Id="rId5" Type="http://schemas.openxmlformats.org/officeDocument/2006/relationships/diagramColors" Target="../diagrams/colors28.xml"/><Relationship Id="rId4" Type="http://schemas.openxmlformats.org/officeDocument/2006/relationships/diagramQuickStyle" Target="../diagrams/quickStyle28.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29.xml"/><Relationship Id="rId7" Type="http://schemas.openxmlformats.org/officeDocument/2006/relationships/image" Target="../media/image12.jfif"/><Relationship Id="rId2" Type="http://schemas.openxmlformats.org/officeDocument/2006/relationships/diagramData" Target="../diagrams/data29.xml"/><Relationship Id="rId1" Type="http://schemas.openxmlformats.org/officeDocument/2006/relationships/slideLayout" Target="../slideLayouts/slideLayout2.xml"/><Relationship Id="rId6" Type="http://schemas.microsoft.com/office/2007/relationships/diagramDrawing" Target="../diagrams/drawing29.xml"/><Relationship Id="rId5" Type="http://schemas.openxmlformats.org/officeDocument/2006/relationships/diagramColors" Target="../diagrams/colors29.xml"/><Relationship Id="rId4" Type="http://schemas.openxmlformats.org/officeDocument/2006/relationships/diagramQuickStyle" Target="../diagrams/quickStyle29.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30.xml"/><Relationship Id="rId2" Type="http://schemas.openxmlformats.org/officeDocument/2006/relationships/diagramData" Target="../diagrams/data30.xml"/><Relationship Id="rId1" Type="http://schemas.openxmlformats.org/officeDocument/2006/relationships/slideLayout" Target="../slideLayouts/slideLayout2.xml"/><Relationship Id="rId6" Type="http://schemas.microsoft.com/office/2007/relationships/diagramDrawing" Target="../diagrams/drawing30.xml"/><Relationship Id="rId5" Type="http://schemas.openxmlformats.org/officeDocument/2006/relationships/diagramColors" Target="../diagrams/colors30.xml"/><Relationship Id="rId4" Type="http://schemas.openxmlformats.org/officeDocument/2006/relationships/diagramQuickStyle" Target="../diagrams/quickStyle30.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31.xml"/><Relationship Id="rId7" Type="http://schemas.openxmlformats.org/officeDocument/2006/relationships/image" Target="../media/image13.png"/><Relationship Id="rId2" Type="http://schemas.openxmlformats.org/officeDocument/2006/relationships/diagramData" Target="../diagrams/data31.xml"/><Relationship Id="rId1" Type="http://schemas.openxmlformats.org/officeDocument/2006/relationships/slideLayout" Target="../slideLayouts/slideLayout2.xml"/><Relationship Id="rId6" Type="http://schemas.microsoft.com/office/2007/relationships/diagramDrawing" Target="../diagrams/drawing31.xml"/><Relationship Id="rId5" Type="http://schemas.openxmlformats.org/officeDocument/2006/relationships/diagramColors" Target="../diagrams/colors31.xml"/><Relationship Id="rId4" Type="http://schemas.openxmlformats.org/officeDocument/2006/relationships/diagramQuickStyle" Target="../diagrams/quickStyle3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hyperlink" Target="mshelp://windows/?id=4bceffcd-6159-4cd6-958f-9aee5e6a87b4#gtmt_dialog_box_def"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32.xml"/><Relationship Id="rId7" Type="http://schemas.openxmlformats.org/officeDocument/2006/relationships/image" Target="../media/image14.png"/><Relationship Id="rId2" Type="http://schemas.openxmlformats.org/officeDocument/2006/relationships/diagramData" Target="../diagrams/data32.xml"/><Relationship Id="rId1" Type="http://schemas.openxmlformats.org/officeDocument/2006/relationships/slideLayout" Target="../slideLayouts/slideLayout2.xml"/><Relationship Id="rId6" Type="http://schemas.microsoft.com/office/2007/relationships/diagramDrawing" Target="../diagrams/drawing32.xml"/><Relationship Id="rId5" Type="http://schemas.openxmlformats.org/officeDocument/2006/relationships/diagramColors" Target="../diagrams/colors32.xml"/><Relationship Id="rId4" Type="http://schemas.openxmlformats.org/officeDocument/2006/relationships/diagramQuickStyle" Target="../diagrams/quickStyle32.xm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33.xml"/><Relationship Id="rId2" Type="http://schemas.openxmlformats.org/officeDocument/2006/relationships/diagramData" Target="../diagrams/data33.xml"/><Relationship Id="rId1" Type="http://schemas.openxmlformats.org/officeDocument/2006/relationships/slideLayout" Target="../slideLayouts/slideLayout2.xml"/><Relationship Id="rId6" Type="http://schemas.microsoft.com/office/2007/relationships/diagramDrawing" Target="../diagrams/drawing33.xml"/><Relationship Id="rId5" Type="http://schemas.openxmlformats.org/officeDocument/2006/relationships/diagramColors" Target="../diagrams/colors33.xml"/><Relationship Id="rId4" Type="http://schemas.openxmlformats.org/officeDocument/2006/relationships/diagramQuickStyle" Target="../diagrams/quickStyle33.xml"/></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34.xml"/><Relationship Id="rId2" Type="http://schemas.openxmlformats.org/officeDocument/2006/relationships/diagramData" Target="../diagrams/data34.xml"/><Relationship Id="rId1" Type="http://schemas.openxmlformats.org/officeDocument/2006/relationships/slideLayout" Target="../slideLayouts/slideLayout2.xml"/><Relationship Id="rId6" Type="http://schemas.microsoft.com/office/2007/relationships/diagramDrawing" Target="../diagrams/drawing34.xml"/><Relationship Id="rId5" Type="http://schemas.openxmlformats.org/officeDocument/2006/relationships/diagramColors" Target="../diagrams/colors34.xml"/><Relationship Id="rId4" Type="http://schemas.openxmlformats.org/officeDocument/2006/relationships/diagramQuickStyle" Target="../diagrams/quickStyle34.xml"/></Relationships>
</file>

<file path=ppt/slides/_rels/slide39.xml.rels><?xml version="1.0" encoding="UTF-8" standalone="yes"?>
<Relationships xmlns="http://schemas.openxmlformats.org/package/2006/relationships"><Relationship Id="rId3" Type="http://schemas.openxmlformats.org/officeDocument/2006/relationships/diagramLayout" Target="../diagrams/layout35.xml"/><Relationship Id="rId2" Type="http://schemas.openxmlformats.org/officeDocument/2006/relationships/diagramData" Target="../diagrams/data35.xml"/><Relationship Id="rId1" Type="http://schemas.openxmlformats.org/officeDocument/2006/relationships/slideLayout" Target="../slideLayouts/slideLayout2.xml"/><Relationship Id="rId6" Type="http://schemas.microsoft.com/office/2007/relationships/diagramDrawing" Target="../diagrams/drawing35.xml"/><Relationship Id="rId5" Type="http://schemas.openxmlformats.org/officeDocument/2006/relationships/diagramColors" Target="../diagrams/colors35.xml"/><Relationship Id="rId4" Type="http://schemas.openxmlformats.org/officeDocument/2006/relationships/diagramQuickStyle" Target="../diagrams/quickStyle35.xml"/></Relationships>
</file>

<file path=ppt/slides/_rels/slide40.xml.rels><?xml version="1.0" encoding="UTF-8" standalone="yes"?>
<Relationships xmlns="http://schemas.openxmlformats.org/package/2006/relationships"><Relationship Id="rId3" Type="http://schemas.openxmlformats.org/officeDocument/2006/relationships/diagramLayout" Target="../diagrams/layout36.xml"/><Relationship Id="rId7" Type="http://schemas.openxmlformats.org/officeDocument/2006/relationships/image" Target="../media/image15.png"/><Relationship Id="rId2" Type="http://schemas.openxmlformats.org/officeDocument/2006/relationships/diagramData" Target="../diagrams/data36.xml"/><Relationship Id="rId1" Type="http://schemas.openxmlformats.org/officeDocument/2006/relationships/slideLayout" Target="../slideLayouts/slideLayout2.xml"/><Relationship Id="rId6" Type="http://schemas.microsoft.com/office/2007/relationships/diagramDrawing" Target="../diagrams/drawing36.xml"/><Relationship Id="rId5" Type="http://schemas.openxmlformats.org/officeDocument/2006/relationships/diagramColors" Target="../diagrams/colors36.xml"/><Relationship Id="rId4" Type="http://schemas.openxmlformats.org/officeDocument/2006/relationships/diagramQuickStyle" Target="../diagrams/quickStyle36.xml"/></Relationships>
</file>

<file path=ppt/slides/_rels/slide41.xml.rels><?xml version="1.0" encoding="UTF-8" standalone="yes"?>
<Relationships xmlns="http://schemas.openxmlformats.org/package/2006/relationships"><Relationship Id="rId3" Type="http://schemas.openxmlformats.org/officeDocument/2006/relationships/diagramData" Target="../diagrams/data37.xml"/><Relationship Id="rId7" Type="http://schemas.microsoft.com/office/2007/relationships/diagramDrawing" Target="../diagrams/drawing37.xml"/><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diagramColors" Target="../diagrams/colors37.xml"/><Relationship Id="rId5" Type="http://schemas.openxmlformats.org/officeDocument/2006/relationships/diagramQuickStyle" Target="../diagrams/quickStyle37.xml"/><Relationship Id="rId4" Type="http://schemas.openxmlformats.org/officeDocument/2006/relationships/diagramLayout" Target="../diagrams/layout37.xml"/></Relationships>
</file>

<file path=ppt/slides/_rels/slide42.xml.rels><?xml version="1.0" encoding="UTF-8" standalone="yes"?>
<Relationships xmlns="http://schemas.openxmlformats.org/package/2006/relationships"><Relationship Id="rId3" Type="http://schemas.openxmlformats.org/officeDocument/2006/relationships/diagramLayout" Target="../diagrams/layout38.xml"/><Relationship Id="rId2" Type="http://schemas.openxmlformats.org/officeDocument/2006/relationships/diagramData" Target="../diagrams/data38.xml"/><Relationship Id="rId1" Type="http://schemas.openxmlformats.org/officeDocument/2006/relationships/slideLayout" Target="../slideLayouts/slideLayout2.xml"/><Relationship Id="rId6" Type="http://schemas.microsoft.com/office/2007/relationships/diagramDrawing" Target="../diagrams/drawing38.xml"/><Relationship Id="rId5" Type="http://schemas.openxmlformats.org/officeDocument/2006/relationships/diagramColors" Target="../diagrams/colors38.xml"/><Relationship Id="rId4" Type="http://schemas.openxmlformats.org/officeDocument/2006/relationships/diagramQuickStyle" Target="../diagrams/quickStyle38.xml"/></Relationships>
</file>

<file path=ppt/slides/_rels/slide43.xml.rels><?xml version="1.0" encoding="UTF-8" standalone="yes"?>
<Relationships xmlns="http://schemas.openxmlformats.org/package/2006/relationships"><Relationship Id="rId3" Type="http://schemas.openxmlformats.org/officeDocument/2006/relationships/diagramLayout" Target="../diagrams/layout39.xml"/><Relationship Id="rId7" Type="http://schemas.openxmlformats.org/officeDocument/2006/relationships/image" Target="../media/image17.png"/><Relationship Id="rId2" Type="http://schemas.openxmlformats.org/officeDocument/2006/relationships/diagramData" Target="../diagrams/data39.xml"/><Relationship Id="rId1" Type="http://schemas.openxmlformats.org/officeDocument/2006/relationships/slideLayout" Target="../slideLayouts/slideLayout2.xml"/><Relationship Id="rId6" Type="http://schemas.microsoft.com/office/2007/relationships/diagramDrawing" Target="../diagrams/drawing39.xml"/><Relationship Id="rId5" Type="http://schemas.openxmlformats.org/officeDocument/2006/relationships/diagramColors" Target="../diagrams/colors39.xml"/><Relationship Id="rId4" Type="http://schemas.openxmlformats.org/officeDocument/2006/relationships/diagramQuickStyle" Target="../diagrams/quickStyle39.xml"/></Relationships>
</file>

<file path=ppt/slides/_rels/slide44.xml.rels><?xml version="1.0" encoding="UTF-8" standalone="yes"?>
<Relationships xmlns="http://schemas.openxmlformats.org/package/2006/relationships"><Relationship Id="rId3" Type="http://schemas.openxmlformats.org/officeDocument/2006/relationships/diagramLayout" Target="../diagrams/layout40.xml"/><Relationship Id="rId7" Type="http://schemas.openxmlformats.org/officeDocument/2006/relationships/image" Target="../media/image18.png"/><Relationship Id="rId2" Type="http://schemas.openxmlformats.org/officeDocument/2006/relationships/diagramData" Target="../diagrams/data40.xml"/><Relationship Id="rId1" Type="http://schemas.openxmlformats.org/officeDocument/2006/relationships/slideLayout" Target="../slideLayouts/slideLayout2.xml"/><Relationship Id="rId6" Type="http://schemas.microsoft.com/office/2007/relationships/diagramDrawing" Target="../diagrams/drawing40.xml"/><Relationship Id="rId5" Type="http://schemas.openxmlformats.org/officeDocument/2006/relationships/diagramColors" Target="../diagrams/colors40.xml"/><Relationship Id="rId4" Type="http://schemas.openxmlformats.org/officeDocument/2006/relationships/diagramQuickStyle" Target="../diagrams/quickStyle40.xml"/></Relationships>
</file>

<file path=ppt/slides/_rels/slide45.xml.rels><?xml version="1.0" encoding="UTF-8" standalone="yes"?>
<Relationships xmlns="http://schemas.openxmlformats.org/package/2006/relationships"><Relationship Id="rId3" Type="http://schemas.openxmlformats.org/officeDocument/2006/relationships/diagramLayout" Target="../diagrams/layout41.xml"/><Relationship Id="rId7" Type="http://schemas.openxmlformats.org/officeDocument/2006/relationships/image" Target="../media/image19.png"/><Relationship Id="rId2" Type="http://schemas.openxmlformats.org/officeDocument/2006/relationships/diagramData" Target="../diagrams/data41.xml"/><Relationship Id="rId1" Type="http://schemas.openxmlformats.org/officeDocument/2006/relationships/slideLayout" Target="../slideLayouts/slideLayout2.xml"/><Relationship Id="rId6" Type="http://schemas.microsoft.com/office/2007/relationships/diagramDrawing" Target="../diagrams/drawing41.xml"/><Relationship Id="rId5" Type="http://schemas.openxmlformats.org/officeDocument/2006/relationships/diagramColors" Target="../diagrams/colors41.xml"/><Relationship Id="rId4" Type="http://schemas.openxmlformats.org/officeDocument/2006/relationships/diagramQuickStyle" Target="../diagrams/quickStyle41.xml"/></Relationships>
</file>

<file path=ppt/slides/_rels/slide46.xml.rels><?xml version="1.0" encoding="UTF-8" standalone="yes"?>
<Relationships xmlns="http://schemas.openxmlformats.org/package/2006/relationships"><Relationship Id="rId3" Type="http://schemas.openxmlformats.org/officeDocument/2006/relationships/diagramLayout" Target="../diagrams/layout42.xml"/><Relationship Id="rId2" Type="http://schemas.openxmlformats.org/officeDocument/2006/relationships/diagramData" Target="../diagrams/data42.xml"/><Relationship Id="rId1" Type="http://schemas.openxmlformats.org/officeDocument/2006/relationships/slideLayout" Target="../slideLayouts/slideLayout2.xml"/><Relationship Id="rId6" Type="http://schemas.microsoft.com/office/2007/relationships/diagramDrawing" Target="../diagrams/drawing42.xml"/><Relationship Id="rId5" Type="http://schemas.openxmlformats.org/officeDocument/2006/relationships/diagramColors" Target="../diagrams/colors42.xml"/><Relationship Id="rId4" Type="http://schemas.openxmlformats.org/officeDocument/2006/relationships/diagramQuickStyle" Target="../diagrams/quickStyle42.xml"/></Relationships>
</file>

<file path=ppt/slides/_rels/slide47.xml.rels><?xml version="1.0" encoding="UTF-8" standalone="yes"?>
<Relationships xmlns="http://schemas.openxmlformats.org/package/2006/relationships"><Relationship Id="rId3" Type="http://schemas.openxmlformats.org/officeDocument/2006/relationships/diagramLayout" Target="../diagrams/layout43.xml"/><Relationship Id="rId7" Type="http://schemas.openxmlformats.org/officeDocument/2006/relationships/image" Target="../media/image20.jpeg"/><Relationship Id="rId2" Type="http://schemas.openxmlformats.org/officeDocument/2006/relationships/diagramData" Target="../diagrams/data43.xml"/><Relationship Id="rId1" Type="http://schemas.openxmlformats.org/officeDocument/2006/relationships/slideLayout" Target="../slideLayouts/slideLayout2.xml"/><Relationship Id="rId6" Type="http://schemas.microsoft.com/office/2007/relationships/diagramDrawing" Target="../diagrams/drawing43.xml"/><Relationship Id="rId5" Type="http://schemas.openxmlformats.org/officeDocument/2006/relationships/diagramColors" Target="../diagrams/colors43.xml"/><Relationship Id="rId4" Type="http://schemas.openxmlformats.org/officeDocument/2006/relationships/diagramQuickStyle" Target="../diagrams/quickStyle43.xml"/></Relationships>
</file>

<file path=ppt/slides/_rels/slide48.xml.rels><?xml version="1.0" encoding="UTF-8" standalone="yes"?>
<Relationships xmlns="http://schemas.openxmlformats.org/package/2006/relationships"><Relationship Id="rId3" Type="http://schemas.openxmlformats.org/officeDocument/2006/relationships/diagramLayout" Target="../diagrams/layout44.xml"/><Relationship Id="rId7" Type="http://schemas.openxmlformats.org/officeDocument/2006/relationships/image" Target="../media/image21.PNG"/><Relationship Id="rId2" Type="http://schemas.openxmlformats.org/officeDocument/2006/relationships/diagramData" Target="../diagrams/data44.xml"/><Relationship Id="rId1" Type="http://schemas.openxmlformats.org/officeDocument/2006/relationships/slideLayout" Target="../slideLayouts/slideLayout2.xml"/><Relationship Id="rId6" Type="http://schemas.microsoft.com/office/2007/relationships/diagramDrawing" Target="../diagrams/drawing44.xml"/><Relationship Id="rId5" Type="http://schemas.openxmlformats.org/officeDocument/2006/relationships/diagramColors" Target="../diagrams/colors44.xml"/><Relationship Id="rId4" Type="http://schemas.openxmlformats.org/officeDocument/2006/relationships/diagramQuickStyle" Target="../diagrams/quickStyle44.xml"/></Relationships>
</file>

<file path=ppt/slides/_rels/slide49.xml.rels><?xml version="1.0" encoding="UTF-8" standalone="yes"?>
<Relationships xmlns="http://schemas.openxmlformats.org/package/2006/relationships"><Relationship Id="rId3" Type="http://schemas.openxmlformats.org/officeDocument/2006/relationships/diagramLayout" Target="../diagrams/layout45.xml"/><Relationship Id="rId7" Type="http://schemas.openxmlformats.org/officeDocument/2006/relationships/image" Target="../media/image22.jpeg"/><Relationship Id="rId2" Type="http://schemas.openxmlformats.org/officeDocument/2006/relationships/diagramData" Target="../diagrams/data45.xml"/><Relationship Id="rId1" Type="http://schemas.openxmlformats.org/officeDocument/2006/relationships/slideLayout" Target="../slideLayouts/slideLayout2.xml"/><Relationship Id="rId6" Type="http://schemas.microsoft.com/office/2007/relationships/diagramDrawing" Target="../diagrams/drawing45.xml"/><Relationship Id="rId5" Type="http://schemas.openxmlformats.org/officeDocument/2006/relationships/diagramColors" Target="../diagrams/colors45.xml"/><Relationship Id="rId4" Type="http://schemas.openxmlformats.org/officeDocument/2006/relationships/diagramQuickStyle" Target="../diagrams/quickStyle45.xml"/></Relationships>
</file>

<file path=ppt/slides/_rels/slide50.xml.rels><?xml version="1.0" encoding="UTF-8" standalone="yes"?>
<Relationships xmlns="http://schemas.openxmlformats.org/package/2006/relationships"><Relationship Id="rId3" Type="http://schemas.openxmlformats.org/officeDocument/2006/relationships/diagramLayout" Target="../diagrams/layout46.xml"/><Relationship Id="rId7" Type="http://schemas.openxmlformats.org/officeDocument/2006/relationships/image" Target="../media/image23.PNG"/><Relationship Id="rId2" Type="http://schemas.openxmlformats.org/officeDocument/2006/relationships/diagramData" Target="../diagrams/data46.xml"/><Relationship Id="rId1" Type="http://schemas.openxmlformats.org/officeDocument/2006/relationships/slideLayout" Target="../slideLayouts/slideLayout2.xml"/><Relationship Id="rId6" Type="http://schemas.microsoft.com/office/2007/relationships/diagramDrawing" Target="../diagrams/drawing46.xml"/><Relationship Id="rId5" Type="http://schemas.openxmlformats.org/officeDocument/2006/relationships/diagramColors" Target="../diagrams/colors46.xml"/><Relationship Id="rId4" Type="http://schemas.openxmlformats.org/officeDocument/2006/relationships/diagramQuickStyle" Target="../diagrams/quickStyle46.xml"/></Relationships>
</file>

<file path=ppt/slides/_rels/slide51.xml.rels><?xml version="1.0" encoding="UTF-8" standalone="yes"?>
<Relationships xmlns="http://schemas.openxmlformats.org/package/2006/relationships"><Relationship Id="rId3" Type="http://schemas.openxmlformats.org/officeDocument/2006/relationships/diagramLayout" Target="../diagrams/layout47.xml"/><Relationship Id="rId2" Type="http://schemas.openxmlformats.org/officeDocument/2006/relationships/diagramData" Target="../diagrams/data47.xml"/><Relationship Id="rId1" Type="http://schemas.openxmlformats.org/officeDocument/2006/relationships/slideLayout" Target="../slideLayouts/slideLayout2.xml"/><Relationship Id="rId6" Type="http://schemas.microsoft.com/office/2007/relationships/diagramDrawing" Target="../diagrams/drawing47.xml"/><Relationship Id="rId5" Type="http://schemas.openxmlformats.org/officeDocument/2006/relationships/diagramColors" Target="../diagrams/colors47.xml"/><Relationship Id="rId4" Type="http://schemas.openxmlformats.org/officeDocument/2006/relationships/diagramQuickStyle" Target="../diagrams/quickStyle47.xml"/></Relationships>
</file>

<file path=ppt/slides/_rels/slide52.xml.rels><?xml version="1.0" encoding="UTF-8" standalone="yes"?>
<Relationships xmlns="http://schemas.openxmlformats.org/package/2006/relationships"><Relationship Id="rId3" Type="http://schemas.openxmlformats.org/officeDocument/2006/relationships/diagramLayout" Target="../diagrams/layout48.xml"/><Relationship Id="rId2" Type="http://schemas.openxmlformats.org/officeDocument/2006/relationships/diagramData" Target="../diagrams/data48.xml"/><Relationship Id="rId1" Type="http://schemas.openxmlformats.org/officeDocument/2006/relationships/slideLayout" Target="../slideLayouts/slideLayout2.xml"/><Relationship Id="rId6" Type="http://schemas.microsoft.com/office/2007/relationships/diagramDrawing" Target="../diagrams/drawing48.xml"/><Relationship Id="rId5" Type="http://schemas.openxmlformats.org/officeDocument/2006/relationships/diagramColors" Target="../diagrams/colors48.xml"/><Relationship Id="rId4" Type="http://schemas.openxmlformats.org/officeDocument/2006/relationships/diagramQuickStyle" Target="../diagrams/quickStyle4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a:extLst>
              <a:ext uri="{FF2B5EF4-FFF2-40B4-BE49-F238E27FC236}">
                <a16:creationId xmlns:a16="http://schemas.microsoft.com/office/drawing/2014/main" id="{8A12B61B-1272-4813-8CD8-B2957BF17501}"/>
              </a:ext>
            </a:extLst>
          </p:cNvPr>
          <p:cNvGraphicFramePr/>
          <p:nvPr>
            <p:extLst>
              <p:ext uri="{D42A27DB-BD31-4B8C-83A1-F6EECF244321}">
                <p14:modId xmlns:p14="http://schemas.microsoft.com/office/powerpoint/2010/main" val="3869648878"/>
              </p:ext>
            </p:extLst>
          </p:nvPr>
        </p:nvGraphicFramePr>
        <p:xfrm>
          <a:off x="993913" y="1219199"/>
          <a:ext cx="10429461" cy="22907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276110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32C517C4-C2F2-4F00-8B67-61C688E5E095}"/>
              </a:ext>
            </a:extLst>
          </p:cNvPr>
          <p:cNvGraphicFramePr/>
          <p:nvPr/>
        </p:nvGraphicFramePr>
        <p:xfrm>
          <a:off x="838200" y="365125"/>
          <a:ext cx="10515600" cy="13255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p:cNvSpPr>
            <a:spLocks noGrp="1"/>
          </p:cNvSpPr>
          <p:nvPr>
            <p:ph idx="1"/>
          </p:nvPr>
        </p:nvSpPr>
        <p:spPr>
          <a:xfrm>
            <a:off x="1474304" y="2187574"/>
            <a:ext cx="10515600" cy="4351338"/>
          </a:xfrm>
        </p:spPr>
        <p:txBody>
          <a:bodyPr/>
          <a:lstStyle/>
          <a:p>
            <a:r>
              <a:rPr lang="en-US" dirty="0"/>
              <a:t>Introductory definitions</a:t>
            </a:r>
          </a:p>
          <a:p>
            <a:r>
              <a:rPr lang="en-US" dirty="0"/>
              <a:t>Components of a computer</a:t>
            </a:r>
          </a:p>
          <a:p>
            <a:r>
              <a:rPr lang="en-US" dirty="0"/>
              <a:t>Parts of a computer</a:t>
            </a:r>
          </a:p>
          <a:p>
            <a:r>
              <a:rPr lang="en-US" dirty="0"/>
              <a:t>Exploring the desktop</a:t>
            </a:r>
          </a:p>
          <a:p>
            <a:r>
              <a:rPr lang="en-US" dirty="0"/>
              <a:t>Files and Folders</a:t>
            </a:r>
          </a:p>
          <a:p>
            <a:endParaRPr lang="en-US" dirty="0"/>
          </a:p>
        </p:txBody>
      </p:sp>
      <p:sp>
        <p:nvSpPr>
          <p:cNvPr id="8" name="Slide Number Placeholder 7">
            <a:extLst>
              <a:ext uri="{FF2B5EF4-FFF2-40B4-BE49-F238E27FC236}">
                <a16:creationId xmlns:a16="http://schemas.microsoft.com/office/drawing/2014/main" id="{2646711A-AA33-4596-9BB7-8FEEAB9FD2B4}"/>
              </a:ext>
            </a:extLst>
          </p:cNvPr>
          <p:cNvSpPr>
            <a:spLocks noGrp="1"/>
          </p:cNvSpPr>
          <p:nvPr>
            <p:ph type="sldNum" sz="quarter" idx="12"/>
          </p:nvPr>
        </p:nvSpPr>
        <p:spPr/>
        <p:txBody>
          <a:bodyPr/>
          <a:lstStyle/>
          <a:p>
            <a:fld id="{B646E9EF-1019-4E36-B7A1-F154D482C8B7}" type="slidenum">
              <a:rPr lang="en-US" smtClean="0"/>
              <a:t>2</a:t>
            </a:fld>
            <a:endParaRPr lang="en-US"/>
          </a:p>
        </p:txBody>
      </p:sp>
    </p:spTree>
    <p:extLst>
      <p:ext uri="{BB962C8B-B14F-4D97-AF65-F5344CB8AC3E}">
        <p14:creationId xmlns:p14="http://schemas.microsoft.com/office/powerpoint/2010/main" val="26591243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6FCB3BF5-93B0-43CB-8C27-C405340A1FF5}"/>
              </a:ext>
            </a:extLst>
          </p:cNvPr>
          <p:cNvGraphicFramePr/>
          <p:nvPr>
            <p:extLst>
              <p:ext uri="{D42A27DB-BD31-4B8C-83A1-F6EECF244321}">
                <p14:modId xmlns:p14="http://schemas.microsoft.com/office/powerpoint/2010/main" val="498517767"/>
              </p:ext>
            </p:extLst>
          </p:nvPr>
        </p:nvGraphicFramePr>
        <p:xfrm>
          <a:off x="838200" y="365125"/>
          <a:ext cx="10515600" cy="13255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p:cNvSpPr>
            <a:spLocks noGrp="1"/>
          </p:cNvSpPr>
          <p:nvPr>
            <p:ph idx="1"/>
          </p:nvPr>
        </p:nvSpPr>
        <p:spPr>
          <a:xfrm>
            <a:off x="1381539" y="1847849"/>
            <a:ext cx="9972261" cy="4645025"/>
          </a:xfrm>
        </p:spPr>
        <p:txBody>
          <a:bodyPr>
            <a:noAutofit/>
          </a:bodyPr>
          <a:lstStyle/>
          <a:p>
            <a:r>
              <a:rPr lang="en-US" sz="3200" dirty="0"/>
              <a:t>An electronic device that processes data according to a set of stored instructions.</a:t>
            </a:r>
          </a:p>
          <a:p>
            <a:r>
              <a:rPr lang="en-US" sz="3200" dirty="0">
                <a:cs typeface="Tahoma" pitchFamily="34" charset="0"/>
              </a:rPr>
              <a:t>An electronic device that follow instructions to accept input (data), process the input and then produce output (information). </a:t>
            </a:r>
          </a:p>
          <a:p>
            <a:r>
              <a:rPr lang="en-US" sz="3200" dirty="0"/>
              <a:t>Work through an interaction of hardware and software</a:t>
            </a:r>
          </a:p>
          <a:p>
            <a:pPr lvl="1"/>
            <a:r>
              <a:rPr lang="en-US" sz="2800" b="1" dirty="0"/>
              <a:t>Hardware</a:t>
            </a:r>
            <a:r>
              <a:rPr lang="en-US" sz="2800" dirty="0"/>
              <a:t> - the physical parts of a computer that you can see and touch.</a:t>
            </a:r>
          </a:p>
          <a:p>
            <a:pPr lvl="1"/>
            <a:r>
              <a:rPr lang="en-US" sz="2800" b="1" dirty="0"/>
              <a:t>Software</a:t>
            </a:r>
            <a:r>
              <a:rPr lang="en-US" sz="2800" dirty="0"/>
              <a:t> refers to programs that governs the operations of the computer. </a:t>
            </a:r>
          </a:p>
        </p:txBody>
      </p:sp>
      <p:sp>
        <p:nvSpPr>
          <p:cNvPr id="8" name="Slide Number Placeholder 7">
            <a:extLst>
              <a:ext uri="{FF2B5EF4-FFF2-40B4-BE49-F238E27FC236}">
                <a16:creationId xmlns:a16="http://schemas.microsoft.com/office/drawing/2014/main" id="{94C4CC21-0320-4BF2-A385-39D1A193D2F8}"/>
              </a:ext>
            </a:extLst>
          </p:cNvPr>
          <p:cNvSpPr>
            <a:spLocks noGrp="1"/>
          </p:cNvSpPr>
          <p:nvPr>
            <p:ph type="sldNum" sz="quarter" idx="12"/>
          </p:nvPr>
        </p:nvSpPr>
        <p:spPr/>
        <p:txBody>
          <a:bodyPr/>
          <a:lstStyle/>
          <a:p>
            <a:fld id="{B646E9EF-1019-4E36-B7A1-F154D482C8B7}" type="slidenum">
              <a:rPr lang="en-US" smtClean="0"/>
              <a:t>3</a:t>
            </a:fld>
            <a:endParaRPr lang="en-US"/>
          </a:p>
        </p:txBody>
      </p:sp>
    </p:spTree>
    <p:extLst>
      <p:ext uri="{BB962C8B-B14F-4D97-AF65-F5344CB8AC3E}">
        <p14:creationId xmlns:p14="http://schemas.microsoft.com/office/powerpoint/2010/main" val="35102712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D0423F37-4897-415C-9623-15EE2FD27060}"/>
              </a:ext>
            </a:extLst>
          </p:cNvPr>
          <p:cNvGraphicFramePr/>
          <p:nvPr>
            <p:extLst>
              <p:ext uri="{D42A27DB-BD31-4B8C-83A1-F6EECF244321}">
                <p14:modId xmlns:p14="http://schemas.microsoft.com/office/powerpoint/2010/main" val="625593317"/>
              </p:ext>
            </p:extLst>
          </p:nvPr>
        </p:nvGraphicFramePr>
        <p:xfrm>
          <a:off x="838200" y="365125"/>
          <a:ext cx="10515600" cy="13255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p:cNvSpPr>
            <a:spLocks noGrp="1"/>
          </p:cNvSpPr>
          <p:nvPr>
            <p:ph idx="1"/>
          </p:nvPr>
        </p:nvSpPr>
        <p:spPr>
          <a:xfrm>
            <a:off x="1417982" y="2190750"/>
            <a:ext cx="9803296" cy="4165600"/>
          </a:xfrm>
        </p:spPr>
        <p:txBody>
          <a:bodyPr>
            <a:normAutofit/>
          </a:bodyPr>
          <a:lstStyle/>
          <a:p>
            <a:r>
              <a:rPr lang="en-US" dirty="0">
                <a:solidFill>
                  <a:srgbClr val="FF0000"/>
                </a:solidFill>
              </a:rPr>
              <a:t>Hardware </a:t>
            </a:r>
          </a:p>
          <a:p>
            <a:pPr lvl="1"/>
            <a:r>
              <a:rPr lang="en-US" dirty="0"/>
              <a:t>Physical parts of a computer that you can see and touch </a:t>
            </a:r>
          </a:p>
          <a:p>
            <a:pPr lvl="1"/>
            <a:r>
              <a:rPr lang="en-US" dirty="0"/>
              <a:t>E.g. Monitor (screen), keyboard, mouse etc.</a:t>
            </a:r>
          </a:p>
          <a:p>
            <a:pPr lvl="1"/>
            <a:r>
              <a:rPr lang="en-US" dirty="0"/>
              <a:t>Internal hardware is found inside the main box of the computer</a:t>
            </a:r>
          </a:p>
          <a:p>
            <a:pPr lvl="1"/>
            <a:r>
              <a:rPr lang="en-US" dirty="0"/>
              <a:t>External hardware is found outside the system unit and plug into ports located on the exterior of the system unit.</a:t>
            </a:r>
          </a:p>
          <a:p>
            <a:r>
              <a:rPr lang="en-US" dirty="0">
                <a:solidFill>
                  <a:srgbClr val="FF0000"/>
                </a:solidFill>
              </a:rPr>
              <a:t>Software </a:t>
            </a:r>
          </a:p>
          <a:p>
            <a:pPr lvl="1"/>
            <a:r>
              <a:rPr lang="en-US" sz="2400" dirty="0">
                <a:cs typeface="Times New Roman" pitchFamily="18" charset="0"/>
              </a:rPr>
              <a:t>P</a:t>
            </a:r>
            <a:r>
              <a:rPr lang="en-US" sz="2400" dirty="0"/>
              <a:t>rograms that control or maintain the operations of the computer and its devices.</a:t>
            </a:r>
            <a:endParaRPr lang="en-US" dirty="0"/>
          </a:p>
          <a:p>
            <a:pPr lvl="1"/>
            <a:r>
              <a:rPr lang="en-US" dirty="0"/>
              <a:t>Instructions or programs that perform actions on a hardware </a:t>
            </a:r>
          </a:p>
        </p:txBody>
      </p:sp>
      <p:sp>
        <p:nvSpPr>
          <p:cNvPr id="8" name="Slide Number Placeholder 7">
            <a:extLst>
              <a:ext uri="{FF2B5EF4-FFF2-40B4-BE49-F238E27FC236}">
                <a16:creationId xmlns:a16="http://schemas.microsoft.com/office/drawing/2014/main" id="{8CCBBF0C-5CF1-41D3-A3FD-E3E3BE5F2CFC}"/>
              </a:ext>
            </a:extLst>
          </p:cNvPr>
          <p:cNvSpPr>
            <a:spLocks noGrp="1"/>
          </p:cNvSpPr>
          <p:nvPr>
            <p:ph type="sldNum" sz="quarter" idx="12"/>
          </p:nvPr>
        </p:nvSpPr>
        <p:spPr/>
        <p:txBody>
          <a:bodyPr/>
          <a:lstStyle/>
          <a:p>
            <a:fld id="{B646E9EF-1019-4E36-B7A1-F154D482C8B7}" type="slidenum">
              <a:rPr lang="en-US" smtClean="0"/>
              <a:t>4</a:t>
            </a:fld>
            <a:endParaRPr lang="en-US"/>
          </a:p>
        </p:txBody>
      </p:sp>
    </p:spTree>
    <p:extLst>
      <p:ext uri="{BB962C8B-B14F-4D97-AF65-F5344CB8AC3E}">
        <p14:creationId xmlns:p14="http://schemas.microsoft.com/office/powerpoint/2010/main" val="9915186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D4CAA084-61E1-41BC-A88D-757013B56FFA}"/>
              </a:ext>
            </a:extLst>
          </p:cNvPr>
          <p:cNvGraphicFramePr/>
          <p:nvPr/>
        </p:nvGraphicFramePr>
        <p:xfrm>
          <a:off x="838200" y="365125"/>
          <a:ext cx="10515600" cy="13255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p:cNvSpPr>
            <a:spLocks noGrp="1"/>
          </p:cNvSpPr>
          <p:nvPr>
            <p:ph idx="1"/>
          </p:nvPr>
        </p:nvSpPr>
        <p:spPr>
          <a:xfrm>
            <a:off x="1417982" y="1825625"/>
            <a:ext cx="9935817" cy="4351338"/>
          </a:xfrm>
        </p:spPr>
        <p:txBody>
          <a:bodyPr>
            <a:normAutofit lnSpcReduction="10000"/>
          </a:bodyPr>
          <a:lstStyle/>
          <a:p>
            <a:r>
              <a:rPr lang="en-US" dirty="0"/>
              <a:t>Two types:</a:t>
            </a:r>
          </a:p>
          <a:p>
            <a:pPr marL="0" indent="0">
              <a:buNone/>
            </a:pPr>
            <a:r>
              <a:rPr lang="en-US" dirty="0"/>
              <a:t>1. Systems software</a:t>
            </a:r>
          </a:p>
          <a:p>
            <a:pPr lvl="1"/>
            <a:r>
              <a:rPr lang="en-US" dirty="0">
                <a:solidFill>
                  <a:srgbClr val="000000"/>
                </a:solidFill>
              </a:rPr>
              <a:t>Programs that control or maintain the operations of the computer and its devices. Sub-divided into two:</a:t>
            </a:r>
          </a:p>
          <a:p>
            <a:pPr lvl="1"/>
            <a:endParaRPr lang="en-US" dirty="0">
              <a:solidFill>
                <a:srgbClr val="000000"/>
              </a:solidFill>
            </a:endParaRPr>
          </a:p>
          <a:p>
            <a:pPr lvl="1"/>
            <a:r>
              <a:rPr lang="en-US" b="1" dirty="0">
                <a:solidFill>
                  <a:srgbClr val="000000"/>
                </a:solidFill>
              </a:rPr>
              <a:t>Operating Systems (OS): </a:t>
            </a:r>
            <a:r>
              <a:rPr lang="en-US" dirty="0">
                <a:solidFill>
                  <a:srgbClr val="000000"/>
                </a:solidFill>
              </a:rPr>
              <a:t>is a set of programs that coordinates all activities among computer hardware devices and allows users to run application software e.g. Windows, Linux, Macintosh, Android </a:t>
            </a:r>
            <a:r>
              <a:rPr lang="en-US" dirty="0" err="1">
                <a:solidFill>
                  <a:srgbClr val="000000"/>
                </a:solidFill>
              </a:rPr>
              <a:t>etc</a:t>
            </a:r>
            <a:endParaRPr lang="en-US" dirty="0">
              <a:solidFill>
                <a:srgbClr val="000000"/>
              </a:solidFill>
            </a:endParaRPr>
          </a:p>
          <a:p>
            <a:pPr marL="457200" lvl="1" indent="0">
              <a:buNone/>
            </a:pPr>
            <a:endParaRPr lang="en-US" dirty="0">
              <a:solidFill>
                <a:srgbClr val="000000"/>
              </a:solidFill>
            </a:endParaRPr>
          </a:p>
          <a:p>
            <a:pPr lvl="1"/>
            <a:r>
              <a:rPr lang="en-US" b="1" dirty="0">
                <a:solidFill>
                  <a:srgbClr val="000000"/>
                </a:solidFill>
              </a:rPr>
              <a:t>Utility programs: </a:t>
            </a:r>
            <a:r>
              <a:rPr lang="en-US" dirty="0">
                <a:solidFill>
                  <a:srgbClr val="000000"/>
                </a:solidFill>
              </a:rPr>
              <a:t>allow the user to perform maintenance-type tasks usually related to managing a computer, its device or its program e.g. Virus scanner, disk defragmenters, backup software, etc.</a:t>
            </a:r>
            <a:endParaRPr lang="en-US" b="1" dirty="0">
              <a:solidFill>
                <a:srgbClr val="000000"/>
              </a:solidFill>
            </a:endParaRPr>
          </a:p>
          <a:p>
            <a:pPr lvl="1"/>
            <a:endParaRPr lang="en-US" dirty="0">
              <a:solidFill>
                <a:srgbClr val="000000"/>
              </a:solidFill>
            </a:endParaRPr>
          </a:p>
          <a:p>
            <a:pPr marL="0" indent="0">
              <a:buNone/>
            </a:pPr>
            <a:endParaRPr lang="en-US" dirty="0">
              <a:solidFill>
                <a:srgbClr val="000000"/>
              </a:solidFill>
            </a:endParaRPr>
          </a:p>
          <a:p>
            <a:pPr marL="457200" lvl="1" indent="0">
              <a:buNone/>
            </a:pPr>
            <a:endParaRPr lang="en-US" dirty="0"/>
          </a:p>
        </p:txBody>
      </p:sp>
      <p:sp>
        <p:nvSpPr>
          <p:cNvPr id="8" name="Slide Number Placeholder 7">
            <a:extLst>
              <a:ext uri="{FF2B5EF4-FFF2-40B4-BE49-F238E27FC236}">
                <a16:creationId xmlns:a16="http://schemas.microsoft.com/office/drawing/2014/main" id="{A5FDD145-0D13-44CA-8FB1-77588B30BFF7}"/>
              </a:ext>
            </a:extLst>
          </p:cNvPr>
          <p:cNvSpPr>
            <a:spLocks noGrp="1"/>
          </p:cNvSpPr>
          <p:nvPr>
            <p:ph type="sldNum" sz="quarter" idx="12"/>
          </p:nvPr>
        </p:nvSpPr>
        <p:spPr/>
        <p:txBody>
          <a:bodyPr/>
          <a:lstStyle/>
          <a:p>
            <a:fld id="{B646E9EF-1019-4E36-B7A1-F154D482C8B7}" type="slidenum">
              <a:rPr lang="en-US" smtClean="0"/>
              <a:t>5</a:t>
            </a:fld>
            <a:endParaRPr lang="en-US"/>
          </a:p>
        </p:txBody>
      </p:sp>
    </p:spTree>
    <p:extLst>
      <p:ext uri="{BB962C8B-B14F-4D97-AF65-F5344CB8AC3E}">
        <p14:creationId xmlns:p14="http://schemas.microsoft.com/office/powerpoint/2010/main" val="22567508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02E99408-1626-4AAB-97C1-5E86738FF332}"/>
              </a:ext>
            </a:extLst>
          </p:cNvPr>
          <p:cNvGraphicFramePr/>
          <p:nvPr/>
        </p:nvGraphicFramePr>
        <p:xfrm>
          <a:off x="838200" y="365125"/>
          <a:ext cx="10515600" cy="13255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p:cNvSpPr>
            <a:spLocks noGrp="1"/>
          </p:cNvSpPr>
          <p:nvPr>
            <p:ph idx="1"/>
          </p:nvPr>
        </p:nvSpPr>
        <p:spPr>
          <a:xfrm>
            <a:off x="1444486" y="1825625"/>
            <a:ext cx="9909313" cy="4351338"/>
          </a:xfrm>
        </p:spPr>
        <p:txBody>
          <a:bodyPr/>
          <a:lstStyle/>
          <a:p>
            <a:pPr marL="0" indent="0">
              <a:buNone/>
            </a:pPr>
            <a:r>
              <a:rPr lang="en-US" dirty="0"/>
              <a:t>2. Applications software</a:t>
            </a:r>
          </a:p>
          <a:p>
            <a:pPr marL="0" indent="0">
              <a:buNone/>
            </a:pPr>
            <a:endParaRPr lang="en-US" dirty="0"/>
          </a:p>
          <a:p>
            <a:pPr lvl="1"/>
            <a:r>
              <a:rPr lang="en-US" dirty="0"/>
              <a:t>Programs that perform specific tasks for users. Enable users to solve problems, perform work or entertain themselves.</a:t>
            </a:r>
          </a:p>
          <a:p>
            <a:pPr marL="457200" lvl="1" indent="0">
              <a:buNone/>
            </a:pPr>
            <a:r>
              <a:rPr lang="en-US" b="1" dirty="0"/>
              <a:t>Examples</a:t>
            </a:r>
            <a:r>
              <a:rPr lang="en-US" dirty="0"/>
              <a:t>: </a:t>
            </a:r>
          </a:p>
          <a:p>
            <a:pPr lvl="1"/>
            <a:r>
              <a:rPr lang="en-US" dirty="0"/>
              <a:t>Word processor e.g. Microsoft Word</a:t>
            </a:r>
          </a:p>
          <a:p>
            <a:pPr lvl="1"/>
            <a:r>
              <a:rPr lang="en-US" dirty="0"/>
              <a:t>Spreadsheet  e.g. Microsoft Excel</a:t>
            </a:r>
          </a:p>
          <a:p>
            <a:pPr lvl="1"/>
            <a:r>
              <a:rPr lang="en-US" dirty="0"/>
              <a:t>Presentation e.g. Microsoft PowerPoint </a:t>
            </a:r>
          </a:p>
          <a:p>
            <a:pPr lvl="1"/>
            <a:r>
              <a:rPr lang="en-US" dirty="0"/>
              <a:t>Viewing Web pages</a:t>
            </a:r>
          </a:p>
          <a:p>
            <a:pPr lvl="1"/>
            <a:r>
              <a:rPr lang="en-US" dirty="0"/>
              <a:t>Sending and receiving e-mail</a:t>
            </a:r>
          </a:p>
          <a:p>
            <a:endParaRPr lang="en-US" dirty="0"/>
          </a:p>
          <a:p>
            <a:pPr lvl="1"/>
            <a:endParaRPr lang="en-US" dirty="0"/>
          </a:p>
        </p:txBody>
      </p:sp>
      <p:sp>
        <p:nvSpPr>
          <p:cNvPr id="8" name="Slide Number Placeholder 7">
            <a:extLst>
              <a:ext uri="{FF2B5EF4-FFF2-40B4-BE49-F238E27FC236}">
                <a16:creationId xmlns:a16="http://schemas.microsoft.com/office/drawing/2014/main" id="{EBD2D3DE-31D6-4261-8FC5-581BFC931CA9}"/>
              </a:ext>
            </a:extLst>
          </p:cNvPr>
          <p:cNvSpPr>
            <a:spLocks noGrp="1"/>
          </p:cNvSpPr>
          <p:nvPr>
            <p:ph type="sldNum" sz="quarter" idx="12"/>
          </p:nvPr>
        </p:nvSpPr>
        <p:spPr/>
        <p:txBody>
          <a:bodyPr/>
          <a:lstStyle/>
          <a:p>
            <a:fld id="{B646E9EF-1019-4E36-B7A1-F154D482C8B7}" type="slidenum">
              <a:rPr lang="en-US" smtClean="0"/>
              <a:t>6</a:t>
            </a:fld>
            <a:endParaRPr lang="en-US"/>
          </a:p>
        </p:txBody>
      </p:sp>
    </p:spTree>
    <p:extLst>
      <p:ext uri="{BB962C8B-B14F-4D97-AF65-F5344CB8AC3E}">
        <p14:creationId xmlns:p14="http://schemas.microsoft.com/office/powerpoint/2010/main" val="7057062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3E90B77D-8C34-4D96-ABBB-EAF4D64CA06D}"/>
              </a:ext>
            </a:extLst>
          </p:cNvPr>
          <p:cNvGraphicFramePr/>
          <p:nvPr/>
        </p:nvGraphicFramePr>
        <p:xfrm>
          <a:off x="838200" y="365125"/>
          <a:ext cx="10515600" cy="13255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p:cNvSpPr>
            <a:spLocks noGrp="1"/>
          </p:cNvSpPr>
          <p:nvPr>
            <p:ph idx="1"/>
          </p:nvPr>
        </p:nvSpPr>
        <p:spPr>
          <a:xfrm>
            <a:off x="1527313" y="2005012"/>
            <a:ext cx="9826487" cy="4351338"/>
          </a:xfrm>
        </p:spPr>
        <p:txBody>
          <a:bodyPr/>
          <a:lstStyle/>
          <a:p>
            <a:r>
              <a:rPr lang="en-US" dirty="0"/>
              <a:t>An </a:t>
            </a:r>
            <a:r>
              <a:rPr lang="en-US" b="1" dirty="0"/>
              <a:t>input</a:t>
            </a:r>
            <a:r>
              <a:rPr lang="en-US" dirty="0"/>
              <a:t> (device) is a hardware used to enter data into the computer</a:t>
            </a:r>
          </a:p>
          <a:p>
            <a:r>
              <a:rPr lang="en-US" dirty="0"/>
              <a:t>An </a:t>
            </a:r>
            <a:r>
              <a:rPr lang="en-US" b="1" dirty="0"/>
              <a:t>output</a:t>
            </a:r>
            <a:r>
              <a:rPr lang="en-US" dirty="0"/>
              <a:t> (device) is a hardware that conveys information to the user</a:t>
            </a:r>
          </a:p>
          <a:p>
            <a:r>
              <a:rPr lang="en-US" dirty="0"/>
              <a:t>A </a:t>
            </a:r>
            <a:r>
              <a:rPr lang="en-US" b="1" dirty="0"/>
              <a:t>Central Processing Unit</a:t>
            </a:r>
            <a:r>
              <a:rPr lang="en-US" dirty="0"/>
              <a:t> (CPU) or </a:t>
            </a:r>
            <a:r>
              <a:rPr lang="en-US" b="1" dirty="0"/>
              <a:t>processor</a:t>
            </a:r>
            <a:r>
              <a:rPr lang="en-US" dirty="0"/>
              <a:t> changes data into information</a:t>
            </a:r>
          </a:p>
          <a:p>
            <a:r>
              <a:rPr lang="en-US" b="1" dirty="0"/>
              <a:t>Memory</a:t>
            </a:r>
          </a:p>
          <a:p>
            <a:r>
              <a:rPr lang="en-US" dirty="0"/>
              <a:t>A </a:t>
            </a:r>
            <a:r>
              <a:rPr lang="en-US" b="1" dirty="0"/>
              <a:t>storage</a:t>
            </a:r>
            <a:r>
              <a:rPr lang="en-US" dirty="0"/>
              <a:t> stores data or information</a:t>
            </a:r>
          </a:p>
          <a:p>
            <a:endParaRPr lang="en-US" dirty="0"/>
          </a:p>
        </p:txBody>
      </p:sp>
      <p:sp>
        <p:nvSpPr>
          <p:cNvPr id="8" name="Slide Number Placeholder 7">
            <a:extLst>
              <a:ext uri="{FF2B5EF4-FFF2-40B4-BE49-F238E27FC236}">
                <a16:creationId xmlns:a16="http://schemas.microsoft.com/office/drawing/2014/main" id="{59BC47CE-C852-486A-8B06-C3DB691151C0}"/>
              </a:ext>
            </a:extLst>
          </p:cNvPr>
          <p:cNvSpPr>
            <a:spLocks noGrp="1"/>
          </p:cNvSpPr>
          <p:nvPr>
            <p:ph type="sldNum" sz="quarter" idx="12"/>
          </p:nvPr>
        </p:nvSpPr>
        <p:spPr/>
        <p:txBody>
          <a:bodyPr/>
          <a:lstStyle/>
          <a:p>
            <a:fld id="{B646E9EF-1019-4E36-B7A1-F154D482C8B7}" type="slidenum">
              <a:rPr lang="en-US" smtClean="0"/>
              <a:t>7</a:t>
            </a:fld>
            <a:endParaRPr lang="en-US"/>
          </a:p>
        </p:txBody>
      </p:sp>
    </p:spTree>
    <p:extLst>
      <p:ext uri="{BB962C8B-B14F-4D97-AF65-F5344CB8AC3E}">
        <p14:creationId xmlns:p14="http://schemas.microsoft.com/office/powerpoint/2010/main" val="31242995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3E90B77D-8C34-4D96-ABBB-EAF4D64CA06D}"/>
              </a:ext>
            </a:extLst>
          </p:cNvPr>
          <p:cNvGraphicFramePr/>
          <p:nvPr>
            <p:extLst>
              <p:ext uri="{D42A27DB-BD31-4B8C-83A1-F6EECF244321}">
                <p14:modId xmlns:p14="http://schemas.microsoft.com/office/powerpoint/2010/main" val="4247476127"/>
              </p:ext>
            </p:extLst>
          </p:nvPr>
        </p:nvGraphicFramePr>
        <p:xfrm>
          <a:off x="838200" y="365125"/>
          <a:ext cx="10515600" cy="13255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p:cNvSpPr>
            <a:spLocks noGrp="1"/>
          </p:cNvSpPr>
          <p:nvPr>
            <p:ph idx="1"/>
          </p:nvPr>
        </p:nvSpPr>
        <p:spPr>
          <a:xfrm>
            <a:off x="1527313" y="2005012"/>
            <a:ext cx="9826487" cy="4351338"/>
          </a:xfrm>
        </p:spPr>
        <p:txBody>
          <a:bodyPr/>
          <a:lstStyle/>
          <a:p>
            <a:r>
              <a:rPr lang="en-US" dirty="0"/>
              <a:t>Any device that enables users to enter data and instructions into the computer</a:t>
            </a:r>
          </a:p>
          <a:p>
            <a:pPr lvl="1"/>
            <a:r>
              <a:rPr lang="en-US" dirty="0"/>
              <a:t>Keyboard </a:t>
            </a:r>
          </a:p>
          <a:p>
            <a:pPr lvl="2"/>
            <a:r>
              <a:rPr lang="en-US" dirty="0"/>
              <a:t>Used to type information into your computer</a:t>
            </a:r>
          </a:p>
          <a:p>
            <a:pPr lvl="1"/>
            <a:r>
              <a:rPr lang="en-US" dirty="0"/>
              <a:t>Mouse</a:t>
            </a:r>
          </a:p>
          <a:p>
            <a:pPr lvl="2"/>
            <a:r>
              <a:rPr lang="en-US" dirty="0"/>
              <a:t>Allows data input by clicking to select options</a:t>
            </a:r>
          </a:p>
          <a:p>
            <a:pPr lvl="1"/>
            <a:r>
              <a:rPr lang="en-US" dirty="0"/>
              <a:t>Scanners</a:t>
            </a:r>
          </a:p>
          <a:p>
            <a:pPr lvl="1"/>
            <a:r>
              <a:rPr lang="en-US" dirty="0"/>
              <a:t>Barcode readers</a:t>
            </a:r>
          </a:p>
          <a:p>
            <a:pPr lvl="1"/>
            <a:r>
              <a:rPr lang="en-US" dirty="0"/>
              <a:t>Digital camera</a:t>
            </a:r>
          </a:p>
          <a:p>
            <a:pPr lvl="1"/>
            <a:r>
              <a:rPr lang="en-US" dirty="0"/>
              <a:t>Microphone</a:t>
            </a:r>
          </a:p>
          <a:p>
            <a:endParaRPr lang="en-US" dirty="0"/>
          </a:p>
        </p:txBody>
      </p:sp>
      <p:sp>
        <p:nvSpPr>
          <p:cNvPr id="8" name="Slide Number Placeholder 7">
            <a:extLst>
              <a:ext uri="{FF2B5EF4-FFF2-40B4-BE49-F238E27FC236}">
                <a16:creationId xmlns:a16="http://schemas.microsoft.com/office/drawing/2014/main" id="{59BC47CE-C852-486A-8B06-C3DB691151C0}"/>
              </a:ext>
            </a:extLst>
          </p:cNvPr>
          <p:cNvSpPr>
            <a:spLocks noGrp="1"/>
          </p:cNvSpPr>
          <p:nvPr>
            <p:ph type="sldNum" sz="quarter" idx="12"/>
          </p:nvPr>
        </p:nvSpPr>
        <p:spPr/>
        <p:txBody>
          <a:bodyPr/>
          <a:lstStyle/>
          <a:p>
            <a:fld id="{B646E9EF-1019-4E36-B7A1-F154D482C8B7}" type="slidenum">
              <a:rPr lang="en-US" smtClean="0"/>
              <a:t>8</a:t>
            </a:fld>
            <a:endParaRPr lang="en-US"/>
          </a:p>
        </p:txBody>
      </p:sp>
    </p:spTree>
    <p:extLst>
      <p:ext uri="{BB962C8B-B14F-4D97-AF65-F5344CB8AC3E}">
        <p14:creationId xmlns:p14="http://schemas.microsoft.com/office/powerpoint/2010/main" val="27249674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2" name="Slide Number Placeholder 5">
            <a:extLst>
              <a:ext uri="{FF2B5EF4-FFF2-40B4-BE49-F238E27FC236}">
                <a16:creationId xmlns:a16="http://schemas.microsoft.com/office/drawing/2014/main" id="{BE784BF8-7A65-42CD-8648-A65E7D1E03F7}"/>
              </a:ext>
            </a:extLst>
          </p:cNvPr>
          <p:cNvSpPr>
            <a:spLocks noGrp="1"/>
          </p:cNvSpPr>
          <p:nvPr>
            <p:ph type="sldNum" sz="quarter" idx="12"/>
          </p:nvPr>
        </p:nvSpPr>
        <p:spPr>
          <a:noFill/>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B077CEF0-A9DA-4C52-BF39-279CC9C3E37F}" type="slidenum">
              <a:rPr lang="en-US" altLang="ur-PK" sz="1400">
                <a:latin typeface="Arial Narrow" panose="020B0606020202030204" pitchFamily="34" charset="0"/>
              </a:rPr>
              <a:pPr/>
              <a:t>9</a:t>
            </a:fld>
            <a:endParaRPr lang="en-US" altLang="ur-PK" sz="1400">
              <a:latin typeface="Arial Narrow" panose="020B0606020202030204" pitchFamily="34" charset="0"/>
            </a:endParaRPr>
          </a:p>
        </p:txBody>
      </p:sp>
      <p:sp>
        <p:nvSpPr>
          <p:cNvPr id="10243" name="Rectangle 2">
            <a:extLst>
              <a:ext uri="{FF2B5EF4-FFF2-40B4-BE49-F238E27FC236}">
                <a16:creationId xmlns:a16="http://schemas.microsoft.com/office/drawing/2014/main" id="{CA4F35CD-8467-4BE2-BA74-60C7BF688803}"/>
              </a:ext>
            </a:extLst>
          </p:cNvPr>
          <p:cNvSpPr>
            <a:spLocks noGrp="1" noChangeArrowheads="1"/>
          </p:cNvSpPr>
          <p:nvPr>
            <p:ph type="title"/>
          </p:nvPr>
        </p:nvSpPr>
        <p:spPr>
          <a:xfrm>
            <a:off x="1234440" y="312714"/>
            <a:ext cx="8783687" cy="773178"/>
          </a:xfrm>
        </p:spPr>
        <p:txBody>
          <a:bodyPr>
            <a:normAutofit/>
          </a:bodyPr>
          <a:lstStyle/>
          <a:p>
            <a:r>
              <a:rPr lang="en-US" altLang="ur-PK" b="1" dirty="0"/>
              <a:t>Input Devices</a:t>
            </a:r>
          </a:p>
        </p:txBody>
      </p:sp>
      <p:sp>
        <p:nvSpPr>
          <p:cNvPr id="160789" name="Rectangle 21">
            <a:extLst>
              <a:ext uri="{FF2B5EF4-FFF2-40B4-BE49-F238E27FC236}">
                <a16:creationId xmlns:a16="http://schemas.microsoft.com/office/drawing/2014/main" id="{BACC0662-0E8F-4FC7-83B4-4B2D6E2DA5F6}"/>
              </a:ext>
            </a:extLst>
          </p:cNvPr>
          <p:cNvSpPr>
            <a:spLocks noChangeArrowheads="1"/>
          </p:cNvSpPr>
          <p:nvPr/>
        </p:nvSpPr>
        <p:spPr bwMode="auto">
          <a:xfrm>
            <a:off x="1193964" y="1307706"/>
            <a:ext cx="3276600" cy="1323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panose="02020603050405020304" pitchFamily="18" charset="0"/>
              </a:defRPr>
            </a:lvl1pPr>
            <a:lvl2pPr>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spcBef>
                <a:spcPct val="5000"/>
              </a:spcBef>
              <a:buClr>
                <a:srgbClr val="D94439"/>
              </a:buClr>
              <a:buSzPct val="75000"/>
            </a:pPr>
            <a:r>
              <a:rPr kumimoji="1" lang="en-US" altLang="ur-PK" sz="2600" b="1" dirty="0">
                <a:solidFill>
                  <a:srgbClr val="000000"/>
                </a:solidFill>
                <a:latin typeface="Times New Roman" panose="02020603050405020304" pitchFamily="18" charset="0"/>
              </a:rPr>
              <a:t>  </a:t>
            </a:r>
            <a:r>
              <a:rPr kumimoji="1" lang="en-US" altLang="ur-PK" sz="2600" dirty="0">
                <a:solidFill>
                  <a:srgbClr val="000000"/>
                </a:solidFill>
                <a:latin typeface="Times New Roman" panose="02020603050405020304" pitchFamily="18" charset="0"/>
              </a:rPr>
              <a:t>Hardware used </a:t>
            </a:r>
          </a:p>
          <a:p>
            <a:pPr lvl="1">
              <a:spcBef>
                <a:spcPct val="5000"/>
              </a:spcBef>
              <a:buClr>
                <a:srgbClr val="D94439"/>
              </a:buClr>
              <a:buSzPct val="75000"/>
              <a:buFont typeface="Wingdings" panose="05000000000000000000" pitchFamily="2" charset="2"/>
              <a:buNone/>
            </a:pPr>
            <a:r>
              <a:rPr kumimoji="1" lang="en-US" altLang="ur-PK" sz="2600" dirty="0">
                <a:solidFill>
                  <a:srgbClr val="000000"/>
                </a:solidFill>
                <a:latin typeface="Times New Roman" panose="02020603050405020304" pitchFamily="18" charset="0"/>
              </a:rPr>
              <a:t>to enter data</a:t>
            </a:r>
          </a:p>
          <a:p>
            <a:pPr lvl="1">
              <a:spcBef>
                <a:spcPct val="5000"/>
              </a:spcBef>
              <a:buClr>
                <a:srgbClr val="D94439"/>
              </a:buClr>
              <a:buSzPct val="75000"/>
              <a:buFont typeface="Wingdings" panose="05000000000000000000" pitchFamily="2" charset="2"/>
              <a:buNone/>
            </a:pPr>
            <a:r>
              <a:rPr kumimoji="1" lang="en-US" altLang="ur-PK" sz="2600" dirty="0">
                <a:solidFill>
                  <a:srgbClr val="000000"/>
                </a:solidFill>
                <a:latin typeface="Times New Roman" panose="02020603050405020304" pitchFamily="18" charset="0"/>
              </a:rPr>
              <a:t>and instructions</a:t>
            </a:r>
            <a:endParaRPr kumimoji="1" lang="en-US" altLang="ur-PK" sz="2000" dirty="0">
              <a:solidFill>
                <a:srgbClr val="000000"/>
              </a:solidFill>
              <a:latin typeface="Times New Roman" panose="02020603050405020304" pitchFamily="18" charset="0"/>
            </a:endParaRPr>
          </a:p>
        </p:txBody>
      </p:sp>
      <p:pic>
        <p:nvPicPr>
          <p:cNvPr id="160790" name="Picture 22" descr="Fig01-03">
            <a:extLst>
              <a:ext uri="{FF2B5EF4-FFF2-40B4-BE49-F238E27FC236}">
                <a16:creationId xmlns:a16="http://schemas.microsoft.com/office/drawing/2014/main" id="{FD0554C0-6DC0-4002-817B-45CB815407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81113" y="1307706"/>
            <a:ext cx="6816923" cy="5024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60791" name="Group 23">
            <a:extLst>
              <a:ext uri="{FF2B5EF4-FFF2-40B4-BE49-F238E27FC236}">
                <a16:creationId xmlns:a16="http://schemas.microsoft.com/office/drawing/2014/main" id="{3AEE3768-D8D1-4358-82BC-0F93B54D9BB0}"/>
              </a:ext>
            </a:extLst>
          </p:cNvPr>
          <p:cNvGrpSpPr>
            <a:grpSpLocks/>
          </p:cNvGrpSpPr>
          <p:nvPr/>
        </p:nvGrpSpPr>
        <p:grpSpPr bwMode="auto">
          <a:xfrm>
            <a:off x="4191001" y="1284288"/>
            <a:ext cx="5986463" cy="4811712"/>
            <a:chOff x="1680" y="809"/>
            <a:chExt cx="3771" cy="3031"/>
          </a:xfrm>
        </p:grpSpPr>
        <p:sp>
          <p:nvSpPr>
            <p:cNvPr id="10249" name="AutoShape 24">
              <a:extLst>
                <a:ext uri="{FF2B5EF4-FFF2-40B4-BE49-F238E27FC236}">
                  <a16:creationId xmlns:a16="http://schemas.microsoft.com/office/drawing/2014/main" id="{6A5CCB0A-1297-4FF5-9B36-155D727E1739}"/>
                </a:ext>
              </a:extLst>
            </p:cNvPr>
            <p:cNvSpPr>
              <a:spLocks noChangeArrowheads="1"/>
            </p:cNvSpPr>
            <p:nvPr/>
          </p:nvSpPr>
          <p:spPr bwMode="auto">
            <a:xfrm rot="919484">
              <a:off x="1680" y="2256"/>
              <a:ext cx="720" cy="144"/>
            </a:xfrm>
            <a:prstGeom prst="rightArrow">
              <a:avLst>
                <a:gd name="adj1" fmla="val 50000"/>
                <a:gd name="adj2" fmla="val 125000"/>
              </a:avLst>
            </a:prstGeom>
            <a:solidFill>
              <a:srgbClr val="D9443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ur-PK" altLang="ur-PK"/>
            </a:p>
          </p:txBody>
        </p:sp>
        <p:sp>
          <p:nvSpPr>
            <p:cNvPr id="10250" name="AutoShape 25">
              <a:extLst>
                <a:ext uri="{FF2B5EF4-FFF2-40B4-BE49-F238E27FC236}">
                  <a16:creationId xmlns:a16="http://schemas.microsoft.com/office/drawing/2014/main" id="{16EF4F74-6092-4C7B-8F55-EC28722DBA56}"/>
                </a:ext>
              </a:extLst>
            </p:cNvPr>
            <p:cNvSpPr>
              <a:spLocks noChangeArrowheads="1"/>
            </p:cNvSpPr>
            <p:nvPr/>
          </p:nvSpPr>
          <p:spPr bwMode="auto">
            <a:xfrm rot="9261837">
              <a:off x="4552" y="809"/>
              <a:ext cx="629" cy="165"/>
            </a:xfrm>
            <a:prstGeom prst="rightArrow">
              <a:avLst>
                <a:gd name="adj1" fmla="val 50000"/>
                <a:gd name="adj2" fmla="val 95303"/>
              </a:avLst>
            </a:prstGeom>
            <a:solidFill>
              <a:srgbClr val="D9443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ur-PK" altLang="ur-PK"/>
            </a:p>
          </p:txBody>
        </p:sp>
        <p:sp>
          <p:nvSpPr>
            <p:cNvPr id="10251" name="AutoShape 26">
              <a:extLst>
                <a:ext uri="{FF2B5EF4-FFF2-40B4-BE49-F238E27FC236}">
                  <a16:creationId xmlns:a16="http://schemas.microsoft.com/office/drawing/2014/main" id="{3C976AEB-C32A-45F6-AC1D-3FE7AF73E063}"/>
                </a:ext>
              </a:extLst>
            </p:cNvPr>
            <p:cNvSpPr>
              <a:spLocks noChangeArrowheads="1"/>
            </p:cNvSpPr>
            <p:nvPr/>
          </p:nvSpPr>
          <p:spPr bwMode="auto">
            <a:xfrm rot="685071">
              <a:off x="2880" y="3024"/>
              <a:ext cx="720" cy="144"/>
            </a:xfrm>
            <a:prstGeom prst="rightArrow">
              <a:avLst>
                <a:gd name="adj1" fmla="val 50000"/>
                <a:gd name="adj2" fmla="val 125000"/>
              </a:avLst>
            </a:prstGeom>
            <a:solidFill>
              <a:srgbClr val="D9443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ur-PK" altLang="ur-PK"/>
            </a:p>
          </p:txBody>
        </p:sp>
        <p:sp>
          <p:nvSpPr>
            <p:cNvPr id="10252" name="AutoShape 27">
              <a:extLst>
                <a:ext uri="{FF2B5EF4-FFF2-40B4-BE49-F238E27FC236}">
                  <a16:creationId xmlns:a16="http://schemas.microsoft.com/office/drawing/2014/main" id="{913C8D7D-76C8-4421-860C-6254DA9C609B}"/>
                </a:ext>
              </a:extLst>
            </p:cNvPr>
            <p:cNvSpPr>
              <a:spLocks noChangeArrowheads="1"/>
            </p:cNvSpPr>
            <p:nvPr/>
          </p:nvSpPr>
          <p:spPr bwMode="auto">
            <a:xfrm>
              <a:off x="4176" y="2496"/>
              <a:ext cx="144" cy="432"/>
            </a:xfrm>
            <a:prstGeom prst="upArrow">
              <a:avLst>
                <a:gd name="adj1" fmla="val 50000"/>
                <a:gd name="adj2" fmla="val 75000"/>
              </a:avLst>
            </a:prstGeom>
            <a:solidFill>
              <a:srgbClr val="D9443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ur-PK" altLang="ur-PK"/>
            </a:p>
          </p:txBody>
        </p:sp>
        <p:sp>
          <p:nvSpPr>
            <p:cNvPr id="10253" name="AutoShape 28">
              <a:extLst>
                <a:ext uri="{FF2B5EF4-FFF2-40B4-BE49-F238E27FC236}">
                  <a16:creationId xmlns:a16="http://schemas.microsoft.com/office/drawing/2014/main" id="{0EEB1005-7F96-4C42-996E-7F23D80D3410}"/>
                </a:ext>
              </a:extLst>
            </p:cNvPr>
            <p:cNvSpPr>
              <a:spLocks noChangeArrowheads="1"/>
            </p:cNvSpPr>
            <p:nvPr/>
          </p:nvSpPr>
          <p:spPr bwMode="auto">
            <a:xfrm rot="-8042411">
              <a:off x="5163" y="2349"/>
              <a:ext cx="144" cy="432"/>
            </a:xfrm>
            <a:prstGeom prst="downArrow">
              <a:avLst>
                <a:gd name="adj1" fmla="val 50000"/>
                <a:gd name="adj2" fmla="val 75000"/>
              </a:avLst>
            </a:prstGeom>
            <a:solidFill>
              <a:srgbClr val="D9443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ur-PK" altLang="ur-PK"/>
            </a:p>
          </p:txBody>
        </p:sp>
        <p:sp>
          <p:nvSpPr>
            <p:cNvPr id="10254" name="AutoShape 29">
              <a:extLst>
                <a:ext uri="{FF2B5EF4-FFF2-40B4-BE49-F238E27FC236}">
                  <a16:creationId xmlns:a16="http://schemas.microsoft.com/office/drawing/2014/main" id="{88DE737D-4E45-4A5A-8BAE-443C3E464FA1}"/>
                </a:ext>
              </a:extLst>
            </p:cNvPr>
            <p:cNvSpPr>
              <a:spLocks noChangeArrowheads="1"/>
            </p:cNvSpPr>
            <p:nvPr/>
          </p:nvSpPr>
          <p:spPr bwMode="auto">
            <a:xfrm rot="-1082869">
              <a:off x="2256" y="3696"/>
              <a:ext cx="720" cy="144"/>
            </a:xfrm>
            <a:prstGeom prst="rightArrow">
              <a:avLst>
                <a:gd name="adj1" fmla="val 50000"/>
                <a:gd name="adj2" fmla="val 125000"/>
              </a:avLst>
            </a:prstGeom>
            <a:solidFill>
              <a:srgbClr val="D9443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ur-PK" altLang="ur-PK"/>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0789"/>
                                        </p:tgtEl>
                                        <p:attrNameLst>
                                          <p:attrName>style.visibility</p:attrName>
                                        </p:attrNameLst>
                                      </p:cBhvr>
                                      <p:to>
                                        <p:strVal val="visible"/>
                                      </p:to>
                                    </p:set>
                                    <p:animEffect transition="in" filter="wipe(left)">
                                      <p:cBhvr>
                                        <p:cTn id="7" dur="500"/>
                                        <p:tgtEl>
                                          <p:spTgt spid="16078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nodeType="clickEffect">
                                  <p:stCondLst>
                                    <p:cond delay="0"/>
                                  </p:stCondLst>
                                  <p:childTnLst>
                                    <p:set>
                                      <p:cBhvr>
                                        <p:cTn id="11" dur="1" fill="hold">
                                          <p:stCondLst>
                                            <p:cond delay="0"/>
                                          </p:stCondLst>
                                        </p:cTn>
                                        <p:tgtEl>
                                          <p:spTgt spid="160790"/>
                                        </p:tgtEl>
                                        <p:attrNameLst>
                                          <p:attrName>style.visibility</p:attrName>
                                        </p:attrNameLst>
                                      </p:cBhvr>
                                      <p:to>
                                        <p:strVal val="visible"/>
                                      </p:to>
                                    </p:set>
                                    <p:anim calcmode="lin" valueType="num">
                                      <p:cBhvr additive="base">
                                        <p:cTn id="12" dur="500" fill="hold"/>
                                        <p:tgtEl>
                                          <p:spTgt spid="160790"/>
                                        </p:tgtEl>
                                        <p:attrNameLst>
                                          <p:attrName>ppt_x</p:attrName>
                                        </p:attrNameLst>
                                      </p:cBhvr>
                                      <p:tavLst>
                                        <p:tav tm="0">
                                          <p:val>
                                            <p:strVal val="0-#ppt_w/2"/>
                                          </p:val>
                                        </p:tav>
                                        <p:tav tm="100000">
                                          <p:val>
                                            <p:strVal val="#ppt_x"/>
                                          </p:val>
                                        </p:tav>
                                      </p:tavLst>
                                    </p:anim>
                                    <p:anim calcmode="lin" valueType="num">
                                      <p:cBhvr additive="base">
                                        <p:cTn id="13" dur="500" fill="hold"/>
                                        <p:tgtEl>
                                          <p:spTgt spid="160790"/>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18" presetClass="entr" presetSubtype="6" fill="hold" nodeType="clickEffect">
                                  <p:stCondLst>
                                    <p:cond delay="0"/>
                                  </p:stCondLst>
                                  <p:childTnLst>
                                    <p:set>
                                      <p:cBhvr>
                                        <p:cTn id="17" dur="1" fill="hold">
                                          <p:stCondLst>
                                            <p:cond delay="0"/>
                                          </p:stCondLst>
                                        </p:cTn>
                                        <p:tgtEl>
                                          <p:spTgt spid="160791"/>
                                        </p:tgtEl>
                                        <p:attrNameLst>
                                          <p:attrName>style.visibility</p:attrName>
                                        </p:attrNameLst>
                                      </p:cBhvr>
                                      <p:to>
                                        <p:strVal val="visible"/>
                                      </p:to>
                                    </p:set>
                                    <p:animEffect transition="in" filter="strips(downRight)">
                                      <p:cBhvr>
                                        <p:cTn id="18" dur="500"/>
                                        <p:tgtEl>
                                          <p:spTgt spid="1607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89"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3E90B77D-8C34-4D96-ABBB-EAF4D64CA06D}"/>
              </a:ext>
            </a:extLst>
          </p:cNvPr>
          <p:cNvGraphicFramePr/>
          <p:nvPr>
            <p:extLst>
              <p:ext uri="{D42A27DB-BD31-4B8C-83A1-F6EECF244321}">
                <p14:modId xmlns:p14="http://schemas.microsoft.com/office/powerpoint/2010/main" val="1152714860"/>
              </p:ext>
            </p:extLst>
          </p:nvPr>
        </p:nvGraphicFramePr>
        <p:xfrm>
          <a:off x="838200" y="365125"/>
          <a:ext cx="10515600" cy="13255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p:cNvSpPr>
            <a:spLocks noGrp="1"/>
          </p:cNvSpPr>
          <p:nvPr>
            <p:ph idx="1"/>
          </p:nvPr>
        </p:nvSpPr>
        <p:spPr>
          <a:xfrm>
            <a:off x="1527313" y="2005012"/>
            <a:ext cx="9826487" cy="4351338"/>
          </a:xfrm>
        </p:spPr>
        <p:txBody>
          <a:bodyPr/>
          <a:lstStyle/>
          <a:p>
            <a:r>
              <a:rPr lang="en-US" dirty="0"/>
              <a:t>Any device that help users get information out of the computer in a meaningful way.</a:t>
            </a:r>
          </a:p>
          <a:p>
            <a:pPr lvl="1"/>
            <a:r>
              <a:rPr lang="en-US" dirty="0"/>
              <a:t>Monitor, screen or Visual Display Unit (VDU)</a:t>
            </a:r>
          </a:p>
          <a:p>
            <a:pPr lvl="2"/>
            <a:r>
              <a:rPr lang="en-US" dirty="0"/>
              <a:t>Cathode Ray Tube (CRT)</a:t>
            </a:r>
          </a:p>
          <a:p>
            <a:pPr lvl="3"/>
            <a:r>
              <a:rPr lang="en-US" dirty="0"/>
              <a:t>A vacuum tube used as a display screen in a computer or video display terminal.</a:t>
            </a:r>
          </a:p>
          <a:p>
            <a:pPr lvl="3"/>
            <a:r>
              <a:rPr lang="en-US" dirty="0"/>
              <a:t>Found in older desktop computers but also in older television sets.</a:t>
            </a:r>
          </a:p>
          <a:p>
            <a:pPr lvl="2"/>
            <a:r>
              <a:rPr lang="en-US" dirty="0"/>
              <a:t>Liquid Crystal Display (LCD)</a:t>
            </a:r>
          </a:p>
          <a:p>
            <a:pPr lvl="3"/>
            <a:r>
              <a:rPr lang="en-US" dirty="0"/>
              <a:t>A flat panel technology</a:t>
            </a:r>
          </a:p>
          <a:p>
            <a:pPr lvl="1"/>
            <a:r>
              <a:rPr lang="en-US" dirty="0"/>
              <a:t>Printers</a:t>
            </a:r>
          </a:p>
          <a:p>
            <a:pPr lvl="1"/>
            <a:r>
              <a:rPr lang="en-US" dirty="0"/>
              <a:t>Speakers </a:t>
            </a:r>
          </a:p>
          <a:p>
            <a:pPr lvl="2"/>
            <a:r>
              <a:rPr lang="en-US" dirty="0"/>
              <a:t>To deliver an audio output such as music, that is connected to the computer.</a:t>
            </a:r>
          </a:p>
        </p:txBody>
      </p:sp>
      <p:sp>
        <p:nvSpPr>
          <p:cNvPr id="8" name="Slide Number Placeholder 7">
            <a:extLst>
              <a:ext uri="{FF2B5EF4-FFF2-40B4-BE49-F238E27FC236}">
                <a16:creationId xmlns:a16="http://schemas.microsoft.com/office/drawing/2014/main" id="{59BC47CE-C852-486A-8B06-C3DB691151C0}"/>
              </a:ext>
            </a:extLst>
          </p:cNvPr>
          <p:cNvSpPr>
            <a:spLocks noGrp="1"/>
          </p:cNvSpPr>
          <p:nvPr>
            <p:ph type="sldNum" sz="quarter" idx="12"/>
          </p:nvPr>
        </p:nvSpPr>
        <p:spPr/>
        <p:txBody>
          <a:bodyPr/>
          <a:lstStyle/>
          <a:p>
            <a:fld id="{B646E9EF-1019-4E36-B7A1-F154D482C8B7}" type="slidenum">
              <a:rPr lang="en-US" smtClean="0"/>
              <a:t>10</a:t>
            </a:fld>
            <a:endParaRPr lang="en-US"/>
          </a:p>
        </p:txBody>
      </p:sp>
    </p:spTree>
    <p:extLst>
      <p:ext uri="{BB962C8B-B14F-4D97-AF65-F5344CB8AC3E}">
        <p14:creationId xmlns:p14="http://schemas.microsoft.com/office/powerpoint/2010/main" val="17078592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Slide Number Placeholder 5">
            <a:extLst>
              <a:ext uri="{FF2B5EF4-FFF2-40B4-BE49-F238E27FC236}">
                <a16:creationId xmlns:a16="http://schemas.microsoft.com/office/drawing/2014/main" id="{3C3DB9A2-C1B8-483F-B550-0E3077437348}"/>
              </a:ext>
            </a:extLst>
          </p:cNvPr>
          <p:cNvSpPr>
            <a:spLocks noGrp="1"/>
          </p:cNvSpPr>
          <p:nvPr>
            <p:ph type="sldNum" sz="quarter" idx="12"/>
          </p:nvPr>
        </p:nvSpPr>
        <p:spPr>
          <a:noFill/>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AE267A5D-FEB8-4D85-B6D5-73CCB79F0131}" type="slidenum">
              <a:rPr lang="en-US" altLang="ur-PK" sz="1400">
                <a:latin typeface="Arial Narrow" panose="020B0606020202030204" pitchFamily="34" charset="0"/>
              </a:rPr>
              <a:pPr/>
              <a:t>11</a:t>
            </a:fld>
            <a:endParaRPr lang="en-US" altLang="ur-PK" sz="1400">
              <a:latin typeface="Arial Narrow" panose="020B0606020202030204" pitchFamily="34" charset="0"/>
            </a:endParaRPr>
          </a:p>
        </p:txBody>
      </p:sp>
      <p:sp>
        <p:nvSpPr>
          <p:cNvPr id="11267" name="Rectangle 2">
            <a:extLst>
              <a:ext uri="{FF2B5EF4-FFF2-40B4-BE49-F238E27FC236}">
                <a16:creationId xmlns:a16="http://schemas.microsoft.com/office/drawing/2014/main" id="{FF972BD9-03EC-4E64-9F55-9D38696F1F23}"/>
              </a:ext>
            </a:extLst>
          </p:cNvPr>
          <p:cNvSpPr>
            <a:spLocks noGrp="1" noChangeArrowheads="1"/>
          </p:cNvSpPr>
          <p:nvPr>
            <p:ph type="title"/>
          </p:nvPr>
        </p:nvSpPr>
        <p:spPr>
          <a:xfrm>
            <a:off x="777240" y="365126"/>
            <a:ext cx="10576560" cy="1077454"/>
          </a:xfrm>
        </p:spPr>
        <p:txBody>
          <a:bodyPr>
            <a:normAutofit/>
          </a:bodyPr>
          <a:lstStyle/>
          <a:p>
            <a:r>
              <a:rPr lang="en-US" altLang="ur-PK" b="1" dirty="0"/>
              <a:t>Output devices</a:t>
            </a:r>
          </a:p>
        </p:txBody>
      </p:sp>
      <p:sp>
        <p:nvSpPr>
          <p:cNvPr id="161797" name="Rectangle 5">
            <a:extLst>
              <a:ext uri="{FF2B5EF4-FFF2-40B4-BE49-F238E27FC236}">
                <a16:creationId xmlns:a16="http://schemas.microsoft.com/office/drawing/2014/main" id="{FDD0E283-1E37-4424-85DA-2BBC51D4FF84}"/>
              </a:ext>
            </a:extLst>
          </p:cNvPr>
          <p:cNvSpPr>
            <a:spLocks noChangeArrowheads="1"/>
          </p:cNvSpPr>
          <p:nvPr/>
        </p:nvSpPr>
        <p:spPr bwMode="auto">
          <a:xfrm>
            <a:off x="918739" y="1498141"/>
            <a:ext cx="3276600" cy="170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panose="02020603050405020304" pitchFamily="18" charset="0"/>
              </a:defRPr>
            </a:lvl1pPr>
            <a:lvl2pPr>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spcBef>
                <a:spcPct val="5000"/>
              </a:spcBef>
              <a:buClr>
                <a:srgbClr val="D94439"/>
              </a:buClr>
              <a:buSzPct val="75000"/>
              <a:buFont typeface="Wingdings" panose="05000000000000000000" pitchFamily="2" charset="2"/>
              <a:buChar char="Ø"/>
            </a:pPr>
            <a:r>
              <a:rPr kumimoji="1" lang="en-US" altLang="ur-PK" sz="2600" dirty="0">
                <a:solidFill>
                  <a:srgbClr val="000000"/>
                </a:solidFill>
                <a:latin typeface="Times New Roman" panose="02020603050405020304" pitchFamily="18" charset="0"/>
              </a:rPr>
              <a:t>   Hardware that </a:t>
            </a:r>
          </a:p>
          <a:p>
            <a:pPr lvl="1">
              <a:spcBef>
                <a:spcPct val="5000"/>
              </a:spcBef>
              <a:buClr>
                <a:srgbClr val="D94439"/>
              </a:buClr>
              <a:buSzPct val="75000"/>
              <a:buFont typeface="Wingdings" panose="05000000000000000000" pitchFamily="2" charset="2"/>
              <a:buNone/>
            </a:pPr>
            <a:r>
              <a:rPr kumimoji="1" lang="en-US" altLang="ur-PK" sz="2600" dirty="0">
                <a:solidFill>
                  <a:srgbClr val="000000"/>
                </a:solidFill>
                <a:latin typeface="Times New Roman" panose="02020603050405020304" pitchFamily="18" charset="0"/>
              </a:rPr>
              <a:t>conveys information </a:t>
            </a:r>
            <a:br>
              <a:rPr kumimoji="1" lang="en-US" altLang="ur-PK" sz="2600" dirty="0">
                <a:solidFill>
                  <a:srgbClr val="000000"/>
                </a:solidFill>
                <a:latin typeface="Times New Roman" panose="02020603050405020304" pitchFamily="18" charset="0"/>
              </a:rPr>
            </a:br>
            <a:r>
              <a:rPr kumimoji="1" lang="en-US" altLang="ur-PK" sz="2600" dirty="0">
                <a:solidFill>
                  <a:srgbClr val="000000"/>
                </a:solidFill>
                <a:latin typeface="Times New Roman" panose="02020603050405020304" pitchFamily="18" charset="0"/>
              </a:rPr>
              <a:t>to a user</a:t>
            </a:r>
            <a:endParaRPr kumimoji="1" lang="en-US" altLang="ur-PK" sz="2000" dirty="0">
              <a:solidFill>
                <a:srgbClr val="000000"/>
              </a:solidFill>
              <a:latin typeface="Times New Roman" panose="02020603050405020304" pitchFamily="18" charset="0"/>
            </a:endParaRPr>
          </a:p>
        </p:txBody>
      </p:sp>
      <p:pic>
        <p:nvPicPr>
          <p:cNvPr id="161798" name="Picture 6" descr="Fig01-03">
            <a:extLst>
              <a:ext uri="{FF2B5EF4-FFF2-40B4-BE49-F238E27FC236}">
                <a16:creationId xmlns:a16="http://schemas.microsoft.com/office/drawing/2014/main" id="{92C66C9C-E923-44E9-A111-243E58E75B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7600" y="1550988"/>
            <a:ext cx="6781800" cy="474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61799" name="Group 7">
            <a:extLst>
              <a:ext uri="{FF2B5EF4-FFF2-40B4-BE49-F238E27FC236}">
                <a16:creationId xmlns:a16="http://schemas.microsoft.com/office/drawing/2014/main" id="{2DF0F962-84A3-4115-9663-EC756C1655B6}"/>
              </a:ext>
            </a:extLst>
          </p:cNvPr>
          <p:cNvGrpSpPr>
            <a:grpSpLocks/>
          </p:cNvGrpSpPr>
          <p:nvPr/>
        </p:nvGrpSpPr>
        <p:grpSpPr bwMode="auto">
          <a:xfrm>
            <a:off x="5715001" y="1289050"/>
            <a:ext cx="4468813" cy="4349750"/>
            <a:chOff x="2640" y="812"/>
            <a:chExt cx="2815" cy="2740"/>
          </a:xfrm>
        </p:grpSpPr>
        <p:sp>
          <p:nvSpPr>
            <p:cNvPr id="11273" name="AutoShape 8">
              <a:extLst>
                <a:ext uri="{FF2B5EF4-FFF2-40B4-BE49-F238E27FC236}">
                  <a16:creationId xmlns:a16="http://schemas.microsoft.com/office/drawing/2014/main" id="{AA9D992C-3D3C-4135-902C-D11E466942DA}"/>
                </a:ext>
              </a:extLst>
            </p:cNvPr>
            <p:cNvSpPr>
              <a:spLocks noChangeArrowheads="1"/>
            </p:cNvSpPr>
            <p:nvPr/>
          </p:nvSpPr>
          <p:spPr bwMode="auto">
            <a:xfrm rot="-1361010">
              <a:off x="3744" y="3408"/>
              <a:ext cx="720" cy="144"/>
            </a:xfrm>
            <a:prstGeom prst="rightArrow">
              <a:avLst>
                <a:gd name="adj1" fmla="val 50000"/>
                <a:gd name="adj2" fmla="val 125000"/>
              </a:avLst>
            </a:prstGeom>
            <a:solidFill>
              <a:srgbClr val="D9443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ur-PK" altLang="ur-PK"/>
            </a:p>
          </p:txBody>
        </p:sp>
        <p:sp>
          <p:nvSpPr>
            <p:cNvPr id="11274" name="AutoShape 9">
              <a:extLst>
                <a:ext uri="{FF2B5EF4-FFF2-40B4-BE49-F238E27FC236}">
                  <a16:creationId xmlns:a16="http://schemas.microsoft.com/office/drawing/2014/main" id="{02A23BB7-5C67-41F3-B4AE-B217F492C18C}"/>
                </a:ext>
              </a:extLst>
            </p:cNvPr>
            <p:cNvSpPr>
              <a:spLocks noChangeArrowheads="1"/>
            </p:cNvSpPr>
            <p:nvPr/>
          </p:nvSpPr>
          <p:spPr bwMode="auto">
            <a:xfrm rot="1241727">
              <a:off x="2640" y="2016"/>
              <a:ext cx="720" cy="144"/>
            </a:xfrm>
            <a:prstGeom prst="rightArrow">
              <a:avLst>
                <a:gd name="adj1" fmla="val 50000"/>
                <a:gd name="adj2" fmla="val 125000"/>
              </a:avLst>
            </a:prstGeom>
            <a:solidFill>
              <a:srgbClr val="D9443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ur-PK" altLang="ur-PK"/>
            </a:p>
          </p:txBody>
        </p:sp>
        <p:sp>
          <p:nvSpPr>
            <p:cNvPr id="11275" name="AutoShape 10">
              <a:extLst>
                <a:ext uri="{FF2B5EF4-FFF2-40B4-BE49-F238E27FC236}">
                  <a16:creationId xmlns:a16="http://schemas.microsoft.com/office/drawing/2014/main" id="{CC2768D3-5850-41F4-ABF2-F282A98D5814}"/>
                </a:ext>
              </a:extLst>
            </p:cNvPr>
            <p:cNvSpPr>
              <a:spLocks noChangeArrowheads="1"/>
            </p:cNvSpPr>
            <p:nvPr/>
          </p:nvSpPr>
          <p:spPr bwMode="auto">
            <a:xfrm rot="-9569993">
              <a:off x="5311" y="1388"/>
              <a:ext cx="144" cy="528"/>
            </a:xfrm>
            <a:prstGeom prst="upArrow">
              <a:avLst>
                <a:gd name="adj1" fmla="val 50000"/>
                <a:gd name="adj2" fmla="val 91667"/>
              </a:avLst>
            </a:prstGeom>
            <a:solidFill>
              <a:srgbClr val="D9443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ur-PK" altLang="ur-PK"/>
            </a:p>
          </p:txBody>
        </p:sp>
        <p:sp>
          <p:nvSpPr>
            <p:cNvPr id="11276" name="AutoShape 11">
              <a:extLst>
                <a:ext uri="{FF2B5EF4-FFF2-40B4-BE49-F238E27FC236}">
                  <a16:creationId xmlns:a16="http://schemas.microsoft.com/office/drawing/2014/main" id="{9B1F6032-F505-47F8-85D0-B64043DA9087}"/>
                </a:ext>
              </a:extLst>
            </p:cNvPr>
            <p:cNvSpPr>
              <a:spLocks noChangeArrowheads="1"/>
            </p:cNvSpPr>
            <p:nvPr/>
          </p:nvSpPr>
          <p:spPr bwMode="auto">
            <a:xfrm rot="-1122824">
              <a:off x="4103" y="812"/>
              <a:ext cx="144" cy="528"/>
            </a:xfrm>
            <a:prstGeom prst="downArrow">
              <a:avLst>
                <a:gd name="adj1" fmla="val 50000"/>
                <a:gd name="adj2" fmla="val 91667"/>
              </a:avLst>
            </a:prstGeom>
            <a:solidFill>
              <a:srgbClr val="D9443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ur-PK" altLang="ur-PK"/>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1797"/>
                                        </p:tgtEl>
                                        <p:attrNameLst>
                                          <p:attrName>style.visibility</p:attrName>
                                        </p:attrNameLst>
                                      </p:cBhvr>
                                      <p:to>
                                        <p:strVal val="visible"/>
                                      </p:to>
                                    </p:set>
                                    <p:animEffect transition="in" filter="wipe(left)">
                                      <p:cBhvr>
                                        <p:cTn id="7" dur="500"/>
                                        <p:tgtEl>
                                          <p:spTgt spid="16179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2" fill="hold" nodeType="clickEffect">
                                  <p:stCondLst>
                                    <p:cond delay="0"/>
                                  </p:stCondLst>
                                  <p:childTnLst>
                                    <p:set>
                                      <p:cBhvr>
                                        <p:cTn id="11" dur="1" fill="hold">
                                          <p:stCondLst>
                                            <p:cond delay="0"/>
                                          </p:stCondLst>
                                        </p:cTn>
                                        <p:tgtEl>
                                          <p:spTgt spid="161798"/>
                                        </p:tgtEl>
                                        <p:attrNameLst>
                                          <p:attrName>style.visibility</p:attrName>
                                        </p:attrNameLst>
                                      </p:cBhvr>
                                      <p:to>
                                        <p:strVal val="visible"/>
                                      </p:to>
                                    </p:set>
                                    <p:anim calcmode="lin" valueType="num">
                                      <p:cBhvr additive="base">
                                        <p:cTn id="12" dur="500" fill="hold"/>
                                        <p:tgtEl>
                                          <p:spTgt spid="161798"/>
                                        </p:tgtEl>
                                        <p:attrNameLst>
                                          <p:attrName>ppt_x</p:attrName>
                                        </p:attrNameLst>
                                      </p:cBhvr>
                                      <p:tavLst>
                                        <p:tav tm="0">
                                          <p:val>
                                            <p:strVal val="1+#ppt_w/2"/>
                                          </p:val>
                                        </p:tav>
                                        <p:tav tm="100000">
                                          <p:val>
                                            <p:strVal val="#ppt_x"/>
                                          </p:val>
                                        </p:tav>
                                      </p:tavLst>
                                    </p:anim>
                                    <p:anim calcmode="lin" valueType="num">
                                      <p:cBhvr additive="base">
                                        <p:cTn id="13" dur="500" fill="hold"/>
                                        <p:tgtEl>
                                          <p:spTgt spid="161798"/>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8" fill="hold" nodeType="clickEffect">
                                  <p:stCondLst>
                                    <p:cond delay="0"/>
                                  </p:stCondLst>
                                  <p:childTnLst>
                                    <p:set>
                                      <p:cBhvr>
                                        <p:cTn id="17" dur="1" fill="hold">
                                          <p:stCondLst>
                                            <p:cond delay="0"/>
                                          </p:stCondLst>
                                        </p:cTn>
                                        <p:tgtEl>
                                          <p:spTgt spid="161799"/>
                                        </p:tgtEl>
                                        <p:attrNameLst>
                                          <p:attrName>style.visibility</p:attrName>
                                        </p:attrNameLst>
                                      </p:cBhvr>
                                      <p:to>
                                        <p:strVal val="visible"/>
                                      </p:to>
                                    </p:set>
                                    <p:anim calcmode="lin" valueType="num">
                                      <p:cBhvr additive="base">
                                        <p:cTn id="18" dur="500" fill="hold"/>
                                        <p:tgtEl>
                                          <p:spTgt spid="161799"/>
                                        </p:tgtEl>
                                        <p:attrNameLst>
                                          <p:attrName>ppt_x</p:attrName>
                                        </p:attrNameLst>
                                      </p:cBhvr>
                                      <p:tavLst>
                                        <p:tav tm="0">
                                          <p:val>
                                            <p:strVal val="0-#ppt_w/2"/>
                                          </p:val>
                                        </p:tav>
                                        <p:tav tm="100000">
                                          <p:val>
                                            <p:strVal val="#ppt_x"/>
                                          </p:val>
                                        </p:tav>
                                      </p:tavLst>
                                    </p:anim>
                                    <p:anim calcmode="lin" valueType="num">
                                      <p:cBhvr additive="base">
                                        <p:cTn id="19" dur="500" fill="hold"/>
                                        <p:tgtEl>
                                          <p:spTgt spid="16179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797"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3E90B77D-8C34-4D96-ABBB-EAF4D64CA06D}"/>
              </a:ext>
            </a:extLst>
          </p:cNvPr>
          <p:cNvGraphicFramePr/>
          <p:nvPr>
            <p:extLst>
              <p:ext uri="{D42A27DB-BD31-4B8C-83A1-F6EECF244321}">
                <p14:modId xmlns:p14="http://schemas.microsoft.com/office/powerpoint/2010/main" val="1962744564"/>
              </p:ext>
            </p:extLst>
          </p:nvPr>
        </p:nvGraphicFramePr>
        <p:xfrm>
          <a:off x="838200" y="365125"/>
          <a:ext cx="10515600" cy="13255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p:cNvSpPr>
            <a:spLocks noGrp="1"/>
          </p:cNvSpPr>
          <p:nvPr>
            <p:ph idx="1"/>
          </p:nvPr>
        </p:nvSpPr>
        <p:spPr>
          <a:xfrm>
            <a:off x="1527313" y="2005012"/>
            <a:ext cx="9826487" cy="4351338"/>
          </a:xfrm>
        </p:spPr>
        <p:txBody>
          <a:bodyPr/>
          <a:lstStyle/>
          <a:p>
            <a:pPr lvl="1"/>
            <a:r>
              <a:rPr lang="en-US" altLang="ur-PK" dirty="0"/>
              <a:t>Holds data, instructions, and information </a:t>
            </a:r>
            <a:br>
              <a:rPr lang="en-US" altLang="ur-PK" dirty="0"/>
            </a:br>
            <a:r>
              <a:rPr lang="en-US" altLang="ur-PK" dirty="0"/>
              <a:t>for future use</a:t>
            </a:r>
          </a:p>
          <a:p>
            <a:pPr lvl="1"/>
            <a:r>
              <a:rPr lang="en-US" dirty="0"/>
              <a:t>Examples of storage devices are:</a:t>
            </a:r>
          </a:p>
          <a:p>
            <a:pPr lvl="2"/>
            <a:r>
              <a:rPr lang="en-US" dirty="0"/>
              <a:t>Hard disk drive</a:t>
            </a:r>
          </a:p>
          <a:p>
            <a:pPr lvl="2"/>
            <a:r>
              <a:rPr lang="en-US" dirty="0"/>
              <a:t>Compact disks</a:t>
            </a:r>
          </a:p>
          <a:p>
            <a:pPr lvl="2"/>
            <a:r>
              <a:rPr lang="en-US" dirty="0"/>
              <a:t>Memory card</a:t>
            </a:r>
          </a:p>
          <a:p>
            <a:pPr lvl="2"/>
            <a:r>
              <a:rPr lang="en-US" dirty="0"/>
              <a:t>Flash disks</a:t>
            </a:r>
          </a:p>
          <a:p>
            <a:pPr lvl="1"/>
            <a:endParaRPr lang="en-US" altLang="ur-PK" dirty="0"/>
          </a:p>
        </p:txBody>
      </p:sp>
      <p:sp>
        <p:nvSpPr>
          <p:cNvPr id="8" name="Slide Number Placeholder 7">
            <a:extLst>
              <a:ext uri="{FF2B5EF4-FFF2-40B4-BE49-F238E27FC236}">
                <a16:creationId xmlns:a16="http://schemas.microsoft.com/office/drawing/2014/main" id="{59BC47CE-C852-486A-8B06-C3DB691151C0}"/>
              </a:ext>
            </a:extLst>
          </p:cNvPr>
          <p:cNvSpPr>
            <a:spLocks noGrp="1"/>
          </p:cNvSpPr>
          <p:nvPr>
            <p:ph type="sldNum" sz="quarter" idx="12"/>
          </p:nvPr>
        </p:nvSpPr>
        <p:spPr/>
        <p:txBody>
          <a:bodyPr/>
          <a:lstStyle/>
          <a:p>
            <a:fld id="{B646E9EF-1019-4E36-B7A1-F154D482C8B7}" type="slidenum">
              <a:rPr lang="en-US" smtClean="0"/>
              <a:t>12</a:t>
            </a:fld>
            <a:endParaRPr lang="en-US"/>
          </a:p>
        </p:txBody>
      </p:sp>
    </p:spTree>
    <p:extLst>
      <p:ext uri="{BB962C8B-B14F-4D97-AF65-F5344CB8AC3E}">
        <p14:creationId xmlns:p14="http://schemas.microsoft.com/office/powerpoint/2010/main" val="39946702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C76E7101-1035-44E6-9440-A2C9CE34D64F}"/>
              </a:ext>
            </a:extLst>
          </p:cNvPr>
          <p:cNvGraphicFramePr/>
          <p:nvPr>
            <p:extLst>
              <p:ext uri="{D42A27DB-BD31-4B8C-83A1-F6EECF244321}">
                <p14:modId xmlns:p14="http://schemas.microsoft.com/office/powerpoint/2010/main" val="3335275632"/>
              </p:ext>
            </p:extLst>
          </p:nvPr>
        </p:nvGraphicFramePr>
        <p:xfrm>
          <a:off x="838198" y="136526"/>
          <a:ext cx="11022497" cy="104291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p:cNvSpPr>
            <a:spLocks noGrp="1"/>
          </p:cNvSpPr>
          <p:nvPr>
            <p:ph idx="1"/>
          </p:nvPr>
        </p:nvSpPr>
        <p:spPr>
          <a:xfrm>
            <a:off x="1414667" y="1481069"/>
            <a:ext cx="9869557" cy="4351338"/>
          </a:xfrm>
        </p:spPr>
        <p:txBody>
          <a:bodyPr>
            <a:normAutofit/>
          </a:bodyPr>
          <a:lstStyle/>
          <a:p>
            <a:r>
              <a:rPr lang="en-US" altLang="ur-PK" dirty="0"/>
              <a:t>Temporary holding place for data and instructions.</a:t>
            </a:r>
            <a:endParaRPr lang="en-US" dirty="0"/>
          </a:p>
          <a:p>
            <a:r>
              <a:rPr lang="en-US" dirty="0"/>
              <a:t>Where programs and data are kept when the processor is actively using them.</a:t>
            </a:r>
          </a:p>
          <a:p>
            <a:r>
              <a:rPr lang="en-IE" dirty="0"/>
              <a:t>Special chips that hold data and instructions ready for use by the CPU</a:t>
            </a:r>
            <a:r>
              <a:rPr lang="en-US" dirty="0"/>
              <a:t>.</a:t>
            </a:r>
          </a:p>
          <a:p>
            <a:r>
              <a:rPr lang="en-US" b="1" dirty="0">
                <a:solidFill>
                  <a:srgbClr val="000000"/>
                </a:solidFill>
              </a:rPr>
              <a:t>Types of Memory</a:t>
            </a:r>
          </a:p>
          <a:p>
            <a:pPr lvl="1"/>
            <a:r>
              <a:rPr lang="en-US" b="1" dirty="0">
                <a:solidFill>
                  <a:srgbClr val="000000"/>
                </a:solidFill>
              </a:rPr>
              <a:t>RAM (Random Access Memory)</a:t>
            </a:r>
          </a:p>
          <a:p>
            <a:pPr lvl="1"/>
            <a:r>
              <a:rPr lang="en-US" b="1" dirty="0">
                <a:solidFill>
                  <a:srgbClr val="000000"/>
                </a:solidFill>
              </a:rPr>
              <a:t>ROM (Read Only Memory)</a:t>
            </a:r>
          </a:p>
        </p:txBody>
      </p:sp>
      <p:sp>
        <p:nvSpPr>
          <p:cNvPr id="8" name="Slide Number Placeholder 7">
            <a:extLst>
              <a:ext uri="{FF2B5EF4-FFF2-40B4-BE49-F238E27FC236}">
                <a16:creationId xmlns:a16="http://schemas.microsoft.com/office/drawing/2014/main" id="{4F006737-7CDD-4D58-8D27-46CD8CA07590}"/>
              </a:ext>
            </a:extLst>
          </p:cNvPr>
          <p:cNvSpPr>
            <a:spLocks noGrp="1"/>
          </p:cNvSpPr>
          <p:nvPr>
            <p:ph type="sldNum" sz="quarter" idx="12"/>
          </p:nvPr>
        </p:nvSpPr>
        <p:spPr/>
        <p:txBody>
          <a:bodyPr/>
          <a:lstStyle/>
          <a:p>
            <a:fld id="{B646E9EF-1019-4E36-B7A1-F154D482C8B7}" type="slidenum">
              <a:rPr lang="en-US" smtClean="0"/>
              <a:t>13</a:t>
            </a:fld>
            <a:endParaRPr lang="en-US"/>
          </a:p>
        </p:txBody>
      </p:sp>
    </p:spTree>
    <p:extLst>
      <p:ext uri="{BB962C8B-B14F-4D97-AF65-F5344CB8AC3E}">
        <p14:creationId xmlns:p14="http://schemas.microsoft.com/office/powerpoint/2010/main" val="19937303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C76E7101-1035-44E6-9440-A2C9CE34D64F}"/>
              </a:ext>
            </a:extLst>
          </p:cNvPr>
          <p:cNvGraphicFramePr/>
          <p:nvPr>
            <p:extLst>
              <p:ext uri="{D42A27DB-BD31-4B8C-83A1-F6EECF244321}">
                <p14:modId xmlns:p14="http://schemas.microsoft.com/office/powerpoint/2010/main" val="4064267129"/>
              </p:ext>
            </p:extLst>
          </p:nvPr>
        </p:nvGraphicFramePr>
        <p:xfrm>
          <a:off x="838198" y="136526"/>
          <a:ext cx="11022497" cy="104291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p:cNvSpPr>
            <a:spLocks noGrp="1"/>
          </p:cNvSpPr>
          <p:nvPr>
            <p:ph idx="1"/>
          </p:nvPr>
        </p:nvSpPr>
        <p:spPr>
          <a:xfrm>
            <a:off x="1414667" y="1481069"/>
            <a:ext cx="9869557" cy="4351338"/>
          </a:xfrm>
        </p:spPr>
        <p:txBody>
          <a:bodyPr>
            <a:normAutofit/>
          </a:bodyPr>
          <a:lstStyle/>
          <a:p>
            <a:pPr lvl="1"/>
            <a:r>
              <a:rPr lang="en-US" dirty="0"/>
              <a:t>Also referred to as Main memory</a:t>
            </a:r>
          </a:p>
          <a:p>
            <a:pPr lvl="1"/>
            <a:r>
              <a:rPr lang="en-US" dirty="0"/>
              <a:t>Holds the programs and data that users are working on.  </a:t>
            </a:r>
          </a:p>
          <a:p>
            <a:pPr lvl="1"/>
            <a:r>
              <a:rPr lang="en-US" dirty="0"/>
              <a:t>Temporarily hold (1) software instructions and (2) data before and after it is processed by the CPU.</a:t>
            </a:r>
          </a:p>
          <a:p>
            <a:pPr lvl="1"/>
            <a:r>
              <a:rPr lang="en-US" dirty="0"/>
              <a:t>RAM is volatile – when the computer is switched off anything in RAM is lost.</a:t>
            </a:r>
          </a:p>
          <a:p>
            <a:pPr lvl="1"/>
            <a:r>
              <a:rPr lang="en-US" dirty="0"/>
              <a:t>Data stored on disk is transferred into RAM when you open a file to work on it.</a:t>
            </a:r>
          </a:p>
        </p:txBody>
      </p:sp>
      <p:sp>
        <p:nvSpPr>
          <p:cNvPr id="8" name="Slide Number Placeholder 7">
            <a:extLst>
              <a:ext uri="{FF2B5EF4-FFF2-40B4-BE49-F238E27FC236}">
                <a16:creationId xmlns:a16="http://schemas.microsoft.com/office/drawing/2014/main" id="{4F006737-7CDD-4D58-8D27-46CD8CA07590}"/>
              </a:ext>
            </a:extLst>
          </p:cNvPr>
          <p:cNvSpPr>
            <a:spLocks noGrp="1"/>
          </p:cNvSpPr>
          <p:nvPr>
            <p:ph type="sldNum" sz="quarter" idx="12"/>
          </p:nvPr>
        </p:nvSpPr>
        <p:spPr/>
        <p:txBody>
          <a:bodyPr/>
          <a:lstStyle/>
          <a:p>
            <a:fld id="{B646E9EF-1019-4E36-B7A1-F154D482C8B7}" type="slidenum">
              <a:rPr lang="en-US" smtClean="0"/>
              <a:t>14</a:t>
            </a:fld>
            <a:endParaRPr lang="en-US"/>
          </a:p>
        </p:txBody>
      </p:sp>
    </p:spTree>
    <p:extLst>
      <p:ext uri="{BB962C8B-B14F-4D97-AF65-F5344CB8AC3E}">
        <p14:creationId xmlns:p14="http://schemas.microsoft.com/office/powerpoint/2010/main" val="22206735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C76E7101-1035-44E6-9440-A2C9CE34D64F}"/>
              </a:ext>
            </a:extLst>
          </p:cNvPr>
          <p:cNvGraphicFramePr/>
          <p:nvPr>
            <p:extLst>
              <p:ext uri="{D42A27DB-BD31-4B8C-83A1-F6EECF244321}">
                <p14:modId xmlns:p14="http://schemas.microsoft.com/office/powerpoint/2010/main" val="1582733107"/>
              </p:ext>
            </p:extLst>
          </p:nvPr>
        </p:nvGraphicFramePr>
        <p:xfrm>
          <a:off x="838198" y="136526"/>
          <a:ext cx="11022497" cy="104291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p:cNvSpPr>
            <a:spLocks noGrp="1"/>
          </p:cNvSpPr>
          <p:nvPr>
            <p:ph idx="1"/>
          </p:nvPr>
        </p:nvSpPr>
        <p:spPr>
          <a:xfrm>
            <a:off x="1414667" y="1481069"/>
            <a:ext cx="9869557" cy="4351338"/>
          </a:xfrm>
        </p:spPr>
        <p:txBody>
          <a:bodyPr>
            <a:normAutofit/>
          </a:bodyPr>
          <a:lstStyle/>
          <a:p>
            <a:pPr lvl="1"/>
            <a:r>
              <a:rPr lang="en-US" dirty="0"/>
              <a:t>Memory that stores instructions and data that can be only be read, but it cannot be updated or modified.</a:t>
            </a:r>
          </a:p>
          <a:p>
            <a:pPr lvl="1"/>
            <a:r>
              <a:rPr lang="en-US" dirty="0"/>
              <a:t>Modifying it is either impossible or very difficult. </a:t>
            </a:r>
          </a:p>
          <a:p>
            <a:pPr lvl="1"/>
            <a:r>
              <a:rPr lang="en-US" dirty="0"/>
              <a:t>Important program instructions needed to start a computer and load OS are stored in ROM.</a:t>
            </a:r>
          </a:p>
          <a:p>
            <a:pPr lvl="1"/>
            <a:r>
              <a:rPr lang="en-US" dirty="0"/>
              <a:t>ROM is </a:t>
            </a:r>
            <a:r>
              <a:rPr lang="en-US" b="1" dirty="0"/>
              <a:t>non-volatile</a:t>
            </a:r>
            <a:r>
              <a:rPr lang="en-US" dirty="0"/>
              <a:t> storage, which means that the information is maintained even if the component loses power.</a:t>
            </a:r>
          </a:p>
          <a:p>
            <a:pPr lvl="1"/>
            <a:r>
              <a:rPr lang="en-US" dirty="0"/>
              <a:t>ROM plays a critical part in starting up the computer. </a:t>
            </a:r>
          </a:p>
          <a:p>
            <a:pPr lvl="2"/>
            <a:r>
              <a:rPr lang="en-US" dirty="0"/>
              <a:t>This is also referred to as </a:t>
            </a:r>
            <a:r>
              <a:rPr lang="en-US" b="1" dirty="0"/>
              <a:t>booting up</a:t>
            </a:r>
            <a:r>
              <a:rPr lang="en-US" dirty="0"/>
              <a:t> the computer.</a:t>
            </a:r>
          </a:p>
        </p:txBody>
      </p:sp>
      <p:sp>
        <p:nvSpPr>
          <p:cNvPr id="8" name="Slide Number Placeholder 7">
            <a:extLst>
              <a:ext uri="{FF2B5EF4-FFF2-40B4-BE49-F238E27FC236}">
                <a16:creationId xmlns:a16="http://schemas.microsoft.com/office/drawing/2014/main" id="{4F006737-7CDD-4D58-8D27-46CD8CA07590}"/>
              </a:ext>
            </a:extLst>
          </p:cNvPr>
          <p:cNvSpPr>
            <a:spLocks noGrp="1"/>
          </p:cNvSpPr>
          <p:nvPr>
            <p:ph type="sldNum" sz="quarter" idx="12"/>
          </p:nvPr>
        </p:nvSpPr>
        <p:spPr/>
        <p:txBody>
          <a:bodyPr/>
          <a:lstStyle/>
          <a:p>
            <a:fld id="{B646E9EF-1019-4E36-B7A1-F154D482C8B7}" type="slidenum">
              <a:rPr lang="en-US" smtClean="0"/>
              <a:t>15</a:t>
            </a:fld>
            <a:endParaRPr lang="en-US"/>
          </a:p>
        </p:txBody>
      </p:sp>
    </p:spTree>
    <p:extLst>
      <p:ext uri="{BB962C8B-B14F-4D97-AF65-F5344CB8AC3E}">
        <p14:creationId xmlns:p14="http://schemas.microsoft.com/office/powerpoint/2010/main" val="1982332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C76E7101-1035-44E6-9440-A2C9CE34D64F}"/>
              </a:ext>
            </a:extLst>
          </p:cNvPr>
          <p:cNvGraphicFramePr/>
          <p:nvPr>
            <p:extLst>
              <p:ext uri="{D42A27DB-BD31-4B8C-83A1-F6EECF244321}">
                <p14:modId xmlns:p14="http://schemas.microsoft.com/office/powerpoint/2010/main" val="222588670"/>
              </p:ext>
            </p:extLst>
          </p:nvPr>
        </p:nvGraphicFramePr>
        <p:xfrm>
          <a:off x="838198" y="136526"/>
          <a:ext cx="11022497" cy="104291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p:cNvSpPr>
            <a:spLocks noGrp="1"/>
          </p:cNvSpPr>
          <p:nvPr>
            <p:ph idx="1"/>
          </p:nvPr>
        </p:nvSpPr>
        <p:spPr>
          <a:xfrm>
            <a:off x="1414667" y="1481069"/>
            <a:ext cx="9869557" cy="4351338"/>
          </a:xfrm>
        </p:spPr>
        <p:txBody>
          <a:bodyPr>
            <a:normAutofit/>
          </a:bodyPr>
          <a:lstStyle/>
          <a:p>
            <a:r>
              <a:rPr lang="en-US" dirty="0"/>
              <a:t>Also called the processor or microprocessor.</a:t>
            </a:r>
          </a:p>
          <a:p>
            <a:r>
              <a:rPr lang="en-US" dirty="0"/>
              <a:t>A part of a computer that controls all other parts.</a:t>
            </a:r>
          </a:p>
          <a:p>
            <a:r>
              <a:rPr lang="en-US" dirty="0"/>
              <a:t>CPU interprets and carries out the basic instructions that operate a computer.</a:t>
            </a:r>
          </a:p>
          <a:p>
            <a:r>
              <a:rPr lang="en-US" dirty="0"/>
              <a:t>Directs and coordinates most of the operations in a computer </a:t>
            </a:r>
            <a:r>
              <a:rPr lang="en-US" b="1" dirty="0"/>
              <a:t> </a:t>
            </a:r>
            <a:endParaRPr lang="en-US" dirty="0"/>
          </a:p>
          <a:p>
            <a:r>
              <a:rPr lang="en-US" dirty="0"/>
              <a:t>Carries out instructions that tell the computer what to do.</a:t>
            </a:r>
          </a:p>
          <a:p>
            <a:r>
              <a:rPr lang="en-US" dirty="0"/>
              <a:t>Considered to be the brain of the computer. </a:t>
            </a:r>
          </a:p>
        </p:txBody>
      </p:sp>
      <p:sp>
        <p:nvSpPr>
          <p:cNvPr id="8" name="Slide Number Placeholder 7">
            <a:extLst>
              <a:ext uri="{FF2B5EF4-FFF2-40B4-BE49-F238E27FC236}">
                <a16:creationId xmlns:a16="http://schemas.microsoft.com/office/drawing/2014/main" id="{4F006737-7CDD-4D58-8D27-46CD8CA07590}"/>
              </a:ext>
            </a:extLst>
          </p:cNvPr>
          <p:cNvSpPr>
            <a:spLocks noGrp="1"/>
          </p:cNvSpPr>
          <p:nvPr>
            <p:ph type="sldNum" sz="quarter" idx="12"/>
          </p:nvPr>
        </p:nvSpPr>
        <p:spPr/>
        <p:txBody>
          <a:bodyPr/>
          <a:lstStyle/>
          <a:p>
            <a:fld id="{B646E9EF-1019-4E36-B7A1-F154D482C8B7}" type="slidenum">
              <a:rPr lang="en-US" smtClean="0"/>
              <a:t>16</a:t>
            </a:fld>
            <a:endParaRPr lang="en-US"/>
          </a:p>
        </p:txBody>
      </p:sp>
    </p:spTree>
    <p:extLst>
      <p:ext uri="{BB962C8B-B14F-4D97-AF65-F5344CB8AC3E}">
        <p14:creationId xmlns:p14="http://schemas.microsoft.com/office/powerpoint/2010/main" val="25185706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C76E7101-1035-44E6-9440-A2C9CE34D64F}"/>
              </a:ext>
            </a:extLst>
          </p:cNvPr>
          <p:cNvGraphicFramePr/>
          <p:nvPr>
            <p:extLst>
              <p:ext uri="{D42A27DB-BD31-4B8C-83A1-F6EECF244321}">
                <p14:modId xmlns:p14="http://schemas.microsoft.com/office/powerpoint/2010/main" val="2486499183"/>
              </p:ext>
            </p:extLst>
          </p:nvPr>
        </p:nvGraphicFramePr>
        <p:xfrm>
          <a:off x="838198" y="136526"/>
          <a:ext cx="11022497" cy="104291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p:cNvSpPr>
            <a:spLocks noGrp="1"/>
          </p:cNvSpPr>
          <p:nvPr>
            <p:ph idx="1"/>
          </p:nvPr>
        </p:nvSpPr>
        <p:spPr>
          <a:xfrm>
            <a:off x="1414667" y="1481068"/>
            <a:ext cx="9869557" cy="4875281"/>
          </a:xfrm>
        </p:spPr>
        <p:txBody>
          <a:bodyPr>
            <a:normAutofit/>
          </a:bodyPr>
          <a:lstStyle/>
          <a:p>
            <a:pPr marL="0" indent="0">
              <a:buNone/>
            </a:pPr>
            <a:r>
              <a:rPr lang="en-US" b="1" dirty="0"/>
              <a:t>Desktop computers (personal Computer</a:t>
            </a:r>
            <a:endParaRPr lang="en-US" dirty="0"/>
          </a:p>
          <a:p>
            <a:r>
              <a:rPr lang="en-US" dirty="0"/>
              <a:t>Designed for use at a desk or table </a:t>
            </a:r>
          </a:p>
          <a:p>
            <a:r>
              <a:rPr lang="en-US" altLang="ur-PK" dirty="0"/>
              <a:t>Designed so all of the components fit on or under a desk or table</a:t>
            </a:r>
          </a:p>
          <a:p>
            <a:endParaRPr lang="en-US" dirty="0"/>
          </a:p>
          <a:p>
            <a:endParaRPr lang="en-US" dirty="0"/>
          </a:p>
        </p:txBody>
      </p:sp>
      <p:sp>
        <p:nvSpPr>
          <p:cNvPr id="8" name="Slide Number Placeholder 7">
            <a:extLst>
              <a:ext uri="{FF2B5EF4-FFF2-40B4-BE49-F238E27FC236}">
                <a16:creationId xmlns:a16="http://schemas.microsoft.com/office/drawing/2014/main" id="{4F006737-7CDD-4D58-8D27-46CD8CA07590}"/>
              </a:ext>
            </a:extLst>
          </p:cNvPr>
          <p:cNvSpPr>
            <a:spLocks noGrp="1"/>
          </p:cNvSpPr>
          <p:nvPr>
            <p:ph type="sldNum" sz="quarter" idx="12"/>
          </p:nvPr>
        </p:nvSpPr>
        <p:spPr/>
        <p:txBody>
          <a:bodyPr/>
          <a:lstStyle/>
          <a:p>
            <a:fld id="{B646E9EF-1019-4E36-B7A1-F154D482C8B7}" type="slidenum">
              <a:rPr lang="en-US" smtClean="0"/>
              <a:t>17</a:t>
            </a:fld>
            <a:endParaRPr lang="en-US"/>
          </a:p>
        </p:txBody>
      </p:sp>
      <p:pic>
        <p:nvPicPr>
          <p:cNvPr id="5" name="Picture 4" descr="Picture of a desktop computer">
            <a:extLst>
              <a:ext uri="{FF2B5EF4-FFF2-40B4-BE49-F238E27FC236}">
                <a16:creationId xmlns:a16="http://schemas.microsoft.com/office/drawing/2014/main" id="{703778B5-1138-43C3-B3E6-1D88112EE23E}"/>
              </a:ext>
            </a:extLst>
          </p:cNvPr>
          <p:cNvPicPr/>
          <p:nvPr/>
        </p:nvPicPr>
        <p:blipFill>
          <a:blip r:embed="rId7"/>
          <a:srcRect/>
          <a:stretch>
            <a:fillRect/>
          </a:stretch>
        </p:blipFill>
        <p:spPr bwMode="auto">
          <a:xfrm>
            <a:off x="5618922" y="4192427"/>
            <a:ext cx="2228850" cy="1901952"/>
          </a:xfrm>
          <a:prstGeom prst="rect">
            <a:avLst/>
          </a:prstGeom>
          <a:noFill/>
          <a:ln w="9525">
            <a:noFill/>
            <a:miter lim="800000"/>
            <a:headEnd/>
            <a:tailEnd/>
          </a:ln>
        </p:spPr>
      </p:pic>
    </p:spTree>
    <p:extLst>
      <p:ext uri="{BB962C8B-B14F-4D97-AF65-F5344CB8AC3E}">
        <p14:creationId xmlns:p14="http://schemas.microsoft.com/office/powerpoint/2010/main" val="32659820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C76E7101-1035-44E6-9440-A2C9CE34D64F}"/>
              </a:ext>
            </a:extLst>
          </p:cNvPr>
          <p:cNvGraphicFramePr/>
          <p:nvPr>
            <p:extLst>
              <p:ext uri="{D42A27DB-BD31-4B8C-83A1-F6EECF244321}">
                <p14:modId xmlns:p14="http://schemas.microsoft.com/office/powerpoint/2010/main" val="3965741295"/>
              </p:ext>
            </p:extLst>
          </p:nvPr>
        </p:nvGraphicFramePr>
        <p:xfrm>
          <a:off x="838198" y="136526"/>
          <a:ext cx="11022497" cy="104291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Slide Number Placeholder 7">
            <a:extLst>
              <a:ext uri="{FF2B5EF4-FFF2-40B4-BE49-F238E27FC236}">
                <a16:creationId xmlns:a16="http://schemas.microsoft.com/office/drawing/2014/main" id="{4F006737-7CDD-4D58-8D27-46CD8CA07590}"/>
              </a:ext>
            </a:extLst>
          </p:cNvPr>
          <p:cNvSpPr>
            <a:spLocks noGrp="1"/>
          </p:cNvSpPr>
          <p:nvPr>
            <p:ph type="sldNum" sz="quarter" idx="12"/>
          </p:nvPr>
        </p:nvSpPr>
        <p:spPr/>
        <p:txBody>
          <a:bodyPr/>
          <a:lstStyle/>
          <a:p>
            <a:fld id="{B646E9EF-1019-4E36-B7A1-F154D482C8B7}" type="slidenum">
              <a:rPr lang="en-US" smtClean="0"/>
              <a:t>18</a:t>
            </a:fld>
            <a:endParaRPr lang="en-US"/>
          </a:p>
        </p:txBody>
      </p:sp>
      <p:sp>
        <p:nvSpPr>
          <p:cNvPr id="9" name="Content Placeholder 2">
            <a:extLst>
              <a:ext uri="{FF2B5EF4-FFF2-40B4-BE49-F238E27FC236}">
                <a16:creationId xmlns:a16="http://schemas.microsoft.com/office/drawing/2014/main" id="{1D60E8C0-199E-4F5A-90F9-7FD13B30B962}"/>
              </a:ext>
            </a:extLst>
          </p:cNvPr>
          <p:cNvSpPr>
            <a:spLocks noGrp="1"/>
          </p:cNvSpPr>
          <p:nvPr>
            <p:ph idx="1"/>
          </p:nvPr>
        </p:nvSpPr>
        <p:spPr>
          <a:xfrm>
            <a:off x="1331843" y="1371600"/>
            <a:ext cx="10021957" cy="5257800"/>
          </a:xfrm>
        </p:spPr>
        <p:txBody>
          <a:bodyPr/>
          <a:lstStyle/>
          <a:p>
            <a:pPr marL="0" indent="0">
              <a:buNone/>
            </a:pPr>
            <a:r>
              <a:rPr lang="en-US" b="1" dirty="0"/>
              <a:t>Laptops and notebooks</a:t>
            </a:r>
            <a:endParaRPr lang="en-US" dirty="0"/>
          </a:p>
          <a:p>
            <a:r>
              <a:rPr lang="en-US" sz="2400" dirty="0"/>
              <a:t>Lightweight mobile computers with a thin screen.</a:t>
            </a:r>
          </a:p>
          <a:p>
            <a:r>
              <a:rPr lang="en-US" sz="2400" dirty="0"/>
              <a:t>Can operate on batteries, so you can take them anywhere. </a:t>
            </a:r>
          </a:p>
          <a:p>
            <a:r>
              <a:rPr lang="en-US" sz="2400" dirty="0"/>
              <a:t>Unlike desktops, laptops combine CPU, screen, and keyboard in a single case</a:t>
            </a:r>
          </a:p>
          <a:p>
            <a:r>
              <a:rPr lang="en-US" sz="2400" dirty="0"/>
              <a:t>Notebooks  are small, affordable laptops that are designed to perform a limited number of tasks such as  to browse the web and check e‑mail.</a:t>
            </a:r>
          </a:p>
          <a:p>
            <a:endParaRPr lang="en-US" dirty="0"/>
          </a:p>
        </p:txBody>
      </p:sp>
      <p:pic>
        <p:nvPicPr>
          <p:cNvPr id="10" name="Picture 9" descr="Picture of a laptop and a netbook">
            <a:extLst>
              <a:ext uri="{FF2B5EF4-FFF2-40B4-BE49-F238E27FC236}">
                <a16:creationId xmlns:a16="http://schemas.microsoft.com/office/drawing/2014/main" id="{E9068169-9CE9-4D92-9CC6-D2AA2B46946C}"/>
              </a:ext>
            </a:extLst>
          </p:cNvPr>
          <p:cNvPicPr/>
          <p:nvPr/>
        </p:nvPicPr>
        <p:blipFill>
          <a:blip r:embed="rId7"/>
          <a:srcRect/>
          <a:stretch>
            <a:fillRect/>
          </a:stretch>
        </p:blipFill>
        <p:spPr bwMode="auto">
          <a:xfrm>
            <a:off x="1524000" y="4495800"/>
            <a:ext cx="4724400" cy="1981200"/>
          </a:xfrm>
          <a:prstGeom prst="rect">
            <a:avLst/>
          </a:prstGeom>
          <a:noFill/>
          <a:ln w="9525">
            <a:noFill/>
            <a:miter lim="800000"/>
            <a:headEnd/>
            <a:tailEnd/>
          </a:ln>
        </p:spPr>
      </p:pic>
    </p:spTree>
    <p:extLst>
      <p:ext uri="{BB962C8B-B14F-4D97-AF65-F5344CB8AC3E}">
        <p14:creationId xmlns:p14="http://schemas.microsoft.com/office/powerpoint/2010/main" val="18083860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C76E7101-1035-44E6-9440-A2C9CE34D64F}"/>
              </a:ext>
            </a:extLst>
          </p:cNvPr>
          <p:cNvGraphicFramePr/>
          <p:nvPr/>
        </p:nvGraphicFramePr>
        <p:xfrm>
          <a:off x="838198" y="136526"/>
          <a:ext cx="11022497" cy="104291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Slide Number Placeholder 7">
            <a:extLst>
              <a:ext uri="{FF2B5EF4-FFF2-40B4-BE49-F238E27FC236}">
                <a16:creationId xmlns:a16="http://schemas.microsoft.com/office/drawing/2014/main" id="{4F006737-7CDD-4D58-8D27-46CD8CA07590}"/>
              </a:ext>
            </a:extLst>
          </p:cNvPr>
          <p:cNvSpPr>
            <a:spLocks noGrp="1"/>
          </p:cNvSpPr>
          <p:nvPr>
            <p:ph type="sldNum" sz="quarter" idx="12"/>
          </p:nvPr>
        </p:nvSpPr>
        <p:spPr/>
        <p:txBody>
          <a:bodyPr/>
          <a:lstStyle/>
          <a:p>
            <a:fld id="{B646E9EF-1019-4E36-B7A1-F154D482C8B7}" type="slidenum">
              <a:rPr lang="en-US" smtClean="0"/>
              <a:t>19</a:t>
            </a:fld>
            <a:endParaRPr lang="en-US"/>
          </a:p>
        </p:txBody>
      </p:sp>
      <p:sp>
        <p:nvSpPr>
          <p:cNvPr id="11" name="Content Placeholder 2">
            <a:extLst>
              <a:ext uri="{FF2B5EF4-FFF2-40B4-BE49-F238E27FC236}">
                <a16:creationId xmlns:a16="http://schemas.microsoft.com/office/drawing/2014/main" id="{DD8F39BD-3777-42D5-BF2B-5AA2449D37A1}"/>
              </a:ext>
            </a:extLst>
          </p:cNvPr>
          <p:cNvSpPr>
            <a:spLocks noGrp="1"/>
          </p:cNvSpPr>
          <p:nvPr>
            <p:ph idx="1"/>
          </p:nvPr>
        </p:nvSpPr>
        <p:spPr>
          <a:xfrm>
            <a:off x="1411357" y="1351722"/>
            <a:ext cx="9462052" cy="5125277"/>
          </a:xfrm>
        </p:spPr>
        <p:txBody>
          <a:bodyPr>
            <a:normAutofit/>
          </a:bodyPr>
          <a:lstStyle/>
          <a:p>
            <a:pPr marL="0" indent="0">
              <a:buNone/>
            </a:pPr>
            <a:r>
              <a:rPr lang="en-US" sz="2400" b="1" dirty="0"/>
              <a:t>Handheld computers (Palmtops)</a:t>
            </a:r>
            <a:endParaRPr lang="en-US" sz="2400" dirty="0"/>
          </a:p>
          <a:p>
            <a:r>
              <a:rPr lang="en-US" sz="2400" dirty="0"/>
              <a:t>Also called personal digital assistants (PDAs)</a:t>
            </a:r>
          </a:p>
          <a:p>
            <a:r>
              <a:rPr lang="en-US" sz="2400" dirty="0"/>
              <a:t>Are battery-powered computers small enough to carry almost anywhere.</a:t>
            </a:r>
          </a:p>
          <a:p>
            <a:r>
              <a:rPr lang="en-US" sz="2400" dirty="0"/>
              <a:t>Useful for scheduling appointments, storing addresses and phone numbers, and playing games.</a:t>
            </a:r>
          </a:p>
          <a:p>
            <a:r>
              <a:rPr lang="en-US" sz="2400" dirty="0"/>
              <a:t>Some have more advanced capabilities, such as making telephone calls or accessing the Internet.</a:t>
            </a:r>
          </a:p>
          <a:p>
            <a:r>
              <a:rPr lang="en-US" sz="2400" dirty="0"/>
              <a:t>Have touch screens that you use with your finger or a stylus (a pen-shaped pointing tool).</a:t>
            </a:r>
          </a:p>
        </p:txBody>
      </p:sp>
      <p:pic>
        <p:nvPicPr>
          <p:cNvPr id="12" name="Picture 11" descr="Picture of a handheld computer">
            <a:extLst>
              <a:ext uri="{FF2B5EF4-FFF2-40B4-BE49-F238E27FC236}">
                <a16:creationId xmlns:a16="http://schemas.microsoft.com/office/drawing/2014/main" id="{82540BA7-3DA2-4562-9116-888FEB11F2D3}"/>
              </a:ext>
            </a:extLst>
          </p:cNvPr>
          <p:cNvPicPr/>
          <p:nvPr/>
        </p:nvPicPr>
        <p:blipFill>
          <a:blip r:embed="rId7"/>
          <a:srcRect/>
          <a:stretch>
            <a:fillRect/>
          </a:stretch>
        </p:blipFill>
        <p:spPr bwMode="auto">
          <a:xfrm>
            <a:off x="5163175" y="4757347"/>
            <a:ext cx="895350" cy="1314450"/>
          </a:xfrm>
          <a:prstGeom prst="rect">
            <a:avLst/>
          </a:prstGeom>
          <a:noFill/>
          <a:ln w="9525">
            <a:noFill/>
            <a:miter lim="800000"/>
            <a:headEnd/>
            <a:tailEnd/>
          </a:ln>
        </p:spPr>
      </p:pic>
      <p:pic>
        <p:nvPicPr>
          <p:cNvPr id="13" name="Picture 18" descr="hand3">
            <a:extLst>
              <a:ext uri="{FF2B5EF4-FFF2-40B4-BE49-F238E27FC236}">
                <a16:creationId xmlns:a16="http://schemas.microsoft.com/office/drawing/2014/main" id="{0A182764-962A-466C-B4A8-5E669B58111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a:xfrm>
            <a:off x="8610600" y="4755942"/>
            <a:ext cx="1900003" cy="184329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184774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C76E7101-1035-44E6-9440-A2C9CE34D64F}"/>
              </a:ext>
            </a:extLst>
          </p:cNvPr>
          <p:cNvGraphicFramePr/>
          <p:nvPr/>
        </p:nvGraphicFramePr>
        <p:xfrm>
          <a:off x="838198" y="136526"/>
          <a:ext cx="11022497" cy="104291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Slide Number Placeholder 7">
            <a:extLst>
              <a:ext uri="{FF2B5EF4-FFF2-40B4-BE49-F238E27FC236}">
                <a16:creationId xmlns:a16="http://schemas.microsoft.com/office/drawing/2014/main" id="{4F006737-7CDD-4D58-8D27-46CD8CA07590}"/>
              </a:ext>
            </a:extLst>
          </p:cNvPr>
          <p:cNvSpPr>
            <a:spLocks noGrp="1"/>
          </p:cNvSpPr>
          <p:nvPr>
            <p:ph type="sldNum" sz="quarter" idx="12"/>
          </p:nvPr>
        </p:nvSpPr>
        <p:spPr/>
        <p:txBody>
          <a:bodyPr/>
          <a:lstStyle/>
          <a:p>
            <a:fld id="{B646E9EF-1019-4E36-B7A1-F154D482C8B7}" type="slidenum">
              <a:rPr lang="en-US" smtClean="0"/>
              <a:t>20</a:t>
            </a:fld>
            <a:endParaRPr lang="en-US"/>
          </a:p>
        </p:txBody>
      </p:sp>
      <p:sp>
        <p:nvSpPr>
          <p:cNvPr id="9" name="Content Placeholder 2">
            <a:extLst>
              <a:ext uri="{FF2B5EF4-FFF2-40B4-BE49-F238E27FC236}">
                <a16:creationId xmlns:a16="http://schemas.microsoft.com/office/drawing/2014/main" id="{2479AF5A-5A16-4B61-9745-D6740E2536A1}"/>
              </a:ext>
            </a:extLst>
          </p:cNvPr>
          <p:cNvSpPr>
            <a:spLocks noGrp="1"/>
          </p:cNvSpPr>
          <p:nvPr>
            <p:ph idx="1"/>
          </p:nvPr>
        </p:nvSpPr>
        <p:spPr>
          <a:xfrm>
            <a:off x="1311964" y="1289465"/>
            <a:ext cx="9362661" cy="5486400"/>
          </a:xfrm>
        </p:spPr>
        <p:txBody>
          <a:bodyPr>
            <a:noAutofit/>
          </a:bodyPr>
          <a:lstStyle/>
          <a:p>
            <a:pPr marL="0" indent="0">
              <a:buNone/>
            </a:pPr>
            <a:r>
              <a:rPr lang="en-US" b="1" dirty="0"/>
              <a:t>Tablet PCs</a:t>
            </a:r>
            <a:endParaRPr lang="en-US" dirty="0"/>
          </a:p>
          <a:p>
            <a:r>
              <a:rPr lang="en-US" dirty="0"/>
              <a:t>Mobile computers that combine features of laptops and handheld computers.</a:t>
            </a:r>
          </a:p>
          <a:p>
            <a:r>
              <a:rPr lang="en-US" dirty="0"/>
              <a:t>Users write notes or draw pictures on the screen with a tablet pen instead of a stylus.</a:t>
            </a:r>
          </a:p>
          <a:p>
            <a:r>
              <a:rPr lang="en-US" dirty="0"/>
              <a:t>Can also convert handwriting into typed text.</a:t>
            </a:r>
          </a:p>
          <a:p>
            <a:r>
              <a:rPr lang="en-US" dirty="0"/>
              <a:t>Some Tablet PCs are “convertibles” with a screen that swivels and unfolds to reveal a keyboard underneath.</a:t>
            </a:r>
          </a:p>
          <a:p>
            <a:endParaRPr lang="en-US" dirty="0"/>
          </a:p>
          <a:p>
            <a:pPr>
              <a:buNone/>
            </a:pPr>
            <a:endParaRPr lang="en-US" dirty="0"/>
          </a:p>
        </p:txBody>
      </p:sp>
      <p:pic>
        <p:nvPicPr>
          <p:cNvPr id="10" name="Picture 9" descr="Picture of a Tablet PC">
            <a:extLst>
              <a:ext uri="{FF2B5EF4-FFF2-40B4-BE49-F238E27FC236}">
                <a16:creationId xmlns:a16="http://schemas.microsoft.com/office/drawing/2014/main" id="{6CBA6AE7-B07A-45E1-A43F-7FB1951AD65D}"/>
              </a:ext>
            </a:extLst>
          </p:cNvPr>
          <p:cNvPicPr/>
          <p:nvPr/>
        </p:nvPicPr>
        <p:blipFill>
          <a:blip r:embed="rId7"/>
          <a:srcRect/>
          <a:stretch>
            <a:fillRect/>
          </a:stretch>
        </p:blipFill>
        <p:spPr bwMode="auto">
          <a:xfrm>
            <a:off x="4912527" y="4949533"/>
            <a:ext cx="2907353" cy="1238003"/>
          </a:xfrm>
          <a:prstGeom prst="rect">
            <a:avLst/>
          </a:prstGeom>
          <a:noFill/>
          <a:ln w="9525">
            <a:noFill/>
            <a:miter lim="800000"/>
            <a:headEnd/>
            <a:tailEnd/>
          </a:ln>
        </p:spPr>
      </p:pic>
    </p:spTree>
    <p:extLst>
      <p:ext uri="{BB962C8B-B14F-4D97-AF65-F5344CB8AC3E}">
        <p14:creationId xmlns:p14="http://schemas.microsoft.com/office/powerpoint/2010/main" val="559087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C76E7101-1035-44E6-9440-A2C9CE34D64F}"/>
              </a:ext>
            </a:extLst>
          </p:cNvPr>
          <p:cNvGraphicFramePr/>
          <p:nvPr/>
        </p:nvGraphicFramePr>
        <p:xfrm>
          <a:off x="838198" y="136526"/>
          <a:ext cx="11022497" cy="104291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Slide Number Placeholder 7">
            <a:extLst>
              <a:ext uri="{FF2B5EF4-FFF2-40B4-BE49-F238E27FC236}">
                <a16:creationId xmlns:a16="http://schemas.microsoft.com/office/drawing/2014/main" id="{4F006737-7CDD-4D58-8D27-46CD8CA07590}"/>
              </a:ext>
            </a:extLst>
          </p:cNvPr>
          <p:cNvSpPr>
            <a:spLocks noGrp="1"/>
          </p:cNvSpPr>
          <p:nvPr>
            <p:ph type="sldNum" sz="quarter" idx="12"/>
          </p:nvPr>
        </p:nvSpPr>
        <p:spPr/>
        <p:txBody>
          <a:bodyPr/>
          <a:lstStyle/>
          <a:p>
            <a:fld id="{B646E9EF-1019-4E36-B7A1-F154D482C8B7}" type="slidenum">
              <a:rPr lang="en-US" smtClean="0"/>
              <a:t>21</a:t>
            </a:fld>
            <a:endParaRPr lang="en-US"/>
          </a:p>
        </p:txBody>
      </p:sp>
      <p:sp>
        <p:nvSpPr>
          <p:cNvPr id="6" name="Content Placeholder 2">
            <a:extLst>
              <a:ext uri="{FF2B5EF4-FFF2-40B4-BE49-F238E27FC236}">
                <a16:creationId xmlns:a16="http://schemas.microsoft.com/office/drawing/2014/main" id="{13F17E09-C285-484F-BAC4-4E0542B0C168}"/>
              </a:ext>
            </a:extLst>
          </p:cNvPr>
          <p:cNvSpPr>
            <a:spLocks noGrp="1"/>
          </p:cNvSpPr>
          <p:nvPr>
            <p:ph idx="1"/>
          </p:nvPr>
        </p:nvSpPr>
        <p:spPr>
          <a:xfrm>
            <a:off x="1451112" y="1397414"/>
            <a:ext cx="9481931" cy="4933122"/>
          </a:xfrm>
        </p:spPr>
        <p:txBody>
          <a:bodyPr>
            <a:normAutofit/>
          </a:bodyPr>
          <a:lstStyle/>
          <a:p>
            <a:pPr marL="0" indent="0">
              <a:buNone/>
            </a:pPr>
            <a:r>
              <a:rPr lang="en-US" b="1" dirty="0"/>
              <a:t>Smartphones</a:t>
            </a:r>
            <a:endParaRPr lang="en-US" dirty="0"/>
          </a:p>
          <a:p>
            <a:r>
              <a:rPr lang="en-US" dirty="0"/>
              <a:t>Are mobile phones that have some of the same capabilities as a computer.</a:t>
            </a:r>
          </a:p>
          <a:p>
            <a:r>
              <a:rPr lang="en-US" dirty="0"/>
              <a:t>Used to make telephone calls, access the Internet, organize contact information, send e‑mail and text messages, play games and take pictures.</a:t>
            </a:r>
          </a:p>
          <a:p>
            <a:r>
              <a:rPr lang="en-US" dirty="0"/>
              <a:t>Usually have a keyboard and a large screen.</a:t>
            </a:r>
          </a:p>
          <a:p>
            <a:endParaRPr lang="en-US" dirty="0"/>
          </a:p>
          <a:p>
            <a:pPr>
              <a:buNone/>
            </a:pPr>
            <a:endParaRPr lang="en-US" dirty="0"/>
          </a:p>
        </p:txBody>
      </p:sp>
      <p:pic>
        <p:nvPicPr>
          <p:cNvPr id="7" name="Picture 6" descr="Picture of a smartphone">
            <a:extLst>
              <a:ext uri="{FF2B5EF4-FFF2-40B4-BE49-F238E27FC236}">
                <a16:creationId xmlns:a16="http://schemas.microsoft.com/office/drawing/2014/main" id="{71E5105E-B4B3-486B-8A9E-4DE3CABC1757}"/>
              </a:ext>
            </a:extLst>
          </p:cNvPr>
          <p:cNvPicPr/>
          <p:nvPr/>
        </p:nvPicPr>
        <p:blipFill>
          <a:blip r:embed="rId7"/>
          <a:srcRect/>
          <a:stretch>
            <a:fillRect/>
          </a:stretch>
        </p:blipFill>
        <p:spPr bwMode="auto">
          <a:xfrm>
            <a:off x="8845834" y="4815169"/>
            <a:ext cx="1136366" cy="1290834"/>
          </a:xfrm>
          <a:prstGeom prst="rect">
            <a:avLst/>
          </a:prstGeom>
          <a:noFill/>
          <a:ln w="9525">
            <a:noFill/>
            <a:miter lim="800000"/>
            <a:headEnd/>
            <a:tailEnd/>
          </a:ln>
        </p:spPr>
      </p:pic>
    </p:spTree>
    <p:extLst>
      <p:ext uri="{BB962C8B-B14F-4D97-AF65-F5344CB8AC3E}">
        <p14:creationId xmlns:p14="http://schemas.microsoft.com/office/powerpoint/2010/main" val="13845407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C76E7101-1035-44E6-9440-A2C9CE34D64F}"/>
              </a:ext>
            </a:extLst>
          </p:cNvPr>
          <p:cNvGraphicFramePr/>
          <p:nvPr/>
        </p:nvGraphicFramePr>
        <p:xfrm>
          <a:off x="838198" y="136526"/>
          <a:ext cx="11022497" cy="104291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Slide Number Placeholder 7">
            <a:extLst>
              <a:ext uri="{FF2B5EF4-FFF2-40B4-BE49-F238E27FC236}">
                <a16:creationId xmlns:a16="http://schemas.microsoft.com/office/drawing/2014/main" id="{4F006737-7CDD-4D58-8D27-46CD8CA07590}"/>
              </a:ext>
            </a:extLst>
          </p:cNvPr>
          <p:cNvSpPr>
            <a:spLocks noGrp="1"/>
          </p:cNvSpPr>
          <p:nvPr>
            <p:ph type="sldNum" sz="quarter" idx="12"/>
          </p:nvPr>
        </p:nvSpPr>
        <p:spPr/>
        <p:txBody>
          <a:bodyPr/>
          <a:lstStyle/>
          <a:p>
            <a:fld id="{B646E9EF-1019-4E36-B7A1-F154D482C8B7}" type="slidenum">
              <a:rPr lang="en-US" smtClean="0"/>
              <a:t>22</a:t>
            </a:fld>
            <a:endParaRPr lang="en-US"/>
          </a:p>
        </p:txBody>
      </p:sp>
      <p:sp>
        <p:nvSpPr>
          <p:cNvPr id="6" name="Content Placeholder 2">
            <a:extLst>
              <a:ext uri="{FF2B5EF4-FFF2-40B4-BE49-F238E27FC236}">
                <a16:creationId xmlns:a16="http://schemas.microsoft.com/office/drawing/2014/main" id="{60D46B73-8E61-490A-9F5C-BB7F4A4FC0F3}"/>
              </a:ext>
            </a:extLst>
          </p:cNvPr>
          <p:cNvSpPr>
            <a:spLocks noGrp="1"/>
          </p:cNvSpPr>
          <p:nvPr>
            <p:ph idx="1"/>
          </p:nvPr>
        </p:nvSpPr>
        <p:spPr>
          <a:xfrm>
            <a:off x="1411357" y="1550504"/>
            <a:ext cx="9621078" cy="4774096"/>
          </a:xfrm>
        </p:spPr>
        <p:txBody>
          <a:bodyPr/>
          <a:lstStyle/>
          <a:p>
            <a:pPr marL="0" indent="0">
              <a:buNone/>
            </a:pPr>
            <a:r>
              <a:rPr lang="en-US" b="1" dirty="0"/>
              <a:t>Server</a:t>
            </a:r>
          </a:p>
          <a:p>
            <a:r>
              <a:rPr lang="en-US" dirty="0"/>
              <a:t>A computer that has been optimized to provide services to other computers over a network. </a:t>
            </a:r>
          </a:p>
          <a:p>
            <a:r>
              <a:rPr lang="en-US" dirty="0"/>
              <a:t>Servers have powerful processors, lots of memory and large hard drives. </a:t>
            </a:r>
          </a:p>
          <a:p>
            <a:r>
              <a:rPr lang="en-US" dirty="0"/>
              <a:t>Other types of computers can fill an entire room.</a:t>
            </a:r>
          </a:p>
          <a:p>
            <a:pPr lvl="1"/>
            <a:r>
              <a:rPr lang="en-US" dirty="0"/>
              <a:t>These are:  </a:t>
            </a:r>
            <a:r>
              <a:rPr lang="en-US" b="1" i="1" dirty="0"/>
              <a:t>Mainframes and Supercomputers</a:t>
            </a:r>
          </a:p>
          <a:p>
            <a:endParaRPr lang="en-US" b="1" dirty="0"/>
          </a:p>
          <a:p>
            <a:pPr marL="0" indent="0">
              <a:buNone/>
            </a:pPr>
            <a:endParaRPr lang="en-US" dirty="0"/>
          </a:p>
        </p:txBody>
      </p:sp>
    </p:spTree>
    <p:extLst>
      <p:ext uri="{BB962C8B-B14F-4D97-AF65-F5344CB8AC3E}">
        <p14:creationId xmlns:p14="http://schemas.microsoft.com/office/powerpoint/2010/main" val="24999383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C76E7101-1035-44E6-9440-A2C9CE34D64F}"/>
              </a:ext>
            </a:extLst>
          </p:cNvPr>
          <p:cNvGraphicFramePr/>
          <p:nvPr>
            <p:extLst>
              <p:ext uri="{D42A27DB-BD31-4B8C-83A1-F6EECF244321}">
                <p14:modId xmlns:p14="http://schemas.microsoft.com/office/powerpoint/2010/main" val="3388595046"/>
              </p:ext>
            </p:extLst>
          </p:nvPr>
        </p:nvGraphicFramePr>
        <p:xfrm>
          <a:off x="838198" y="136526"/>
          <a:ext cx="11022497" cy="104291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Slide Number Placeholder 7">
            <a:extLst>
              <a:ext uri="{FF2B5EF4-FFF2-40B4-BE49-F238E27FC236}">
                <a16:creationId xmlns:a16="http://schemas.microsoft.com/office/drawing/2014/main" id="{4F006737-7CDD-4D58-8D27-46CD8CA07590}"/>
              </a:ext>
            </a:extLst>
          </p:cNvPr>
          <p:cNvSpPr>
            <a:spLocks noGrp="1"/>
          </p:cNvSpPr>
          <p:nvPr>
            <p:ph type="sldNum" sz="quarter" idx="12"/>
          </p:nvPr>
        </p:nvSpPr>
        <p:spPr/>
        <p:txBody>
          <a:bodyPr/>
          <a:lstStyle/>
          <a:p>
            <a:fld id="{B646E9EF-1019-4E36-B7A1-F154D482C8B7}" type="slidenum">
              <a:rPr lang="en-US" smtClean="0"/>
              <a:t>23</a:t>
            </a:fld>
            <a:endParaRPr lang="en-US"/>
          </a:p>
        </p:txBody>
      </p:sp>
      <p:sp>
        <p:nvSpPr>
          <p:cNvPr id="6" name="Rectangle 8">
            <a:extLst>
              <a:ext uri="{FF2B5EF4-FFF2-40B4-BE49-F238E27FC236}">
                <a16:creationId xmlns:a16="http://schemas.microsoft.com/office/drawing/2014/main" id="{4DAD828F-F582-4CEC-9CCE-7FA613DE5666}"/>
              </a:ext>
            </a:extLst>
          </p:cNvPr>
          <p:cNvSpPr>
            <a:spLocks noChangeArrowheads="1"/>
          </p:cNvSpPr>
          <p:nvPr/>
        </p:nvSpPr>
        <p:spPr bwMode="auto">
          <a:xfrm>
            <a:off x="1708150" y="1539863"/>
            <a:ext cx="5105400"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kumimoji="1" lang="en-US" altLang="ur-PK" sz="2200" b="1" dirty="0">
                <a:solidFill>
                  <a:schemeClr val="hlink"/>
                </a:solidFill>
                <a:latin typeface="Times New Roman" panose="02020603050405020304" pitchFamily="18" charset="0"/>
              </a:rPr>
              <a:t>Midrange server</a:t>
            </a:r>
            <a:r>
              <a:rPr kumimoji="1" lang="en-US" altLang="ur-PK" sz="2200" dirty="0">
                <a:solidFill>
                  <a:srgbClr val="000000"/>
                </a:solidFill>
                <a:latin typeface="Times New Roman" panose="02020603050405020304" pitchFamily="18" charset="0"/>
              </a:rPr>
              <a:t>  </a:t>
            </a:r>
            <a:r>
              <a:rPr kumimoji="1" lang="en-US" altLang="ur-PK" sz="2200" b="1" dirty="0">
                <a:solidFill>
                  <a:srgbClr val="000000"/>
                </a:solidFill>
                <a:latin typeface="Times New Roman" panose="02020603050405020304" pitchFamily="18" charset="0"/>
              </a:rPr>
              <a:t>Powerful, large computer that </a:t>
            </a:r>
            <a:r>
              <a:rPr kumimoji="1" lang="en-US" altLang="ur-PK" sz="2200" b="1" i="1" dirty="0">
                <a:solidFill>
                  <a:srgbClr val="000000"/>
                </a:solidFill>
                <a:latin typeface="Times New Roman" panose="02020603050405020304" pitchFamily="18" charset="0"/>
              </a:rPr>
              <a:t>supports up to a few thousand computers</a:t>
            </a:r>
          </a:p>
        </p:txBody>
      </p:sp>
      <p:sp>
        <p:nvSpPr>
          <p:cNvPr id="7" name="Rectangle 9">
            <a:extLst>
              <a:ext uri="{FF2B5EF4-FFF2-40B4-BE49-F238E27FC236}">
                <a16:creationId xmlns:a16="http://schemas.microsoft.com/office/drawing/2014/main" id="{92018A0D-5BF6-434E-A9B5-C1E41F83B9E9}"/>
              </a:ext>
            </a:extLst>
          </p:cNvPr>
          <p:cNvSpPr>
            <a:spLocks noChangeArrowheads="1"/>
          </p:cNvSpPr>
          <p:nvPr/>
        </p:nvSpPr>
        <p:spPr bwMode="auto">
          <a:xfrm>
            <a:off x="1708150" y="3019186"/>
            <a:ext cx="4495800"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kumimoji="1" lang="en-US" altLang="ur-PK" sz="2200" b="1" dirty="0">
                <a:solidFill>
                  <a:schemeClr val="hlink"/>
                </a:solidFill>
                <a:latin typeface="Times New Roman" panose="02020603050405020304" pitchFamily="18" charset="0"/>
              </a:rPr>
              <a:t>Mainframe</a:t>
            </a:r>
            <a:r>
              <a:rPr kumimoji="1" lang="en-US" altLang="ur-PK" sz="2200" dirty="0">
                <a:solidFill>
                  <a:schemeClr val="hlink"/>
                </a:solidFill>
                <a:latin typeface="Times New Roman" panose="02020603050405020304" pitchFamily="18" charset="0"/>
              </a:rPr>
              <a:t> </a:t>
            </a:r>
            <a:r>
              <a:rPr kumimoji="1" lang="en-US" altLang="ur-PK" sz="2200" dirty="0">
                <a:solidFill>
                  <a:srgbClr val="000000"/>
                </a:solidFill>
                <a:latin typeface="Times New Roman" panose="02020603050405020304" pitchFamily="18" charset="0"/>
              </a:rPr>
              <a:t> </a:t>
            </a:r>
            <a:r>
              <a:rPr kumimoji="1" lang="en-US" altLang="ur-PK" sz="2200" b="1" dirty="0">
                <a:solidFill>
                  <a:srgbClr val="000000"/>
                </a:solidFill>
                <a:latin typeface="Times New Roman" panose="02020603050405020304" pitchFamily="18" charset="0"/>
              </a:rPr>
              <a:t>Very powerful, expensive computer that </a:t>
            </a:r>
            <a:r>
              <a:rPr kumimoji="1" lang="en-US" altLang="ur-PK" sz="2200" b="1" i="1" dirty="0">
                <a:solidFill>
                  <a:srgbClr val="000000"/>
                </a:solidFill>
                <a:latin typeface="Times New Roman" panose="02020603050405020304" pitchFamily="18" charset="0"/>
              </a:rPr>
              <a:t>supports thousands of computers</a:t>
            </a:r>
          </a:p>
        </p:txBody>
      </p:sp>
      <p:sp>
        <p:nvSpPr>
          <p:cNvPr id="9" name="Rectangle 10">
            <a:extLst>
              <a:ext uri="{FF2B5EF4-FFF2-40B4-BE49-F238E27FC236}">
                <a16:creationId xmlns:a16="http://schemas.microsoft.com/office/drawing/2014/main" id="{9BF598E8-91ED-4E42-B3BF-CC96603FFDBA}"/>
              </a:ext>
            </a:extLst>
          </p:cNvPr>
          <p:cNvSpPr>
            <a:spLocks noChangeArrowheads="1"/>
          </p:cNvSpPr>
          <p:nvPr/>
        </p:nvSpPr>
        <p:spPr bwMode="auto">
          <a:xfrm>
            <a:off x="1708150" y="4425585"/>
            <a:ext cx="4267200" cy="1785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kumimoji="1" lang="en-US" altLang="ur-PK" sz="2200" b="1" dirty="0">
                <a:solidFill>
                  <a:schemeClr val="hlink"/>
                </a:solidFill>
                <a:latin typeface="Times New Roman" panose="02020603050405020304" pitchFamily="18" charset="0"/>
              </a:rPr>
              <a:t>Supercomputer</a:t>
            </a:r>
            <a:r>
              <a:rPr kumimoji="1" lang="en-US" altLang="ur-PK" sz="2200" dirty="0">
                <a:solidFill>
                  <a:schemeClr val="hlink"/>
                </a:solidFill>
                <a:latin typeface="Times New Roman" panose="02020603050405020304" pitchFamily="18" charset="0"/>
              </a:rPr>
              <a:t> </a:t>
            </a:r>
            <a:r>
              <a:rPr kumimoji="1" lang="en-US" altLang="ur-PK" sz="2200" dirty="0">
                <a:solidFill>
                  <a:srgbClr val="000000"/>
                </a:solidFill>
                <a:latin typeface="Times New Roman" panose="02020603050405020304" pitchFamily="18" charset="0"/>
              </a:rPr>
              <a:t> </a:t>
            </a:r>
            <a:r>
              <a:rPr kumimoji="1" lang="en-US" altLang="ur-PK" sz="2200" b="1" dirty="0">
                <a:solidFill>
                  <a:srgbClr val="000000"/>
                </a:solidFill>
                <a:latin typeface="Times New Roman" panose="02020603050405020304" pitchFamily="18" charset="0"/>
              </a:rPr>
              <a:t>The fastest, most powerful, most expensive computer. </a:t>
            </a:r>
            <a:r>
              <a:rPr kumimoji="1" lang="en-US" altLang="ur-PK" sz="2200" b="1" i="1" dirty="0">
                <a:solidFill>
                  <a:srgbClr val="000000"/>
                </a:solidFill>
                <a:latin typeface="Times New Roman" panose="02020603050405020304" pitchFamily="18" charset="0"/>
              </a:rPr>
              <a:t>Used for applications requiring complex mathematical calculations</a:t>
            </a:r>
          </a:p>
        </p:txBody>
      </p:sp>
      <p:pic>
        <p:nvPicPr>
          <p:cNvPr id="10" name="Picture 14" descr="Fig01-26">
            <a:extLst>
              <a:ext uri="{FF2B5EF4-FFF2-40B4-BE49-F238E27FC236}">
                <a16:creationId xmlns:a16="http://schemas.microsoft.com/office/drawing/2014/main" id="{9F019F4C-AC22-4E67-9ED3-4DD10B95A25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73194" y="1254034"/>
            <a:ext cx="2376488" cy="278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9" descr="su">
            <a:extLst>
              <a:ext uri="{FF2B5EF4-FFF2-40B4-BE49-F238E27FC236}">
                <a16:creationId xmlns:a16="http://schemas.microsoft.com/office/drawing/2014/main" id="{2F842F8E-C327-4D96-A4BA-26FFE14D93F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a:xfrm>
            <a:off x="7315200" y="4219913"/>
            <a:ext cx="3249665" cy="24384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019217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79AEA71F-0CCF-4972-BBEA-5E1072E7B0EA}"/>
              </a:ext>
            </a:extLst>
          </p:cNvPr>
          <p:cNvGraphicFramePr/>
          <p:nvPr/>
        </p:nvGraphicFramePr>
        <p:xfrm>
          <a:off x="838199" y="136525"/>
          <a:ext cx="10969487" cy="13255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p:cNvSpPr>
            <a:spLocks noGrp="1"/>
          </p:cNvSpPr>
          <p:nvPr>
            <p:ph idx="1"/>
          </p:nvPr>
        </p:nvSpPr>
        <p:spPr>
          <a:xfrm>
            <a:off x="1431234" y="1825625"/>
            <a:ext cx="9922565" cy="4351338"/>
          </a:xfrm>
        </p:spPr>
        <p:txBody>
          <a:bodyPr>
            <a:normAutofit/>
          </a:bodyPr>
          <a:lstStyle/>
          <a:p>
            <a:r>
              <a:rPr lang="en-US" dirty="0"/>
              <a:t>At workplace, people use computers to keep records, analyze data, do research, manage projects etc.</a:t>
            </a:r>
          </a:p>
          <a:p>
            <a:r>
              <a:rPr lang="en-US" dirty="0"/>
              <a:t>At home, people use computers to find information, store pictures and music, track finances, play games and communicate with others.</a:t>
            </a:r>
          </a:p>
          <a:p>
            <a:r>
              <a:rPr lang="en-US" dirty="0"/>
              <a:t>Connect to the Internet etc.</a:t>
            </a:r>
          </a:p>
          <a:p>
            <a:endParaRPr lang="en-US" dirty="0">
              <a:solidFill>
                <a:srgbClr val="000000"/>
              </a:solidFill>
            </a:endParaRPr>
          </a:p>
        </p:txBody>
      </p:sp>
      <p:sp>
        <p:nvSpPr>
          <p:cNvPr id="8" name="Slide Number Placeholder 7">
            <a:extLst>
              <a:ext uri="{FF2B5EF4-FFF2-40B4-BE49-F238E27FC236}">
                <a16:creationId xmlns:a16="http://schemas.microsoft.com/office/drawing/2014/main" id="{64D9C788-6E4C-4EF1-B7D0-446424FC6F77}"/>
              </a:ext>
            </a:extLst>
          </p:cNvPr>
          <p:cNvSpPr>
            <a:spLocks noGrp="1"/>
          </p:cNvSpPr>
          <p:nvPr>
            <p:ph type="sldNum" sz="quarter" idx="12"/>
          </p:nvPr>
        </p:nvSpPr>
        <p:spPr/>
        <p:txBody>
          <a:bodyPr/>
          <a:lstStyle/>
          <a:p>
            <a:fld id="{B646E9EF-1019-4E36-B7A1-F154D482C8B7}" type="slidenum">
              <a:rPr lang="en-US" smtClean="0"/>
              <a:t>24</a:t>
            </a:fld>
            <a:endParaRPr lang="en-US"/>
          </a:p>
        </p:txBody>
      </p:sp>
    </p:spTree>
    <p:extLst>
      <p:ext uri="{BB962C8B-B14F-4D97-AF65-F5344CB8AC3E}">
        <p14:creationId xmlns:p14="http://schemas.microsoft.com/office/powerpoint/2010/main" val="6670008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3338BACE-192A-4B6A-ADB3-40231701D719}"/>
              </a:ext>
            </a:extLst>
          </p:cNvPr>
          <p:cNvGraphicFramePr/>
          <p:nvPr>
            <p:extLst>
              <p:ext uri="{D42A27DB-BD31-4B8C-83A1-F6EECF244321}">
                <p14:modId xmlns:p14="http://schemas.microsoft.com/office/powerpoint/2010/main" val="744290716"/>
              </p:ext>
            </p:extLst>
          </p:nvPr>
        </p:nvGraphicFramePr>
        <p:xfrm>
          <a:off x="838200" y="136525"/>
          <a:ext cx="10515600" cy="119048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Content Placeholder 4"/>
          <p:cNvPicPr>
            <a:picLocks noGrp="1" noChangeAspect="1"/>
          </p:cNvPicPr>
          <p:nvPr>
            <p:ph idx="1"/>
          </p:nvPr>
        </p:nvPicPr>
        <p:blipFill>
          <a:blip r:embed="rId7">
            <a:extLst>
              <a:ext uri="{28A0092B-C50C-407E-A947-70E740481C1C}">
                <a14:useLocalDpi xmlns:a14="http://schemas.microsoft.com/office/drawing/2010/main" val="0"/>
              </a:ext>
            </a:extLst>
          </a:blip>
          <a:stretch>
            <a:fillRect/>
          </a:stretch>
        </p:blipFill>
        <p:spPr>
          <a:xfrm>
            <a:off x="1290516" y="1549436"/>
            <a:ext cx="10063284" cy="4806914"/>
          </a:xfrm>
        </p:spPr>
      </p:pic>
      <p:sp>
        <p:nvSpPr>
          <p:cNvPr id="8" name="Slide Number Placeholder 7">
            <a:extLst>
              <a:ext uri="{FF2B5EF4-FFF2-40B4-BE49-F238E27FC236}">
                <a16:creationId xmlns:a16="http://schemas.microsoft.com/office/drawing/2014/main" id="{3AB413F4-BDA5-42B7-A0AC-2F09A6E5ED71}"/>
              </a:ext>
            </a:extLst>
          </p:cNvPr>
          <p:cNvSpPr>
            <a:spLocks noGrp="1"/>
          </p:cNvSpPr>
          <p:nvPr>
            <p:ph type="sldNum" sz="quarter" idx="12"/>
          </p:nvPr>
        </p:nvSpPr>
        <p:spPr/>
        <p:txBody>
          <a:bodyPr/>
          <a:lstStyle/>
          <a:p>
            <a:fld id="{B646E9EF-1019-4E36-B7A1-F154D482C8B7}" type="slidenum">
              <a:rPr lang="en-US" smtClean="0"/>
              <a:t>25</a:t>
            </a:fld>
            <a:endParaRPr lang="en-US"/>
          </a:p>
        </p:txBody>
      </p:sp>
    </p:spTree>
    <p:extLst>
      <p:ext uri="{BB962C8B-B14F-4D97-AF65-F5344CB8AC3E}">
        <p14:creationId xmlns:p14="http://schemas.microsoft.com/office/powerpoint/2010/main" val="24228295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3338BACE-192A-4B6A-ADB3-40231701D719}"/>
              </a:ext>
            </a:extLst>
          </p:cNvPr>
          <p:cNvGraphicFramePr/>
          <p:nvPr>
            <p:extLst>
              <p:ext uri="{D42A27DB-BD31-4B8C-83A1-F6EECF244321}">
                <p14:modId xmlns:p14="http://schemas.microsoft.com/office/powerpoint/2010/main" val="4143310467"/>
              </p:ext>
            </p:extLst>
          </p:nvPr>
        </p:nvGraphicFramePr>
        <p:xfrm>
          <a:off x="838200" y="136525"/>
          <a:ext cx="10515600" cy="119048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Slide Number Placeholder 7">
            <a:extLst>
              <a:ext uri="{FF2B5EF4-FFF2-40B4-BE49-F238E27FC236}">
                <a16:creationId xmlns:a16="http://schemas.microsoft.com/office/drawing/2014/main" id="{3AB413F4-BDA5-42B7-A0AC-2F09A6E5ED71}"/>
              </a:ext>
            </a:extLst>
          </p:cNvPr>
          <p:cNvSpPr>
            <a:spLocks noGrp="1"/>
          </p:cNvSpPr>
          <p:nvPr>
            <p:ph type="sldNum" sz="quarter" idx="12"/>
          </p:nvPr>
        </p:nvSpPr>
        <p:spPr/>
        <p:txBody>
          <a:bodyPr/>
          <a:lstStyle/>
          <a:p>
            <a:fld id="{B646E9EF-1019-4E36-B7A1-F154D482C8B7}" type="slidenum">
              <a:rPr lang="en-US" smtClean="0"/>
              <a:t>26</a:t>
            </a:fld>
            <a:endParaRPr lang="en-US"/>
          </a:p>
        </p:txBody>
      </p:sp>
      <p:sp>
        <p:nvSpPr>
          <p:cNvPr id="4" name="Content Placeholder 3">
            <a:extLst>
              <a:ext uri="{FF2B5EF4-FFF2-40B4-BE49-F238E27FC236}">
                <a16:creationId xmlns:a16="http://schemas.microsoft.com/office/drawing/2014/main" id="{43CDB5CB-3852-416B-AEC4-C2A9A2C09B66}"/>
              </a:ext>
            </a:extLst>
          </p:cNvPr>
          <p:cNvSpPr>
            <a:spLocks noGrp="1"/>
          </p:cNvSpPr>
          <p:nvPr>
            <p:ph idx="1"/>
          </p:nvPr>
        </p:nvSpPr>
        <p:spPr>
          <a:xfrm>
            <a:off x="838200" y="1590261"/>
            <a:ext cx="10515600" cy="4682815"/>
          </a:xfrm>
        </p:spPr>
        <p:txBody>
          <a:bodyPr>
            <a:normAutofit lnSpcReduction="10000"/>
          </a:bodyPr>
          <a:lstStyle/>
          <a:p>
            <a:r>
              <a:rPr lang="en-US" dirty="0"/>
              <a:t>The main screen area that you see after you turn on your computer and log on to Windows.</a:t>
            </a:r>
          </a:p>
          <a:p>
            <a:r>
              <a:rPr lang="en-US" dirty="0"/>
              <a:t>It serves as a surface for your work. </a:t>
            </a:r>
          </a:p>
          <a:p>
            <a:r>
              <a:rPr lang="en-US" dirty="0"/>
              <a:t>When you open programs or folders, they appear on the desktop. </a:t>
            </a:r>
          </a:p>
          <a:p>
            <a:r>
              <a:rPr lang="en-US" dirty="0"/>
              <a:t>You can put things on the desktop, such as files and folders and arrange them the way you want.</a:t>
            </a:r>
          </a:p>
          <a:p>
            <a:r>
              <a:rPr lang="en-US" dirty="0"/>
              <a:t>The taskbar sits at the bottom of your screen. </a:t>
            </a:r>
          </a:p>
          <a:p>
            <a:pPr lvl="1"/>
            <a:r>
              <a:rPr lang="en-US" dirty="0"/>
              <a:t>It shows you which programs are running and allows you to switch between them. </a:t>
            </a:r>
          </a:p>
          <a:p>
            <a:pPr lvl="1"/>
            <a:r>
              <a:rPr lang="en-US" dirty="0"/>
              <a:t>It also contains the Start button , which you can use to access programs, folders and computer settings.</a:t>
            </a:r>
          </a:p>
          <a:p>
            <a:endParaRPr lang="en-US" dirty="0"/>
          </a:p>
          <a:p>
            <a:endParaRPr lang="en-US" dirty="0"/>
          </a:p>
        </p:txBody>
      </p:sp>
    </p:spTree>
    <p:extLst>
      <p:ext uri="{BB962C8B-B14F-4D97-AF65-F5344CB8AC3E}">
        <p14:creationId xmlns:p14="http://schemas.microsoft.com/office/powerpoint/2010/main" val="1928412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3338BACE-192A-4B6A-ADB3-40231701D719}"/>
              </a:ext>
            </a:extLst>
          </p:cNvPr>
          <p:cNvGraphicFramePr/>
          <p:nvPr>
            <p:extLst>
              <p:ext uri="{D42A27DB-BD31-4B8C-83A1-F6EECF244321}">
                <p14:modId xmlns:p14="http://schemas.microsoft.com/office/powerpoint/2010/main" val="1830327765"/>
              </p:ext>
            </p:extLst>
          </p:nvPr>
        </p:nvGraphicFramePr>
        <p:xfrm>
          <a:off x="838200" y="136525"/>
          <a:ext cx="10515600" cy="119048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Slide Number Placeholder 7">
            <a:extLst>
              <a:ext uri="{FF2B5EF4-FFF2-40B4-BE49-F238E27FC236}">
                <a16:creationId xmlns:a16="http://schemas.microsoft.com/office/drawing/2014/main" id="{3AB413F4-BDA5-42B7-A0AC-2F09A6E5ED71}"/>
              </a:ext>
            </a:extLst>
          </p:cNvPr>
          <p:cNvSpPr>
            <a:spLocks noGrp="1"/>
          </p:cNvSpPr>
          <p:nvPr>
            <p:ph type="sldNum" sz="quarter" idx="12"/>
          </p:nvPr>
        </p:nvSpPr>
        <p:spPr/>
        <p:txBody>
          <a:bodyPr/>
          <a:lstStyle/>
          <a:p>
            <a:fld id="{B646E9EF-1019-4E36-B7A1-F154D482C8B7}" type="slidenum">
              <a:rPr lang="en-US" smtClean="0"/>
              <a:t>27</a:t>
            </a:fld>
            <a:endParaRPr lang="en-US"/>
          </a:p>
        </p:txBody>
      </p:sp>
      <p:sp>
        <p:nvSpPr>
          <p:cNvPr id="4" name="Content Placeholder 3">
            <a:extLst>
              <a:ext uri="{FF2B5EF4-FFF2-40B4-BE49-F238E27FC236}">
                <a16:creationId xmlns:a16="http://schemas.microsoft.com/office/drawing/2014/main" id="{43CDB5CB-3852-416B-AEC4-C2A9A2C09B66}"/>
              </a:ext>
            </a:extLst>
          </p:cNvPr>
          <p:cNvSpPr>
            <a:spLocks noGrp="1"/>
          </p:cNvSpPr>
          <p:nvPr>
            <p:ph idx="1"/>
          </p:nvPr>
        </p:nvSpPr>
        <p:spPr>
          <a:xfrm>
            <a:off x="838200" y="1590261"/>
            <a:ext cx="10515600" cy="4682815"/>
          </a:xfrm>
        </p:spPr>
        <p:txBody>
          <a:bodyPr>
            <a:normAutofit/>
          </a:bodyPr>
          <a:lstStyle/>
          <a:p>
            <a:r>
              <a:rPr lang="en-US" dirty="0"/>
              <a:t>An input device used to enter data and instructions into the computer</a:t>
            </a:r>
          </a:p>
          <a:p>
            <a:r>
              <a:rPr lang="en-US" dirty="0"/>
              <a:t>You can use the mouse to interact with items on the computer screen. </a:t>
            </a:r>
          </a:p>
          <a:p>
            <a:r>
              <a:rPr lang="en-US" dirty="0"/>
              <a:t>You can move objects, open them, change them, throw them away, and perform other actions, all by pointing and clicking with the mouse.</a:t>
            </a:r>
          </a:p>
          <a:p>
            <a:endParaRPr lang="en-US" dirty="0"/>
          </a:p>
          <a:p>
            <a:endParaRPr lang="en-US" dirty="0"/>
          </a:p>
        </p:txBody>
      </p:sp>
    </p:spTree>
    <p:extLst>
      <p:ext uri="{BB962C8B-B14F-4D97-AF65-F5344CB8AC3E}">
        <p14:creationId xmlns:p14="http://schemas.microsoft.com/office/powerpoint/2010/main" val="36090380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3338BACE-192A-4B6A-ADB3-40231701D719}"/>
              </a:ext>
            </a:extLst>
          </p:cNvPr>
          <p:cNvGraphicFramePr/>
          <p:nvPr/>
        </p:nvGraphicFramePr>
        <p:xfrm>
          <a:off x="838200" y="136525"/>
          <a:ext cx="10515600" cy="119048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Slide Number Placeholder 7">
            <a:extLst>
              <a:ext uri="{FF2B5EF4-FFF2-40B4-BE49-F238E27FC236}">
                <a16:creationId xmlns:a16="http://schemas.microsoft.com/office/drawing/2014/main" id="{3AB413F4-BDA5-42B7-A0AC-2F09A6E5ED71}"/>
              </a:ext>
            </a:extLst>
          </p:cNvPr>
          <p:cNvSpPr>
            <a:spLocks noGrp="1"/>
          </p:cNvSpPr>
          <p:nvPr>
            <p:ph type="sldNum" sz="quarter" idx="12"/>
          </p:nvPr>
        </p:nvSpPr>
        <p:spPr/>
        <p:txBody>
          <a:bodyPr/>
          <a:lstStyle/>
          <a:p>
            <a:fld id="{B646E9EF-1019-4E36-B7A1-F154D482C8B7}" type="slidenum">
              <a:rPr lang="en-US" smtClean="0"/>
              <a:t>28</a:t>
            </a:fld>
            <a:endParaRPr lang="en-US"/>
          </a:p>
        </p:txBody>
      </p:sp>
      <p:sp>
        <p:nvSpPr>
          <p:cNvPr id="4" name="Content Placeholder 3">
            <a:extLst>
              <a:ext uri="{FF2B5EF4-FFF2-40B4-BE49-F238E27FC236}">
                <a16:creationId xmlns:a16="http://schemas.microsoft.com/office/drawing/2014/main" id="{43CDB5CB-3852-416B-AEC4-C2A9A2C09B66}"/>
              </a:ext>
            </a:extLst>
          </p:cNvPr>
          <p:cNvSpPr>
            <a:spLocks noGrp="1"/>
          </p:cNvSpPr>
          <p:nvPr>
            <p:ph idx="1"/>
          </p:nvPr>
        </p:nvSpPr>
        <p:spPr>
          <a:xfrm>
            <a:off x="838200" y="1590261"/>
            <a:ext cx="10515600" cy="4682815"/>
          </a:xfrm>
        </p:spPr>
        <p:txBody>
          <a:bodyPr>
            <a:normAutofit/>
          </a:bodyPr>
          <a:lstStyle/>
          <a:p>
            <a:pPr marL="82296" indent="0">
              <a:buNone/>
            </a:pPr>
            <a:r>
              <a:rPr lang="en-US" b="1" dirty="0"/>
              <a:t>Basic parts </a:t>
            </a:r>
          </a:p>
          <a:p>
            <a:r>
              <a:rPr lang="en-US" sz="2000" dirty="0"/>
              <a:t>A mouse has two buttons: </a:t>
            </a:r>
          </a:p>
          <a:p>
            <a:pPr lvl="1"/>
            <a:r>
              <a:rPr lang="en-US" sz="2000" dirty="0"/>
              <a:t>a primary button (usually the left button) and</a:t>
            </a:r>
          </a:p>
          <a:p>
            <a:pPr lvl="1"/>
            <a:r>
              <a:rPr lang="en-US" sz="2000" dirty="0"/>
              <a:t> a secondary button (usually the right button).</a:t>
            </a:r>
          </a:p>
          <a:p>
            <a:pPr lvl="1"/>
            <a:r>
              <a:rPr lang="en-US" sz="2000" dirty="0"/>
              <a:t>Primary button is mostly used. </a:t>
            </a:r>
          </a:p>
          <a:p>
            <a:pPr lvl="1"/>
            <a:r>
              <a:rPr lang="en-US" sz="2000" dirty="0"/>
              <a:t>Most mice also include a scroll wheel between the buttons to help users scroll through documents and webpages more easily. </a:t>
            </a:r>
          </a:p>
          <a:p>
            <a:pPr lvl="1"/>
            <a:endParaRPr lang="en-US" sz="2000" dirty="0"/>
          </a:p>
        </p:txBody>
      </p:sp>
      <p:pic>
        <p:nvPicPr>
          <p:cNvPr id="5" name="Picture 2">
            <a:extLst>
              <a:ext uri="{FF2B5EF4-FFF2-40B4-BE49-F238E27FC236}">
                <a16:creationId xmlns:a16="http://schemas.microsoft.com/office/drawing/2014/main" id="{CDEA5142-749F-4B7F-92A7-8C848D38F1A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49290" y="3945669"/>
            <a:ext cx="4030980" cy="26441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030569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79AEA71F-0CCF-4972-BBEA-5E1072E7B0EA}"/>
              </a:ext>
            </a:extLst>
          </p:cNvPr>
          <p:cNvGraphicFramePr/>
          <p:nvPr/>
        </p:nvGraphicFramePr>
        <p:xfrm>
          <a:off x="838199" y="136525"/>
          <a:ext cx="10969487" cy="13255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p:cNvSpPr>
            <a:spLocks noGrp="1"/>
          </p:cNvSpPr>
          <p:nvPr>
            <p:ph idx="1"/>
          </p:nvPr>
        </p:nvSpPr>
        <p:spPr>
          <a:xfrm>
            <a:off x="1431234" y="1825625"/>
            <a:ext cx="9922565" cy="4351338"/>
          </a:xfrm>
        </p:spPr>
        <p:txBody>
          <a:bodyPr>
            <a:normAutofit/>
          </a:bodyPr>
          <a:lstStyle/>
          <a:p>
            <a:r>
              <a:rPr lang="en-US" b="1" dirty="0">
                <a:solidFill>
                  <a:srgbClr val="000000"/>
                </a:solidFill>
              </a:rPr>
              <a:t>Left-Click: </a:t>
            </a:r>
            <a:r>
              <a:rPr lang="en-US" dirty="0">
                <a:solidFill>
                  <a:srgbClr val="000000"/>
                </a:solidFill>
              </a:rPr>
              <a:t>Pressing the left button of the mouse once. </a:t>
            </a:r>
          </a:p>
          <a:p>
            <a:pPr lvl="1"/>
            <a:r>
              <a:rPr lang="en-US" dirty="0">
                <a:solidFill>
                  <a:srgbClr val="000000"/>
                </a:solidFill>
              </a:rPr>
              <a:t>Used for selecting icons and opening programs.</a:t>
            </a:r>
          </a:p>
          <a:p>
            <a:r>
              <a:rPr lang="en-US" b="1" dirty="0">
                <a:solidFill>
                  <a:srgbClr val="000000"/>
                </a:solidFill>
              </a:rPr>
              <a:t>Right-Click: </a:t>
            </a:r>
            <a:r>
              <a:rPr lang="en-US" dirty="0">
                <a:solidFill>
                  <a:srgbClr val="000000"/>
                </a:solidFill>
              </a:rPr>
              <a:t>Pressing the right button of the mouse once. </a:t>
            </a:r>
          </a:p>
          <a:p>
            <a:pPr lvl="1"/>
            <a:r>
              <a:rPr lang="en-US" dirty="0">
                <a:solidFill>
                  <a:srgbClr val="000000"/>
                </a:solidFill>
              </a:rPr>
              <a:t>Used for opening contextual menus.</a:t>
            </a:r>
          </a:p>
          <a:p>
            <a:r>
              <a:rPr lang="en-US" b="1" dirty="0">
                <a:solidFill>
                  <a:srgbClr val="000000"/>
                </a:solidFill>
              </a:rPr>
              <a:t>Single-Click: </a:t>
            </a:r>
            <a:r>
              <a:rPr lang="en-US" dirty="0">
                <a:solidFill>
                  <a:srgbClr val="000000"/>
                </a:solidFill>
              </a:rPr>
              <a:t>Clicking once (with the left mouse button) on the icon to select the icon. </a:t>
            </a:r>
          </a:p>
          <a:p>
            <a:r>
              <a:rPr lang="en-US" dirty="0">
                <a:solidFill>
                  <a:srgbClr val="000000"/>
                </a:solidFill>
              </a:rPr>
              <a:t> </a:t>
            </a:r>
            <a:r>
              <a:rPr lang="en-US" b="1" dirty="0">
                <a:solidFill>
                  <a:srgbClr val="000000"/>
                </a:solidFill>
              </a:rPr>
              <a:t>Double-Click: </a:t>
            </a:r>
            <a:r>
              <a:rPr lang="en-US" dirty="0">
                <a:solidFill>
                  <a:srgbClr val="000000"/>
                </a:solidFill>
              </a:rPr>
              <a:t>Clicking twice (with the left mouse button) on the icon to activate the icon.</a:t>
            </a:r>
          </a:p>
          <a:p>
            <a:pPr lvl="1"/>
            <a:r>
              <a:rPr lang="en-US" dirty="0">
                <a:solidFill>
                  <a:srgbClr val="000000"/>
                </a:solidFill>
              </a:rPr>
              <a:t>Activating the icon will run the program or open the file that is associated with the icon.</a:t>
            </a:r>
          </a:p>
          <a:p>
            <a:endParaRPr lang="en-US" dirty="0">
              <a:solidFill>
                <a:srgbClr val="000000"/>
              </a:solidFill>
            </a:endParaRPr>
          </a:p>
        </p:txBody>
      </p:sp>
      <p:sp>
        <p:nvSpPr>
          <p:cNvPr id="8" name="Slide Number Placeholder 7">
            <a:extLst>
              <a:ext uri="{FF2B5EF4-FFF2-40B4-BE49-F238E27FC236}">
                <a16:creationId xmlns:a16="http://schemas.microsoft.com/office/drawing/2014/main" id="{64D9C788-6E4C-4EF1-B7D0-446424FC6F77}"/>
              </a:ext>
            </a:extLst>
          </p:cNvPr>
          <p:cNvSpPr>
            <a:spLocks noGrp="1"/>
          </p:cNvSpPr>
          <p:nvPr>
            <p:ph type="sldNum" sz="quarter" idx="12"/>
          </p:nvPr>
        </p:nvSpPr>
        <p:spPr/>
        <p:txBody>
          <a:bodyPr/>
          <a:lstStyle/>
          <a:p>
            <a:fld id="{B646E9EF-1019-4E36-B7A1-F154D482C8B7}" type="slidenum">
              <a:rPr lang="en-US" smtClean="0"/>
              <a:t>29</a:t>
            </a:fld>
            <a:endParaRPr lang="en-US"/>
          </a:p>
        </p:txBody>
      </p:sp>
    </p:spTree>
    <p:extLst>
      <p:ext uri="{BB962C8B-B14F-4D97-AF65-F5344CB8AC3E}">
        <p14:creationId xmlns:p14="http://schemas.microsoft.com/office/powerpoint/2010/main" val="3365399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67320" y="2005012"/>
            <a:ext cx="10515600" cy="4351338"/>
          </a:xfrm>
        </p:spPr>
        <p:txBody>
          <a:bodyPr/>
          <a:lstStyle/>
          <a:p>
            <a:r>
              <a:rPr lang="en-US" dirty="0">
                <a:solidFill>
                  <a:srgbClr val="000000"/>
                </a:solidFill>
              </a:rPr>
              <a:t> </a:t>
            </a:r>
            <a:r>
              <a:rPr lang="en-US" b="1" dirty="0">
                <a:solidFill>
                  <a:srgbClr val="000000"/>
                </a:solidFill>
              </a:rPr>
              <a:t>Drag/Drag-and-Drop:</a:t>
            </a:r>
            <a:r>
              <a:rPr lang="en-US" dirty="0">
                <a:solidFill>
                  <a:srgbClr val="000000"/>
                </a:solidFill>
              </a:rPr>
              <a:t> This is used to move files around on the computer. </a:t>
            </a:r>
          </a:p>
          <a:p>
            <a:r>
              <a:rPr lang="en-US" dirty="0">
                <a:solidFill>
                  <a:srgbClr val="000000"/>
                </a:solidFill>
              </a:rPr>
              <a:t>It may also be used to copy files from one location to another </a:t>
            </a:r>
            <a:r>
              <a:rPr lang="en-US" dirty="0" err="1">
                <a:solidFill>
                  <a:srgbClr val="000000"/>
                </a:solidFill>
              </a:rPr>
              <a:t>eg</a:t>
            </a:r>
            <a:r>
              <a:rPr lang="en-US" dirty="0">
                <a:solidFill>
                  <a:srgbClr val="000000"/>
                </a:solidFill>
              </a:rPr>
              <a:t> hard drive to flash drive</a:t>
            </a:r>
          </a:p>
          <a:p>
            <a:pPr lvl="1"/>
            <a:r>
              <a:rPr lang="en-US" dirty="0">
                <a:solidFill>
                  <a:srgbClr val="000000"/>
                </a:solidFill>
              </a:rPr>
              <a:t>To drag a file, left-click and hold down the button, move the icon to the new location and let go of the mouse button.</a:t>
            </a:r>
          </a:p>
          <a:p>
            <a:endParaRPr lang="en-US" dirty="0"/>
          </a:p>
        </p:txBody>
      </p:sp>
      <p:sp>
        <p:nvSpPr>
          <p:cNvPr id="8" name="Slide Number Placeholder 7">
            <a:extLst>
              <a:ext uri="{FF2B5EF4-FFF2-40B4-BE49-F238E27FC236}">
                <a16:creationId xmlns:a16="http://schemas.microsoft.com/office/drawing/2014/main" id="{DEE87F22-1E47-4336-9EFA-204B7A829AFD}"/>
              </a:ext>
            </a:extLst>
          </p:cNvPr>
          <p:cNvSpPr>
            <a:spLocks noGrp="1"/>
          </p:cNvSpPr>
          <p:nvPr>
            <p:ph type="sldNum" sz="quarter" idx="12"/>
          </p:nvPr>
        </p:nvSpPr>
        <p:spPr/>
        <p:txBody>
          <a:bodyPr/>
          <a:lstStyle/>
          <a:p>
            <a:fld id="{B646E9EF-1019-4E36-B7A1-F154D482C8B7}" type="slidenum">
              <a:rPr lang="en-US" smtClean="0"/>
              <a:t>30</a:t>
            </a:fld>
            <a:endParaRPr lang="en-US"/>
          </a:p>
        </p:txBody>
      </p:sp>
      <p:graphicFrame>
        <p:nvGraphicFramePr>
          <p:cNvPr id="4" name="Diagram 3">
            <a:extLst>
              <a:ext uri="{FF2B5EF4-FFF2-40B4-BE49-F238E27FC236}">
                <a16:creationId xmlns:a16="http://schemas.microsoft.com/office/drawing/2014/main" id="{3859C016-72F1-4A1F-AE99-D6FB61013869}"/>
              </a:ext>
            </a:extLst>
          </p:cNvPr>
          <p:cNvGraphicFramePr/>
          <p:nvPr>
            <p:extLst>
              <p:ext uri="{D42A27DB-BD31-4B8C-83A1-F6EECF244321}">
                <p14:modId xmlns:p14="http://schemas.microsoft.com/office/powerpoint/2010/main" val="3758482918"/>
              </p:ext>
            </p:extLst>
          </p:nvPr>
        </p:nvGraphicFramePr>
        <p:xfrm>
          <a:off x="838199" y="136525"/>
          <a:ext cx="10969487" cy="13255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838491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199" y="1394460"/>
            <a:ext cx="11144721" cy="4961890"/>
          </a:xfrm>
        </p:spPr>
        <p:txBody>
          <a:bodyPr/>
          <a:lstStyle/>
          <a:p>
            <a:r>
              <a:rPr lang="en-US" dirty="0">
                <a:solidFill>
                  <a:srgbClr val="000000"/>
                </a:solidFill>
              </a:rPr>
              <a:t> </a:t>
            </a:r>
            <a:r>
              <a:rPr lang="en-US" dirty="0"/>
              <a:t>Keyboard is the main way to enter information into the computer. </a:t>
            </a:r>
          </a:p>
          <a:p>
            <a:r>
              <a:rPr lang="en-US" dirty="0"/>
              <a:t>You can also use the keyboard to control the computer. </a:t>
            </a:r>
          </a:p>
        </p:txBody>
      </p:sp>
      <p:sp>
        <p:nvSpPr>
          <p:cNvPr id="8" name="Slide Number Placeholder 7">
            <a:extLst>
              <a:ext uri="{FF2B5EF4-FFF2-40B4-BE49-F238E27FC236}">
                <a16:creationId xmlns:a16="http://schemas.microsoft.com/office/drawing/2014/main" id="{DEE87F22-1E47-4336-9EFA-204B7A829AFD}"/>
              </a:ext>
            </a:extLst>
          </p:cNvPr>
          <p:cNvSpPr>
            <a:spLocks noGrp="1"/>
          </p:cNvSpPr>
          <p:nvPr>
            <p:ph type="sldNum" sz="quarter" idx="12"/>
          </p:nvPr>
        </p:nvSpPr>
        <p:spPr/>
        <p:txBody>
          <a:bodyPr/>
          <a:lstStyle/>
          <a:p>
            <a:fld id="{B646E9EF-1019-4E36-B7A1-F154D482C8B7}" type="slidenum">
              <a:rPr lang="en-US" smtClean="0"/>
              <a:t>31</a:t>
            </a:fld>
            <a:endParaRPr lang="en-US"/>
          </a:p>
        </p:txBody>
      </p:sp>
      <p:graphicFrame>
        <p:nvGraphicFramePr>
          <p:cNvPr id="4" name="Diagram 3">
            <a:extLst>
              <a:ext uri="{FF2B5EF4-FFF2-40B4-BE49-F238E27FC236}">
                <a16:creationId xmlns:a16="http://schemas.microsoft.com/office/drawing/2014/main" id="{3859C016-72F1-4A1F-AE99-D6FB61013869}"/>
              </a:ext>
            </a:extLst>
          </p:cNvPr>
          <p:cNvGraphicFramePr/>
          <p:nvPr>
            <p:extLst>
              <p:ext uri="{D42A27DB-BD31-4B8C-83A1-F6EECF244321}">
                <p14:modId xmlns:p14="http://schemas.microsoft.com/office/powerpoint/2010/main" val="188293589"/>
              </p:ext>
            </p:extLst>
          </p:nvPr>
        </p:nvGraphicFramePr>
        <p:xfrm>
          <a:off x="838199" y="136525"/>
          <a:ext cx="10969487" cy="10293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Content Placeholder 3">
            <a:extLst>
              <a:ext uri="{FF2B5EF4-FFF2-40B4-BE49-F238E27FC236}">
                <a16:creationId xmlns:a16="http://schemas.microsoft.com/office/drawing/2014/main" id="{BDD7D8CA-35C0-49D3-8B96-ACF80746B01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51561" y="2651760"/>
            <a:ext cx="10302240" cy="3981052"/>
          </a:xfrm>
          <a:prstGeom prst="rect">
            <a:avLst/>
          </a:prstGeom>
        </p:spPr>
      </p:pic>
    </p:spTree>
    <p:extLst>
      <p:ext uri="{BB962C8B-B14F-4D97-AF65-F5344CB8AC3E}">
        <p14:creationId xmlns:p14="http://schemas.microsoft.com/office/powerpoint/2010/main" val="40755861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A38F9FA9-823F-4DBE-8751-61F26B8F4584}"/>
              </a:ext>
            </a:extLst>
          </p:cNvPr>
          <p:cNvGraphicFramePr/>
          <p:nvPr>
            <p:extLst>
              <p:ext uri="{D42A27DB-BD31-4B8C-83A1-F6EECF244321}">
                <p14:modId xmlns:p14="http://schemas.microsoft.com/office/powerpoint/2010/main" val="4280833447"/>
              </p:ext>
            </p:extLst>
          </p:nvPr>
        </p:nvGraphicFramePr>
        <p:xfrm>
          <a:off x="838200" y="225189"/>
          <a:ext cx="10515600" cy="10549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Slide Number Placeholder 7">
            <a:extLst>
              <a:ext uri="{FF2B5EF4-FFF2-40B4-BE49-F238E27FC236}">
                <a16:creationId xmlns:a16="http://schemas.microsoft.com/office/drawing/2014/main" id="{66A640AD-1451-4F59-A2D5-223F7277A81F}"/>
              </a:ext>
            </a:extLst>
          </p:cNvPr>
          <p:cNvSpPr>
            <a:spLocks noGrp="1"/>
          </p:cNvSpPr>
          <p:nvPr>
            <p:ph type="sldNum" sz="quarter" idx="12"/>
          </p:nvPr>
        </p:nvSpPr>
        <p:spPr/>
        <p:txBody>
          <a:bodyPr/>
          <a:lstStyle/>
          <a:p>
            <a:fld id="{B646E9EF-1019-4E36-B7A1-F154D482C8B7}" type="slidenum">
              <a:rPr lang="en-US" smtClean="0"/>
              <a:t>32</a:t>
            </a:fld>
            <a:endParaRPr lang="en-US"/>
          </a:p>
        </p:txBody>
      </p:sp>
      <p:sp>
        <p:nvSpPr>
          <p:cNvPr id="5" name="Content Placeholder 4">
            <a:extLst>
              <a:ext uri="{FF2B5EF4-FFF2-40B4-BE49-F238E27FC236}">
                <a16:creationId xmlns:a16="http://schemas.microsoft.com/office/drawing/2014/main" id="{073E17F7-E460-4A3A-9C8B-7C90641EF7F7}"/>
              </a:ext>
            </a:extLst>
          </p:cNvPr>
          <p:cNvSpPr>
            <a:spLocks noGrp="1"/>
          </p:cNvSpPr>
          <p:nvPr>
            <p:ph idx="1"/>
          </p:nvPr>
        </p:nvSpPr>
        <p:spPr>
          <a:xfrm>
            <a:off x="838200" y="1508760"/>
            <a:ext cx="10515600" cy="4668203"/>
          </a:xfrm>
        </p:spPr>
        <p:txBody>
          <a:bodyPr>
            <a:normAutofit fontScale="85000" lnSpcReduction="20000"/>
          </a:bodyPr>
          <a:lstStyle/>
          <a:p>
            <a:r>
              <a:rPr lang="en-US" sz="2800" dirty="0"/>
              <a:t>The keys on the keyboard can be divided into several groups based on function:</a:t>
            </a:r>
          </a:p>
          <a:p>
            <a:r>
              <a:rPr lang="en-US" sz="2800" b="1" dirty="0"/>
              <a:t>Typing (alphanumeric) keys</a:t>
            </a:r>
            <a:r>
              <a:rPr lang="en-US" sz="2800" dirty="0"/>
              <a:t>. These keys include the same letter, number, punctuation, and symbol keys found on a traditional typewriter.</a:t>
            </a:r>
          </a:p>
          <a:p>
            <a:r>
              <a:rPr lang="en-US" sz="2800" b="1" dirty="0"/>
              <a:t>Control keys </a:t>
            </a:r>
            <a:r>
              <a:rPr lang="en-US" sz="2800" dirty="0"/>
              <a:t>- These keys are used alone or in combination with other keys to perform certain actions. The most frequently used control keys are Ctrl, Alt, the Windows logo key and Esc.</a:t>
            </a:r>
          </a:p>
          <a:p>
            <a:r>
              <a:rPr lang="en-US" sz="2800" b="1" dirty="0"/>
              <a:t>Function keys</a:t>
            </a:r>
            <a:r>
              <a:rPr lang="en-US" sz="2800" dirty="0"/>
              <a:t>. The function keys are used to perform specific tasks. They are labeled as F1, F2, F3 and so on, up to F12. The functionality of these keys differs from program to program.</a:t>
            </a:r>
          </a:p>
          <a:p>
            <a:r>
              <a:rPr lang="en-US" sz="2800" b="1" dirty="0"/>
              <a:t>Navigation keys </a:t>
            </a:r>
            <a:r>
              <a:rPr lang="en-US" sz="2800" dirty="0"/>
              <a:t>- These keys are used for moving around in documents or webpages and editing text. They include the arrow keys, Home, End, Page Up, Page Down, Delete, and Insert.</a:t>
            </a:r>
          </a:p>
          <a:p>
            <a:r>
              <a:rPr lang="en-US" sz="2800" b="1" dirty="0"/>
              <a:t>Numeric keypad </a:t>
            </a:r>
            <a:r>
              <a:rPr lang="en-US" sz="2800" dirty="0"/>
              <a:t>- The numeric keypad is handy for entering numbers quickly. The keys are grouped together in a block like a conventional calculator or adding machine.</a:t>
            </a:r>
          </a:p>
        </p:txBody>
      </p:sp>
    </p:spTree>
    <p:extLst>
      <p:ext uri="{BB962C8B-B14F-4D97-AF65-F5344CB8AC3E}">
        <p14:creationId xmlns:p14="http://schemas.microsoft.com/office/powerpoint/2010/main" val="4842741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A38F9FA9-823F-4DBE-8751-61F26B8F4584}"/>
              </a:ext>
            </a:extLst>
          </p:cNvPr>
          <p:cNvGraphicFramePr/>
          <p:nvPr/>
        </p:nvGraphicFramePr>
        <p:xfrm>
          <a:off x="838200" y="225189"/>
          <a:ext cx="10515600" cy="10549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Slide Number Placeholder 7">
            <a:extLst>
              <a:ext uri="{FF2B5EF4-FFF2-40B4-BE49-F238E27FC236}">
                <a16:creationId xmlns:a16="http://schemas.microsoft.com/office/drawing/2014/main" id="{66A640AD-1451-4F59-A2D5-223F7277A81F}"/>
              </a:ext>
            </a:extLst>
          </p:cNvPr>
          <p:cNvSpPr>
            <a:spLocks noGrp="1"/>
          </p:cNvSpPr>
          <p:nvPr>
            <p:ph type="sldNum" sz="quarter" idx="12"/>
          </p:nvPr>
        </p:nvSpPr>
        <p:spPr/>
        <p:txBody>
          <a:bodyPr/>
          <a:lstStyle/>
          <a:p>
            <a:fld id="{B646E9EF-1019-4E36-B7A1-F154D482C8B7}" type="slidenum">
              <a:rPr lang="en-US" smtClean="0"/>
              <a:t>33</a:t>
            </a:fld>
            <a:endParaRPr lang="en-US"/>
          </a:p>
        </p:txBody>
      </p:sp>
      <p:sp>
        <p:nvSpPr>
          <p:cNvPr id="5" name="Content Placeholder 4">
            <a:extLst>
              <a:ext uri="{FF2B5EF4-FFF2-40B4-BE49-F238E27FC236}">
                <a16:creationId xmlns:a16="http://schemas.microsoft.com/office/drawing/2014/main" id="{073E17F7-E460-4A3A-9C8B-7C90641EF7F7}"/>
              </a:ext>
            </a:extLst>
          </p:cNvPr>
          <p:cNvSpPr>
            <a:spLocks noGrp="1"/>
          </p:cNvSpPr>
          <p:nvPr>
            <p:ph idx="1"/>
          </p:nvPr>
        </p:nvSpPr>
        <p:spPr>
          <a:xfrm>
            <a:off x="838200" y="1508760"/>
            <a:ext cx="10515600" cy="4668203"/>
          </a:xfrm>
        </p:spPr>
        <p:txBody>
          <a:bodyPr>
            <a:normAutofit/>
          </a:bodyPr>
          <a:lstStyle/>
          <a:p>
            <a:r>
              <a:rPr lang="en-US" sz="2800" dirty="0"/>
              <a:t>The following illustration shows how these keys are arranged on a typical keyboard. Some keyboard layout might be different.</a:t>
            </a:r>
          </a:p>
          <a:p>
            <a:endParaRPr lang="en-US" sz="2800" dirty="0"/>
          </a:p>
        </p:txBody>
      </p:sp>
      <p:pic>
        <p:nvPicPr>
          <p:cNvPr id="6" name="Picture 2">
            <a:extLst>
              <a:ext uri="{FF2B5EF4-FFF2-40B4-BE49-F238E27FC236}">
                <a16:creationId xmlns:a16="http://schemas.microsoft.com/office/drawing/2014/main" id="{07BEDC4D-252F-4EFB-9EA3-AE5DFDC7E72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34440" y="2651760"/>
            <a:ext cx="8549640" cy="37045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884588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66A640AD-1451-4F59-A2D5-223F7277A81F}"/>
              </a:ext>
            </a:extLst>
          </p:cNvPr>
          <p:cNvSpPr>
            <a:spLocks noGrp="1"/>
          </p:cNvSpPr>
          <p:nvPr>
            <p:ph type="sldNum" sz="quarter" idx="12"/>
          </p:nvPr>
        </p:nvSpPr>
        <p:spPr/>
        <p:txBody>
          <a:bodyPr/>
          <a:lstStyle/>
          <a:p>
            <a:fld id="{B646E9EF-1019-4E36-B7A1-F154D482C8B7}" type="slidenum">
              <a:rPr lang="en-US" smtClean="0"/>
              <a:t>34</a:t>
            </a:fld>
            <a:endParaRPr lang="en-US"/>
          </a:p>
        </p:txBody>
      </p:sp>
      <p:graphicFrame>
        <p:nvGraphicFramePr>
          <p:cNvPr id="11" name="Table 10">
            <a:extLst>
              <a:ext uri="{FF2B5EF4-FFF2-40B4-BE49-F238E27FC236}">
                <a16:creationId xmlns:a16="http://schemas.microsoft.com/office/drawing/2014/main" id="{D1FF9811-FCB0-4FA4-9ADB-D3BA7FE5A412}"/>
              </a:ext>
            </a:extLst>
          </p:cNvPr>
          <p:cNvGraphicFramePr>
            <a:graphicFrameLocks noGrp="1"/>
          </p:cNvGraphicFramePr>
          <p:nvPr>
            <p:extLst>
              <p:ext uri="{D42A27DB-BD31-4B8C-83A1-F6EECF244321}">
                <p14:modId xmlns:p14="http://schemas.microsoft.com/office/powerpoint/2010/main" val="4060809249"/>
              </p:ext>
            </p:extLst>
          </p:nvPr>
        </p:nvGraphicFramePr>
        <p:xfrm>
          <a:off x="1219200" y="480060"/>
          <a:ext cx="9890760" cy="5920740"/>
        </p:xfrm>
        <a:graphic>
          <a:graphicData uri="http://schemas.openxmlformats.org/drawingml/2006/table">
            <a:tbl>
              <a:tblPr/>
              <a:tblGrid>
                <a:gridCol w="4945380">
                  <a:extLst>
                    <a:ext uri="{9D8B030D-6E8A-4147-A177-3AD203B41FA5}">
                      <a16:colId xmlns:a16="http://schemas.microsoft.com/office/drawing/2014/main" val="20000"/>
                    </a:ext>
                  </a:extLst>
                </a:gridCol>
                <a:gridCol w="4945380">
                  <a:extLst>
                    <a:ext uri="{9D8B030D-6E8A-4147-A177-3AD203B41FA5}">
                      <a16:colId xmlns:a16="http://schemas.microsoft.com/office/drawing/2014/main" val="20001"/>
                    </a:ext>
                  </a:extLst>
                </a:gridCol>
              </a:tblGrid>
              <a:tr h="320541">
                <a:tc>
                  <a:txBody>
                    <a:bodyPr/>
                    <a:lstStyle/>
                    <a:p>
                      <a:r>
                        <a:rPr lang="en-US" sz="1200" dirty="0"/>
                        <a:t>Press this</a:t>
                      </a:r>
                    </a:p>
                  </a:txBody>
                  <a:tcPr marL="58544" marR="58544" marT="29272" marB="29272" anchor="ctr">
                    <a:lnL>
                      <a:noFill/>
                    </a:lnL>
                    <a:lnR>
                      <a:noFill/>
                    </a:lnR>
                    <a:lnT>
                      <a:noFill/>
                    </a:lnT>
                    <a:lnB>
                      <a:noFill/>
                    </a:lnB>
                  </a:tcPr>
                </a:tc>
                <a:tc>
                  <a:txBody>
                    <a:bodyPr/>
                    <a:lstStyle/>
                    <a:p>
                      <a:r>
                        <a:rPr lang="en-US" sz="1200"/>
                        <a:t>To do this</a:t>
                      </a:r>
                    </a:p>
                  </a:txBody>
                  <a:tcPr marL="58544" marR="58544" marT="29272" marB="29272" anchor="ctr">
                    <a:lnL>
                      <a:noFill/>
                    </a:lnL>
                    <a:lnR>
                      <a:noFill/>
                    </a:lnR>
                    <a:lnT>
                      <a:noFill/>
                    </a:lnT>
                    <a:lnB>
                      <a:noFill/>
                    </a:lnB>
                  </a:tcPr>
                </a:tc>
                <a:extLst>
                  <a:ext uri="{0D108BD9-81ED-4DB2-BD59-A6C34878D82A}">
                    <a16:rowId xmlns:a16="http://schemas.microsoft.com/office/drawing/2014/main" val="10000"/>
                  </a:ext>
                </a:extLst>
              </a:tr>
              <a:tr h="889668">
                <a:tc>
                  <a:txBody>
                    <a:bodyPr/>
                    <a:lstStyle/>
                    <a:p>
                      <a:r>
                        <a:rPr lang="en-US" sz="1200" dirty="0"/>
                        <a:t>Left Arrow, Right Arrow, Up Arrow, or Down Arrow</a:t>
                      </a:r>
                    </a:p>
                  </a:txBody>
                  <a:tcPr marL="58544" marR="58544" marT="29272" marB="29272" anchor="ctr">
                    <a:lnL>
                      <a:noFill/>
                    </a:lnL>
                    <a:lnR>
                      <a:noFill/>
                    </a:lnR>
                    <a:lnT>
                      <a:noFill/>
                    </a:lnT>
                    <a:lnB>
                      <a:noFill/>
                    </a:lnB>
                  </a:tcPr>
                </a:tc>
                <a:tc>
                  <a:txBody>
                    <a:bodyPr/>
                    <a:lstStyle/>
                    <a:p>
                      <a:r>
                        <a:rPr lang="en-US" sz="1200"/>
                        <a:t>Move the cursor or selection one space or line in the direction of the arrow, or scroll a webpage in the direction of the arrow</a:t>
                      </a:r>
                    </a:p>
                  </a:txBody>
                  <a:tcPr marL="58544" marR="58544" marT="29272" marB="29272" anchor="ctr">
                    <a:lnL>
                      <a:noFill/>
                    </a:lnL>
                    <a:lnR>
                      <a:noFill/>
                    </a:lnR>
                    <a:lnT>
                      <a:noFill/>
                    </a:lnT>
                    <a:lnB>
                      <a:noFill/>
                    </a:lnB>
                  </a:tcPr>
                </a:tc>
                <a:extLst>
                  <a:ext uri="{0D108BD9-81ED-4DB2-BD59-A6C34878D82A}">
                    <a16:rowId xmlns:a16="http://schemas.microsoft.com/office/drawing/2014/main" val="10001"/>
                  </a:ext>
                </a:extLst>
              </a:tr>
              <a:tr h="563352">
                <a:tc>
                  <a:txBody>
                    <a:bodyPr/>
                    <a:lstStyle/>
                    <a:p>
                      <a:r>
                        <a:rPr lang="en-US" sz="1200"/>
                        <a:t>Home</a:t>
                      </a:r>
                    </a:p>
                  </a:txBody>
                  <a:tcPr marL="58544" marR="58544" marT="29272" marB="29272" anchor="ctr">
                    <a:lnL>
                      <a:noFill/>
                    </a:lnL>
                    <a:lnR>
                      <a:noFill/>
                    </a:lnR>
                    <a:lnT>
                      <a:noFill/>
                    </a:lnT>
                    <a:lnB>
                      <a:noFill/>
                    </a:lnB>
                  </a:tcPr>
                </a:tc>
                <a:tc>
                  <a:txBody>
                    <a:bodyPr/>
                    <a:lstStyle/>
                    <a:p>
                      <a:r>
                        <a:rPr lang="en-US" sz="1200"/>
                        <a:t>Move the cursor to the beginning of a line or move to the top of a webpage</a:t>
                      </a:r>
                    </a:p>
                  </a:txBody>
                  <a:tcPr marL="58544" marR="58544" marT="29272" marB="29272" anchor="ctr">
                    <a:lnL>
                      <a:noFill/>
                    </a:lnL>
                    <a:lnR>
                      <a:noFill/>
                    </a:lnR>
                    <a:lnT>
                      <a:noFill/>
                    </a:lnT>
                    <a:lnB>
                      <a:noFill/>
                    </a:lnB>
                  </a:tcPr>
                </a:tc>
                <a:extLst>
                  <a:ext uri="{0D108BD9-81ED-4DB2-BD59-A6C34878D82A}">
                    <a16:rowId xmlns:a16="http://schemas.microsoft.com/office/drawing/2014/main" val="10002"/>
                  </a:ext>
                </a:extLst>
              </a:tr>
              <a:tr h="563352">
                <a:tc>
                  <a:txBody>
                    <a:bodyPr/>
                    <a:lstStyle/>
                    <a:p>
                      <a:r>
                        <a:rPr lang="en-US" sz="1200" dirty="0"/>
                        <a:t>End</a:t>
                      </a:r>
                    </a:p>
                  </a:txBody>
                  <a:tcPr marL="58544" marR="58544" marT="29272" marB="29272" anchor="ctr">
                    <a:lnL>
                      <a:noFill/>
                    </a:lnL>
                    <a:lnR>
                      <a:noFill/>
                    </a:lnR>
                    <a:lnT>
                      <a:noFill/>
                    </a:lnT>
                    <a:lnB>
                      <a:noFill/>
                    </a:lnB>
                  </a:tcPr>
                </a:tc>
                <a:tc>
                  <a:txBody>
                    <a:bodyPr/>
                    <a:lstStyle/>
                    <a:p>
                      <a:r>
                        <a:rPr lang="en-US" sz="1200"/>
                        <a:t>Move the cursor to the end of a line or move to the bottom of a webpage</a:t>
                      </a:r>
                    </a:p>
                  </a:txBody>
                  <a:tcPr marL="58544" marR="58544" marT="29272" marB="29272" anchor="ctr">
                    <a:lnL>
                      <a:noFill/>
                    </a:lnL>
                    <a:lnR>
                      <a:noFill/>
                    </a:lnR>
                    <a:lnT>
                      <a:noFill/>
                    </a:lnT>
                    <a:lnB>
                      <a:noFill/>
                    </a:lnB>
                  </a:tcPr>
                </a:tc>
                <a:extLst>
                  <a:ext uri="{0D108BD9-81ED-4DB2-BD59-A6C34878D82A}">
                    <a16:rowId xmlns:a16="http://schemas.microsoft.com/office/drawing/2014/main" val="10003"/>
                  </a:ext>
                </a:extLst>
              </a:tr>
              <a:tr h="320541">
                <a:tc>
                  <a:txBody>
                    <a:bodyPr/>
                    <a:lstStyle/>
                    <a:p>
                      <a:r>
                        <a:rPr lang="en-US" sz="1200"/>
                        <a:t>Ctrl+Home</a:t>
                      </a:r>
                    </a:p>
                  </a:txBody>
                  <a:tcPr marL="58544" marR="58544" marT="29272" marB="29272" anchor="ctr">
                    <a:lnL>
                      <a:noFill/>
                    </a:lnL>
                    <a:lnR>
                      <a:noFill/>
                    </a:lnR>
                    <a:lnT>
                      <a:noFill/>
                    </a:lnT>
                    <a:lnB>
                      <a:noFill/>
                    </a:lnB>
                  </a:tcPr>
                </a:tc>
                <a:tc>
                  <a:txBody>
                    <a:bodyPr/>
                    <a:lstStyle/>
                    <a:p>
                      <a:r>
                        <a:rPr lang="en-US" sz="1200"/>
                        <a:t>Move to the top of a document</a:t>
                      </a:r>
                    </a:p>
                  </a:txBody>
                  <a:tcPr marL="58544" marR="58544" marT="29272" marB="29272" anchor="ctr">
                    <a:lnL>
                      <a:noFill/>
                    </a:lnL>
                    <a:lnR>
                      <a:noFill/>
                    </a:lnR>
                    <a:lnT>
                      <a:noFill/>
                    </a:lnT>
                    <a:lnB>
                      <a:noFill/>
                    </a:lnB>
                  </a:tcPr>
                </a:tc>
                <a:extLst>
                  <a:ext uri="{0D108BD9-81ED-4DB2-BD59-A6C34878D82A}">
                    <a16:rowId xmlns:a16="http://schemas.microsoft.com/office/drawing/2014/main" val="10004"/>
                  </a:ext>
                </a:extLst>
              </a:tr>
              <a:tr h="320541">
                <a:tc>
                  <a:txBody>
                    <a:bodyPr/>
                    <a:lstStyle/>
                    <a:p>
                      <a:r>
                        <a:rPr lang="en-US" sz="1200"/>
                        <a:t>Ctrl+End</a:t>
                      </a:r>
                    </a:p>
                  </a:txBody>
                  <a:tcPr marL="58544" marR="58544" marT="29272" marB="29272" anchor="ctr">
                    <a:lnL>
                      <a:noFill/>
                    </a:lnL>
                    <a:lnR>
                      <a:noFill/>
                    </a:lnR>
                    <a:lnT>
                      <a:noFill/>
                    </a:lnT>
                    <a:lnB>
                      <a:noFill/>
                    </a:lnB>
                  </a:tcPr>
                </a:tc>
                <a:tc>
                  <a:txBody>
                    <a:bodyPr/>
                    <a:lstStyle/>
                    <a:p>
                      <a:r>
                        <a:rPr lang="en-US" sz="1200"/>
                        <a:t>Move to the bottom of a document</a:t>
                      </a:r>
                    </a:p>
                  </a:txBody>
                  <a:tcPr marL="58544" marR="58544" marT="29272" marB="29272" anchor="ctr">
                    <a:lnL>
                      <a:noFill/>
                    </a:lnL>
                    <a:lnR>
                      <a:noFill/>
                    </a:lnR>
                    <a:lnT>
                      <a:noFill/>
                    </a:lnT>
                    <a:lnB>
                      <a:noFill/>
                    </a:lnB>
                  </a:tcPr>
                </a:tc>
                <a:extLst>
                  <a:ext uri="{0D108BD9-81ED-4DB2-BD59-A6C34878D82A}">
                    <a16:rowId xmlns:a16="http://schemas.microsoft.com/office/drawing/2014/main" val="10005"/>
                  </a:ext>
                </a:extLst>
              </a:tr>
              <a:tr h="479051">
                <a:tc>
                  <a:txBody>
                    <a:bodyPr/>
                    <a:lstStyle/>
                    <a:p>
                      <a:r>
                        <a:rPr lang="en-US" sz="1200"/>
                        <a:t>Page Up</a:t>
                      </a:r>
                    </a:p>
                  </a:txBody>
                  <a:tcPr marL="58544" marR="58544" marT="29272" marB="29272" anchor="ctr">
                    <a:lnL>
                      <a:noFill/>
                    </a:lnL>
                    <a:lnR>
                      <a:noFill/>
                    </a:lnR>
                    <a:lnT>
                      <a:noFill/>
                    </a:lnT>
                    <a:lnB>
                      <a:noFill/>
                    </a:lnB>
                  </a:tcPr>
                </a:tc>
                <a:tc>
                  <a:txBody>
                    <a:bodyPr/>
                    <a:lstStyle/>
                    <a:p>
                      <a:r>
                        <a:rPr lang="en-US" sz="1200"/>
                        <a:t>Move the cursor or page up one screen</a:t>
                      </a:r>
                    </a:p>
                  </a:txBody>
                  <a:tcPr marL="58544" marR="58544" marT="29272" marB="29272" anchor="ctr">
                    <a:lnL>
                      <a:noFill/>
                    </a:lnL>
                    <a:lnR>
                      <a:noFill/>
                    </a:lnR>
                    <a:lnT>
                      <a:noFill/>
                    </a:lnT>
                    <a:lnB>
                      <a:noFill/>
                    </a:lnB>
                  </a:tcPr>
                </a:tc>
                <a:extLst>
                  <a:ext uri="{0D108BD9-81ED-4DB2-BD59-A6C34878D82A}">
                    <a16:rowId xmlns:a16="http://schemas.microsoft.com/office/drawing/2014/main" val="10006"/>
                  </a:ext>
                </a:extLst>
              </a:tr>
              <a:tr h="479051">
                <a:tc>
                  <a:txBody>
                    <a:bodyPr/>
                    <a:lstStyle/>
                    <a:p>
                      <a:r>
                        <a:rPr lang="en-US" sz="1200"/>
                        <a:t>Page Down</a:t>
                      </a:r>
                    </a:p>
                  </a:txBody>
                  <a:tcPr marL="58544" marR="58544" marT="29272" marB="29272" anchor="ctr">
                    <a:lnL>
                      <a:noFill/>
                    </a:lnL>
                    <a:lnR>
                      <a:noFill/>
                    </a:lnR>
                    <a:lnT>
                      <a:noFill/>
                    </a:lnT>
                    <a:lnB>
                      <a:noFill/>
                    </a:lnB>
                  </a:tcPr>
                </a:tc>
                <a:tc>
                  <a:txBody>
                    <a:bodyPr/>
                    <a:lstStyle/>
                    <a:p>
                      <a:r>
                        <a:rPr lang="en-US" sz="1200"/>
                        <a:t>Move the cursor or page down one screen</a:t>
                      </a:r>
                    </a:p>
                  </a:txBody>
                  <a:tcPr marL="58544" marR="58544" marT="29272" marB="29272" anchor="ctr">
                    <a:lnL>
                      <a:noFill/>
                    </a:lnL>
                    <a:lnR>
                      <a:noFill/>
                    </a:lnR>
                    <a:lnT>
                      <a:noFill/>
                    </a:lnT>
                    <a:lnB>
                      <a:noFill/>
                    </a:lnB>
                  </a:tcPr>
                </a:tc>
                <a:extLst>
                  <a:ext uri="{0D108BD9-81ED-4DB2-BD59-A6C34878D82A}">
                    <a16:rowId xmlns:a16="http://schemas.microsoft.com/office/drawing/2014/main" val="10007"/>
                  </a:ext>
                </a:extLst>
              </a:tr>
              <a:tr h="889668">
                <a:tc>
                  <a:txBody>
                    <a:bodyPr/>
                    <a:lstStyle/>
                    <a:p>
                      <a:r>
                        <a:rPr lang="en-US" sz="1200"/>
                        <a:t>Delete</a:t>
                      </a:r>
                    </a:p>
                  </a:txBody>
                  <a:tcPr marL="58544" marR="58544" marT="29272" marB="29272" anchor="ctr">
                    <a:lnL>
                      <a:noFill/>
                    </a:lnL>
                    <a:lnR>
                      <a:noFill/>
                    </a:lnR>
                    <a:lnT>
                      <a:noFill/>
                    </a:lnT>
                    <a:lnB>
                      <a:noFill/>
                    </a:lnB>
                  </a:tcPr>
                </a:tc>
                <a:tc>
                  <a:txBody>
                    <a:bodyPr/>
                    <a:lstStyle/>
                    <a:p>
                      <a:r>
                        <a:rPr lang="en-US" sz="1200"/>
                        <a:t>Delete the character after the cursor, or the selected text; in Windows, delete the selected item and move it to the Recycle Bin</a:t>
                      </a:r>
                    </a:p>
                  </a:txBody>
                  <a:tcPr marL="58544" marR="58544" marT="29272" marB="29272" anchor="ctr">
                    <a:lnL>
                      <a:noFill/>
                    </a:lnL>
                    <a:lnR>
                      <a:noFill/>
                    </a:lnR>
                    <a:lnT>
                      <a:noFill/>
                    </a:lnT>
                    <a:lnB>
                      <a:noFill/>
                    </a:lnB>
                  </a:tcPr>
                </a:tc>
                <a:extLst>
                  <a:ext uri="{0D108BD9-81ED-4DB2-BD59-A6C34878D82A}">
                    <a16:rowId xmlns:a16="http://schemas.microsoft.com/office/drawing/2014/main" val="10008"/>
                  </a:ext>
                </a:extLst>
              </a:tr>
              <a:tr h="1094975">
                <a:tc>
                  <a:txBody>
                    <a:bodyPr/>
                    <a:lstStyle/>
                    <a:p>
                      <a:r>
                        <a:rPr lang="en-US" sz="1200"/>
                        <a:t>Insert</a:t>
                      </a:r>
                    </a:p>
                  </a:txBody>
                  <a:tcPr marL="58544" marR="58544" marT="29272" marB="29272" anchor="ctr">
                    <a:lnL>
                      <a:noFill/>
                    </a:lnL>
                    <a:lnR>
                      <a:noFill/>
                    </a:lnR>
                    <a:lnT>
                      <a:noFill/>
                    </a:lnT>
                    <a:lnB>
                      <a:noFill/>
                    </a:lnB>
                  </a:tcPr>
                </a:tc>
                <a:tc>
                  <a:txBody>
                    <a:bodyPr/>
                    <a:lstStyle/>
                    <a:p>
                      <a:r>
                        <a:rPr lang="en-US" sz="1200" dirty="0"/>
                        <a:t>Turn Insert mode off or on. When Insert mode is on, text that you type is inserted at the cursor. When Insert mode is off, text that you type replaces existing characters.</a:t>
                      </a:r>
                    </a:p>
                  </a:txBody>
                  <a:tcPr marL="58544" marR="58544" marT="29272" marB="29272" anchor="ctr">
                    <a:lnL>
                      <a:noFill/>
                    </a:lnL>
                    <a:lnR>
                      <a:noFill/>
                    </a:lnR>
                    <a:lnT>
                      <a:noFill/>
                    </a:lnT>
                    <a:lnB>
                      <a:noFill/>
                    </a:lnB>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476729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66A640AD-1451-4F59-A2D5-223F7277A81F}"/>
              </a:ext>
            </a:extLst>
          </p:cNvPr>
          <p:cNvSpPr>
            <a:spLocks noGrp="1"/>
          </p:cNvSpPr>
          <p:nvPr>
            <p:ph type="sldNum" sz="quarter" idx="12"/>
          </p:nvPr>
        </p:nvSpPr>
        <p:spPr/>
        <p:txBody>
          <a:bodyPr/>
          <a:lstStyle/>
          <a:p>
            <a:fld id="{B646E9EF-1019-4E36-B7A1-F154D482C8B7}" type="slidenum">
              <a:rPr lang="en-US" smtClean="0"/>
              <a:t>35</a:t>
            </a:fld>
            <a:endParaRPr lang="en-US"/>
          </a:p>
        </p:txBody>
      </p:sp>
      <p:graphicFrame>
        <p:nvGraphicFramePr>
          <p:cNvPr id="9" name="Content Placeholder 3">
            <a:extLst>
              <a:ext uri="{FF2B5EF4-FFF2-40B4-BE49-F238E27FC236}">
                <a16:creationId xmlns:a16="http://schemas.microsoft.com/office/drawing/2014/main" id="{B9EC79D3-F5CC-4FE5-9110-295D32BFDEF4}"/>
              </a:ext>
            </a:extLst>
          </p:cNvPr>
          <p:cNvGraphicFramePr>
            <a:graphicFrameLocks noGrp="1"/>
          </p:cNvGraphicFramePr>
          <p:nvPr>
            <p:ph idx="1"/>
          </p:nvPr>
        </p:nvGraphicFramePr>
        <p:xfrm>
          <a:off x="1143000" y="502920"/>
          <a:ext cx="10210800" cy="5853429"/>
        </p:xfrm>
        <a:graphic>
          <a:graphicData uri="http://schemas.openxmlformats.org/drawingml/2006/table">
            <a:tbl>
              <a:tblPr/>
              <a:tblGrid>
                <a:gridCol w="1301376">
                  <a:extLst>
                    <a:ext uri="{9D8B030D-6E8A-4147-A177-3AD203B41FA5}">
                      <a16:colId xmlns:a16="http://schemas.microsoft.com/office/drawing/2014/main" val="20000"/>
                    </a:ext>
                  </a:extLst>
                </a:gridCol>
                <a:gridCol w="8909424">
                  <a:extLst>
                    <a:ext uri="{9D8B030D-6E8A-4147-A177-3AD203B41FA5}">
                      <a16:colId xmlns:a16="http://schemas.microsoft.com/office/drawing/2014/main" val="20001"/>
                    </a:ext>
                  </a:extLst>
                </a:gridCol>
              </a:tblGrid>
              <a:tr h="392649">
                <a:tc>
                  <a:txBody>
                    <a:bodyPr/>
                    <a:lstStyle/>
                    <a:p>
                      <a:r>
                        <a:rPr lang="en-US" sz="1500" dirty="0"/>
                        <a:t>Key name</a:t>
                      </a:r>
                    </a:p>
                  </a:txBody>
                  <a:tcPr marL="74271" marR="74271" marT="37135" marB="37135" anchor="ctr">
                    <a:lnL>
                      <a:noFill/>
                    </a:lnL>
                    <a:lnR>
                      <a:noFill/>
                    </a:lnR>
                    <a:lnT>
                      <a:noFill/>
                    </a:lnT>
                    <a:lnB>
                      <a:noFill/>
                    </a:lnB>
                  </a:tcPr>
                </a:tc>
                <a:tc>
                  <a:txBody>
                    <a:bodyPr/>
                    <a:lstStyle/>
                    <a:p>
                      <a:r>
                        <a:rPr lang="en-US" sz="1500"/>
                        <a:t>How to use it</a:t>
                      </a:r>
                    </a:p>
                  </a:txBody>
                  <a:tcPr marL="74271" marR="74271" marT="37135" marB="37135" anchor="ctr">
                    <a:lnL>
                      <a:noFill/>
                    </a:lnL>
                    <a:lnR>
                      <a:noFill/>
                    </a:lnR>
                    <a:lnT>
                      <a:noFill/>
                    </a:lnT>
                    <a:lnB>
                      <a:noFill/>
                    </a:lnB>
                  </a:tcPr>
                </a:tc>
                <a:extLst>
                  <a:ext uri="{0D108BD9-81ED-4DB2-BD59-A6C34878D82A}">
                    <a16:rowId xmlns:a16="http://schemas.microsoft.com/office/drawing/2014/main" val="10000"/>
                  </a:ext>
                </a:extLst>
              </a:tr>
              <a:tr h="1162550">
                <a:tc>
                  <a:txBody>
                    <a:bodyPr/>
                    <a:lstStyle/>
                    <a:p>
                      <a:r>
                        <a:rPr lang="en-US" sz="1500"/>
                        <a:t>Shift</a:t>
                      </a:r>
                    </a:p>
                  </a:txBody>
                  <a:tcPr marL="74271" marR="74271" marT="37135" marB="37135" anchor="ctr">
                    <a:lnL>
                      <a:noFill/>
                    </a:lnL>
                    <a:lnR>
                      <a:noFill/>
                    </a:lnR>
                    <a:lnT>
                      <a:noFill/>
                    </a:lnT>
                    <a:lnB>
                      <a:noFill/>
                    </a:lnB>
                  </a:tcPr>
                </a:tc>
                <a:tc>
                  <a:txBody>
                    <a:bodyPr/>
                    <a:lstStyle/>
                    <a:p>
                      <a:r>
                        <a:rPr lang="en-US" sz="1500" dirty="0"/>
                        <a:t>Press Shift in combination with a letter to type an uppercase letter. Press Shift in combination with another key to type the symbol shown on the upper part of that key.</a:t>
                      </a:r>
                    </a:p>
                  </a:txBody>
                  <a:tcPr marL="74271" marR="74271" marT="37135" marB="37135" anchor="ctr">
                    <a:lnL>
                      <a:noFill/>
                    </a:lnL>
                    <a:lnR>
                      <a:noFill/>
                    </a:lnR>
                    <a:lnT>
                      <a:noFill/>
                    </a:lnT>
                    <a:lnB>
                      <a:noFill/>
                    </a:lnB>
                  </a:tcPr>
                </a:tc>
                <a:extLst>
                  <a:ext uri="{0D108BD9-81ED-4DB2-BD59-A6C34878D82A}">
                    <a16:rowId xmlns:a16="http://schemas.microsoft.com/office/drawing/2014/main" val="10001"/>
                  </a:ext>
                </a:extLst>
              </a:tr>
              <a:tr h="1162550">
                <a:tc>
                  <a:txBody>
                    <a:bodyPr/>
                    <a:lstStyle/>
                    <a:p>
                      <a:r>
                        <a:rPr lang="en-US" sz="1500"/>
                        <a:t>Caps Lock</a:t>
                      </a:r>
                    </a:p>
                  </a:txBody>
                  <a:tcPr marL="74271" marR="74271" marT="37135" marB="37135" anchor="ctr">
                    <a:lnL>
                      <a:noFill/>
                    </a:lnL>
                    <a:lnR>
                      <a:noFill/>
                    </a:lnR>
                    <a:lnT>
                      <a:noFill/>
                    </a:lnT>
                    <a:lnB>
                      <a:noFill/>
                    </a:lnB>
                  </a:tcPr>
                </a:tc>
                <a:tc>
                  <a:txBody>
                    <a:bodyPr/>
                    <a:lstStyle/>
                    <a:p>
                      <a:r>
                        <a:rPr lang="en-US" sz="1500" dirty="0"/>
                        <a:t>Press Caps Lock once to type all letters as uppercase. Press Caps Lock again to turn this function off. Your keyboard might have a light indicating whether Caps Lock is on.</a:t>
                      </a:r>
                    </a:p>
                  </a:txBody>
                  <a:tcPr marL="74271" marR="74271" marT="37135" marB="37135" anchor="ctr">
                    <a:lnL>
                      <a:noFill/>
                    </a:lnL>
                    <a:lnR>
                      <a:noFill/>
                    </a:lnR>
                    <a:lnT>
                      <a:noFill/>
                    </a:lnT>
                    <a:lnB>
                      <a:noFill/>
                    </a:lnB>
                  </a:tcPr>
                </a:tc>
                <a:extLst>
                  <a:ext uri="{0D108BD9-81ED-4DB2-BD59-A6C34878D82A}">
                    <a16:rowId xmlns:a16="http://schemas.microsoft.com/office/drawing/2014/main" val="10002"/>
                  </a:ext>
                </a:extLst>
              </a:tr>
              <a:tr h="944573">
                <a:tc>
                  <a:txBody>
                    <a:bodyPr/>
                    <a:lstStyle/>
                    <a:p>
                      <a:r>
                        <a:rPr lang="en-US" sz="1500"/>
                        <a:t>Tab</a:t>
                      </a:r>
                    </a:p>
                  </a:txBody>
                  <a:tcPr marL="74271" marR="74271" marT="37135" marB="37135" anchor="ctr">
                    <a:lnL>
                      <a:noFill/>
                    </a:lnL>
                    <a:lnR>
                      <a:noFill/>
                    </a:lnR>
                    <a:lnT>
                      <a:noFill/>
                    </a:lnT>
                    <a:lnB>
                      <a:noFill/>
                    </a:lnB>
                  </a:tcPr>
                </a:tc>
                <a:tc>
                  <a:txBody>
                    <a:bodyPr/>
                    <a:lstStyle/>
                    <a:p>
                      <a:r>
                        <a:rPr lang="en-US" sz="1500"/>
                        <a:t>Press Tab to move the cursor several spaces forward. You can also press Tab to move to the next text box on a form.</a:t>
                      </a:r>
                    </a:p>
                  </a:txBody>
                  <a:tcPr marL="74271" marR="74271" marT="37135" marB="37135" anchor="ctr">
                    <a:lnL>
                      <a:noFill/>
                    </a:lnL>
                    <a:lnR>
                      <a:noFill/>
                    </a:lnR>
                    <a:lnT>
                      <a:noFill/>
                    </a:lnT>
                    <a:lnB>
                      <a:noFill/>
                    </a:lnB>
                  </a:tcPr>
                </a:tc>
                <a:extLst>
                  <a:ext uri="{0D108BD9-81ED-4DB2-BD59-A6C34878D82A}">
                    <a16:rowId xmlns:a16="http://schemas.microsoft.com/office/drawing/2014/main" val="10003"/>
                  </a:ext>
                </a:extLst>
              </a:tr>
              <a:tr h="944573">
                <a:tc>
                  <a:txBody>
                    <a:bodyPr/>
                    <a:lstStyle/>
                    <a:p>
                      <a:r>
                        <a:rPr lang="en-US" sz="1500"/>
                        <a:t>Enter</a:t>
                      </a:r>
                    </a:p>
                  </a:txBody>
                  <a:tcPr marL="74271" marR="74271" marT="37135" marB="37135" anchor="ctr">
                    <a:lnL>
                      <a:noFill/>
                    </a:lnL>
                    <a:lnR>
                      <a:noFill/>
                    </a:lnR>
                    <a:lnT>
                      <a:noFill/>
                    </a:lnT>
                    <a:lnB>
                      <a:noFill/>
                    </a:lnB>
                  </a:tcPr>
                </a:tc>
                <a:tc>
                  <a:txBody>
                    <a:bodyPr/>
                    <a:lstStyle/>
                    <a:p>
                      <a:r>
                        <a:rPr lang="en-US" sz="1500"/>
                        <a:t>Press Enter to move the cursor to the beginning of the next line. In a </a:t>
                      </a:r>
                      <a:r>
                        <a:rPr lang="en-US" sz="1500">
                          <a:hlinkClick r:id="rId2" tooltip="View definition"/>
                        </a:rPr>
                        <a:t>dialog box</a:t>
                      </a:r>
                      <a:r>
                        <a:rPr lang="en-US" sz="1500"/>
                        <a:t>, press Enter to select the highlighted button.</a:t>
                      </a:r>
                    </a:p>
                  </a:txBody>
                  <a:tcPr marL="74271" marR="74271" marT="37135" marB="37135" anchor="ctr">
                    <a:lnL>
                      <a:noFill/>
                    </a:lnL>
                    <a:lnR>
                      <a:noFill/>
                    </a:lnR>
                    <a:lnT>
                      <a:noFill/>
                    </a:lnT>
                    <a:lnB>
                      <a:noFill/>
                    </a:lnB>
                  </a:tcPr>
                </a:tc>
                <a:extLst>
                  <a:ext uri="{0D108BD9-81ED-4DB2-BD59-A6C34878D82A}">
                    <a16:rowId xmlns:a16="http://schemas.microsoft.com/office/drawing/2014/main" val="10004"/>
                  </a:ext>
                </a:extLst>
              </a:tr>
              <a:tr h="519939">
                <a:tc>
                  <a:txBody>
                    <a:bodyPr/>
                    <a:lstStyle/>
                    <a:p>
                      <a:r>
                        <a:rPr lang="en-US" sz="1500"/>
                        <a:t>Spacebar</a:t>
                      </a:r>
                    </a:p>
                  </a:txBody>
                  <a:tcPr marL="74271" marR="74271" marT="37135" marB="37135" anchor="ctr">
                    <a:lnL>
                      <a:noFill/>
                    </a:lnL>
                    <a:lnR>
                      <a:noFill/>
                    </a:lnR>
                    <a:lnT>
                      <a:noFill/>
                    </a:lnT>
                    <a:lnB>
                      <a:noFill/>
                    </a:lnB>
                  </a:tcPr>
                </a:tc>
                <a:tc>
                  <a:txBody>
                    <a:bodyPr/>
                    <a:lstStyle/>
                    <a:p>
                      <a:r>
                        <a:rPr lang="en-US" sz="1500"/>
                        <a:t>Press the Spacebar to move the cursor one space forward.</a:t>
                      </a:r>
                    </a:p>
                  </a:txBody>
                  <a:tcPr marL="74271" marR="74271" marT="37135" marB="37135" anchor="ctr">
                    <a:lnL>
                      <a:noFill/>
                    </a:lnL>
                    <a:lnR>
                      <a:noFill/>
                    </a:lnR>
                    <a:lnT>
                      <a:noFill/>
                    </a:lnT>
                    <a:lnB>
                      <a:noFill/>
                    </a:lnB>
                  </a:tcPr>
                </a:tc>
                <a:extLst>
                  <a:ext uri="{0D108BD9-81ED-4DB2-BD59-A6C34878D82A}">
                    <a16:rowId xmlns:a16="http://schemas.microsoft.com/office/drawing/2014/main" val="10005"/>
                  </a:ext>
                </a:extLst>
              </a:tr>
              <a:tr h="726595">
                <a:tc>
                  <a:txBody>
                    <a:bodyPr/>
                    <a:lstStyle/>
                    <a:p>
                      <a:r>
                        <a:rPr lang="en-US" sz="1500"/>
                        <a:t>Backspace</a:t>
                      </a:r>
                    </a:p>
                  </a:txBody>
                  <a:tcPr marL="74271" marR="74271" marT="37135" marB="37135" anchor="ctr">
                    <a:lnL>
                      <a:noFill/>
                    </a:lnL>
                    <a:lnR>
                      <a:noFill/>
                    </a:lnR>
                    <a:lnT>
                      <a:noFill/>
                    </a:lnT>
                    <a:lnB>
                      <a:noFill/>
                    </a:lnB>
                  </a:tcPr>
                </a:tc>
                <a:tc>
                  <a:txBody>
                    <a:bodyPr/>
                    <a:lstStyle/>
                    <a:p>
                      <a:r>
                        <a:rPr lang="en-US" sz="1500" dirty="0"/>
                        <a:t>Press Backspace to delete the character before the cursor, or the selected text.</a:t>
                      </a:r>
                    </a:p>
                  </a:txBody>
                  <a:tcPr marL="74271" marR="74271" marT="37135" marB="37135" anchor="ctr">
                    <a:lnL>
                      <a:noFill/>
                    </a:lnL>
                    <a:lnR>
                      <a:noFill/>
                    </a:lnR>
                    <a:lnT>
                      <a:noFill/>
                    </a:lnT>
                    <a:lnB>
                      <a:noFill/>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3807689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2D23100A-B308-4C9A-93EA-B023063CB88B}"/>
              </a:ext>
            </a:extLst>
          </p:cNvPr>
          <p:cNvGraphicFramePr/>
          <p:nvPr>
            <p:extLst>
              <p:ext uri="{D42A27DB-BD31-4B8C-83A1-F6EECF244321}">
                <p14:modId xmlns:p14="http://schemas.microsoft.com/office/powerpoint/2010/main" val="2148624393"/>
              </p:ext>
            </p:extLst>
          </p:nvPr>
        </p:nvGraphicFramePr>
        <p:xfrm>
          <a:off x="838200" y="365125"/>
          <a:ext cx="10515600" cy="86931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p:cNvSpPr>
            <a:spLocks noGrp="1"/>
          </p:cNvSpPr>
          <p:nvPr>
            <p:ph idx="1"/>
          </p:nvPr>
        </p:nvSpPr>
        <p:spPr>
          <a:xfrm>
            <a:off x="1444487" y="1463040"/>
            <a:ext cx="9909313" cy="4893310"/>
          </a:xfrm>
        </p:spPr>
        <p:txBody>
          <a:bodyPr>
            <a:normAutofit/>
          </a:bodyPr>
          <a:lstStyle/>
          <a:p>
            <a:r>
              <a:rPr lang="en-US" sz="2400" dirty="0"/>
              <a:t>The numeric keypad arranges the numerals 0 though 9, the arithmetic operators + (addition), - (subtraction), * (multiplication), and / (division), and the decimal point as they would appear on a calculator or adding machine. </a:t>
            </a:r>
          </a:p>
          <a:p>
            <a:r>
              <a:rPr lang="en-US" sz="2400" dirty="0"/>
              <a:t>These characters are duplicated elsewhere on the keyboard, but the keypad arrangement allows you to quickly enter numerical data or mathematical operations with one hand.</a:t>
            </a:r>
          </a:p>
        </p:txBody>
      </p:sp>
      <p:sp>
        <p:nvSpPr>
          <p:cNvPr id="8" name="Slide Number Placeholder 7">
            <a:extLst>
              <a:ext uri="{FF2B5EF4-FFF2-40B4-BE49-F238E27FC236}">
                <a16:creationId xmlns:a16="http://schemas.microsoft.com/office/drawing/2014/main" id="{22BEDAEE-83A4-4B4F-8724-FF80B034DA34}"/>
              </a:ext>
            </a:extLst>
          </p:cNvPr>
          <p:cNvSpPr>
            <a:spLocks noGrp="1"/>
          </p:cNvSpPr>
          <p:nvPr>
            <p:ph type="sldNum" sz="quarter" idx="12"/>
          </p:nvPr>
        </p:nvSpPr>
        <p:spPr/>
        <p:txBody>
          <a:bodyPr/>
          <a:lstStyle/>
          <a:p>
            <a:fld id="{B646E9EF-1019-4E36-B7A1-F154D482C8B7}" type="slidenum">
              <a:rPr lang="en-US" smtClean="0"/>
              <a:t>36</a:t>
            </a:fld>
            <a:endParaRPr lang="en-US"/>
          </a:p>
        </p:txBody>
      </p:sp>
      <p:pic>
        <p:nvPicPr>
          <p:cNvPr id="5" name="Picture 2">
            <a:extLst>
              <a:ext uri="{FF2B5EF4-FFF2-40B4-BE49-F238E27FC236}">
                <a16:creationId xmlns:a16="http://schemas.microsoft.com/office/drawing/2014/main" id="{C9A54AA5-B5FE-447F-ACC4-BBFA30E9A16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813813" y="3429000"/>
            <a:ext cx="2933700" cy="27432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2785517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2D23100A-B308-4C9A-93EA-B023063CB88B}"/>
              </a:ext>
            </a:extLst>
          </p:cNvPr>
          <p:cNvGraphicFramePr/>
          <p:nvPr/>
        </p:nvGraphicFramePr>
        <p:xfrm>
          <a:off x="838200" y="365125"/>
          <a:ext cx="10515600" cy="86931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p:cNvSpPr>
            <a:spLocks noGrp="1"/>
          </p:cNvSpPr>
          <p:nvPr>
            <p:ph idx="1"/>
          </p:nvPr>
        </p:nvSpPr>
        <p:spPr>
          <a:xfrm>
            <a:off x="1444487" y="1463040"/>
            <a:ext cx="9909313" cy="4893310"/>
          </a:xfrm>
        </p:spPr>
        <p:txBody>
          <a:bodyPr>
            <a:normAutofit/>
          </a:bodyPr>
          <a:lstStyle/>
          <a:p>
            <a:r>
              <a:rPr lang="en-US" sz="2400" dirty="0"/>
              <a:t>To use the numeric keypad to enter numbers, press Num Lock. </a:t>
            </a:r>
          </a:p>
          <a:p>
            <a:r>
              <a:rPr lang="en-US" sz="2400" dirty="0"/>
              <a:t>Most keyboards have a light that indicates whether Num Lock is on or off. </a:t>
            </a:r>
          </a:p>
          <a:p>
            <a:r>
              <a:rPr lang="en-US" sz="2400" dirty="0"/>
              <a:t>When Num Lock is off, the numeric keypad functions as a second set of navigation keys (these functions are printed on the keys next to the numerals or symbols).</a:t>
            </a:r>
          </a:p>
          <a:p>
            <a:r>
              <a:rPr lang="en-US" sz="2400" dirty="0"/>
              <a:t>You can use numeric keypad to perform simple calculations with Calculator.</a:t>
            </a:r>
          </a:p>
          <a:p>
            <a:pPr marL="0" indent="0">
              <a:buNone/>
            </a:pPr>
            <a:endParaRPr lang="en-US" sz="2800" dirty="0"/>
          </a:p>
        </p:txBody>
      </p:sp>
      <p:sp>
        <p:nvSpPr>
          <p:cNvPr id="8" name="Slide Number Placeholder 7">
            <a:extLst>
              <a:ext uri="{FF2B5EF4-FFF2-40B4-BE49-F238E27FC236}">
                <a16:creationId xmlns:a16="http://schemas.microsoft.com/office/drawing/2014/main" id="{22BEDAEE-83A4-4B4F-8724-FF80B034DA34}"/>
              </a:ext>
            </a:extLst>
          </p:cNvPr>
          <p:cNvSpPr>
            <a:spLocks noGrp="1"/>
          </p:cNvSpPr>
          <p:nvPr>
            <p:ph type="sldNum" sz="quarter" idx="12"/>
          </p:nvPr>
        </p:nvSpPr>
        <p:spPr/>
        <p:txBody>
          <a:bodyPr/>
          <a:lstStyle/>
          <a:p>
            <a:fld id="{B646E9EF-1019-4E36-B7A1-F154D482C8B7}" type="slidenum">
              <a:rPr lang="en-US" smtClean="0"/>
              <a:t>37</a:t>
            </a:fld>
            <a:endParaRPr lang="en-US"/>
          </a:p>
        </p:txBody>
      </p:sp>
    </p:spTree>
    <p:extLst>
      <p:ext uri="{BB962C8B-B14F-4D97-AF65-F5344CB8AC3E}">
        <p14:creationId xmlns:p14="http://schemas.microsoft.com/office/powerpoint/2010/main" val="35595990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2D23100A-B308-4C9A-93EA-B023063CB88B}"/>
              </a:ext>
            </a:extLst>
          </p:cNvPr>
          <p:cNvGraphicFramePr/>
          <p:nvPr>
            <p:extLst>
              <p:ext uri="{D42A27DB-BD31-4B8C-83A1-F6EECF244321}">
                <p14:modId xmlns:p14="http://schemas.microsoft.com/office/powerpoint/2010/main" val="3493024673"/>
              </p:ext>
            </p:extLst>
          </p:nvPr>
        </p:nvGraphicFramePr>
        <p:xfrm>
          <a:off x="838200" y="365125"/>
          <a:ext cx="10515600" cy="8464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p:cNvSpPr>
            <a:spLocks noGrp="1"/>
          </p:cNvSpPr>
          <p:nvPr>
            <p:ph idx="1"/>
          </p:nvPr>
        </p:nvSpPr>
        <p:spPr>
          <a:xfrm>
            <a:off x="1097281" y="1417320"/>
            <a:ext cx="10256520" cy="4939030"/>
          </a:xfrm>
        </p:spPr>
        <p:txBody>
          <a:bodyPr>
            <a:normAutofit/>
          </a:bodyPr>
          <a:lstStyle/>
          <a:p>
            <a:r>
              <a:rPr lang="en-US" dirty="0"/>
              <a:t>Whenever you need to type something in a program, e‑mail message or text box, you'll see a blinking vertical line (I). </a:t>
            </a:r>
          </a:p>
          <a:p>
            <a:r>
              <a:rPr lang="en-US" dirty="0"/>
              <a:t>That's the cursor also called the insertion point. </a:t>
            </a:r>
          </a:p>
          <a:p>
            <a:r>
              <a:rPr lang="en-US" dirty="0"/>
              <a:t>It shows where the text that you type will begin. </a:t>
            </a:r>
          </a:p>
          <a:p>
            <a:r>
              <a:rPr lang="en-US" dirty="0"/>
              <a:t>You can move the cursor by clicking in the desired location with the mouse, or by using the navigation keys.</a:t>
            </a:r>
          </a:p>
          <a:p>
            <a:r>
              <a:rPr lang="en-US" dirty="0"/>
              <a:t>In addition to letters, numerals, punctuation marks, and symbols, Typing keys also include Shift, Caps Lock, Tab, Enter, the Spacebar and Backspace.</a:t>
            </a:r>
          </a:p>
        </p:txBody>
      </p:sp>
      <p:sp>
        <p:nvSpPr>
          <p:cNvPr id="8" name="Slide Number Placeholder 7">
            <a:extLst>
              <a:ext uri="{FF2B5EF4-FFF2-40B4-BE49-F238E27FC236}">
                <a16:creationId xmlns:a16="http://schemas.microsoft.com/office/drawing/2014/main" id="{22BEDAEE-83A4-4B4F-8724-FF80B034DA34}"/>
              </a:ext>
            </a:extLst>
          </p:cNvPr>
          <p:cNvSpPr>
            <a:spLocks noGrp="1"/>
          </p:cNvSpPr>
          <p:nvPr>
            <p:ph type="sldNum" sz="quarter" idx="12"/>
          </p:nvPr>
        </p:nvSpPr>
        <p:spPr/>
        <p:txBody>
          <a:bodyPr/>
          <a:lstStyle/>
          <a:p>
            <a:fld id="{B646E9EF-1019-4E36-B7A1-F154D482C8B7}" type="slidenum">
              <a:rPr lang="en-US" smtClean="0"/>
              <a:t>38</a:t>
            </a:fld>
            <a:endParaRPr lang="en-US"/>
          </a:p>
        </p:txBody>
      </p:sp>
    </p:spTree>
    <p:extLst>
      <p:ext uri="{BB962C8B-B14F-4D97-AF65-F5344CB8AC3E}">
        <p14:creationId xmlns:p14="http://schemas.microsoft.com/office/powerpoint/2010/main" val="33730093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2D23100A-B308-4C9A-93EA-B023063CB88B}"/>
              </a:ext>
            </a:extLst>
          </p:cNvPr>
          <p:cNvGraphicFramePr/>
          <p:nvPr/>
        </p:nvGraphicFramePr>
        <p:xfrm>
          <a:off x="838200" y="365125"/>
          <a:ext cx="10515600" cy="13255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p:cNvSpPr>
            <a:spLocks noGrp="1"/>
          </p:cNvSpPr>
          <p:nvPr>
            <p:ph idx="1"/>
          </p:nvPr>
        </p:nvSpPr>
        <p:spPr>
          <a:xfrm>
            <a:off x="1444487" y="1965960"/>
            <a:ext cx="9909313" cy="3977640"/>
          </a:xfrm>
        </p:spPr>
        <p:txBody>
          <a:bodyPr>
            <a:normAutofit/>
          </a:bodyPr>
          <a:lstStyle/>
          <a:p>
            <a:r>
              <a:rPr lang="en-US" dirty="0"/>
              <a:t>When you open a program, file or folder, it appears on the screen in a box or frame called a window </a:t>
            </a:r>
          </a:p>
          <a:p>
            <a:pPr lvl="1"/>
            <a:r>
              <a:rPr lang="en-US" dirty="0"/>
              <a:t>(that's where the Windows operating system gets its name). </a:t>
            </a:r>
          </a:p>
          <a:p>
            <a:r>
              <a:rPr lang="en-US" dirty="0"/>
              <a:t>A window is a rectangle on your screen that organizes how you view and work in specific programs or files on your computer.</a:t>
            </a:r>
          </a:p>
          <a:p>
            <a:pPr marL="0" indent="0">
              <a:buNone/>
            </a:pPr>
            <a:endParaRPr lang="en-US" dirty="0"/>
          </a:p>
          <a:p>
            <a:r>
              <a:rPr lang="en-US" dirty="0"/>
              <a:t>See the picture in the next slide.</a:t>
            </a:r>
          </a:p>
        </p:txBody>
      </p:sp>
      <p:sp>
        <p:nvSpPr>
          <p:cNvPr id="8" name="Slide Number Placeholder 7">
            <a:extLst>
              <a:ext uri="{FF2B5EF4-FFF2-40B4-BE49-F238E27FC236}">
                <a16:creationId xmlns:a16="http://schemas.microsoft.com/office/drawing/2014/main" id="{22BEDAEE-83A4-4B4F-8724-FF80B034DA34}"/>
              </a:ext>
            </a:extLst>
          </p:cNvPr>
          <p:cNvSpPr>
            <a:spLocks noGrp="1"/>
          </p:cNvSpPr>
          <p:nvPr>
            <p:ph type="sldNum" sz="quarter" idx="12"/>
          </p:nvPr>
        </p:nvSpPr>
        <p:spPr/>
        <p:txBody>
          <a:bodyPr/>
          <a:lstStyle/>
          <a:p>
            <a:fld id="{B646E9EF-1019-4E36-B7A1-F154D482C8B7}" type="slidenum">
              <a:rPr lang="en-US" smtClean="0"/>
              <a:t>39</a:t>
            </a:fld>
            <a:endParaRPr lang="en-US"/>
          </a:p>
        </p:txBody>
      </p:sp>
    </p:spTree>
    <p:extLst>
      <p:ext uri="{BB962C8B-B14F-4D97-AF65-F5344CB8AC3E}">
        <p14:creationId xmlns:p14="http://schemas.microsoft.com/office/powerpoint/2010/main" val="364105204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770FA726-98A4-4C69-894B-02E4BF3D98F1}"/>
              </a:ext>
            </a:extLst>
          </p:cNvPr>
          <p:cNvSpPr>
            <a:spLocks noGrp="1"/>
          </p:cNvSpPr>
          <p:nvPr>
            <p:ph type="sldNum" sz="quarter" idx="12"/>
          </p:nvPr>
        </p:nvSpPr>
        <p:spPr/>
        <p:txBody>
          <a:bodyPr/>
          <a:lstStyle/>
          <a:p>
            <a:fld id="{B646E9EF-1019-4E36-B7A1-F154D482C8B7}" type="slidenum">
              <a:rPr lang="en-US" smtClean="0"/>
              <a:t>40</a:t>
            </a:fld>
            <a:endParaRPr lang="en-US"/>
          </a:p>
        </p:txBody>
      </p:sp>
      <p:graphicFrame>
        <p:nvGraphicFramePr>
          <p:cNvPr id="9" name="Diagram 8">
            <a:extLst>
              <a:ext uri="{FF2B5EF4-FFF2-40B4-BE49-F238E27FC236}">
                <a16:creationId xmlns:a16="http://schemas.microsoft.com/office/drawing/2014/main" id="{B51E147D-DC88-44F9-9056-25E16698DDBA}"/>
              </a:ext>
            </a:extLst>
          </p:cNvPr>
          <p:cNvGraphicFramePr/>
          <p:nvPr>
            <p:extLst>
              <p:ext uri="{D42A27DB-BD31-4B8C-83A1-F6EECF244321}">
                <p14:modId xmlns:p14="http://schemas.microsoft.com/office/powerpoint/2010/main" val="2011610420"/>
              </p:ext>
            </p:extLst>
          </p:nvPr>
        </p:nvGraphicFramePr>
        <p:xfrm>
          <a:off x="652670" y="98761"/>
          <a:ext cx="10515600" cy="6552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id="{E8F51E18-564D-4DA5-8401-FB9F76D4A1AD}"/>
              </a:ext>
            </a:extLst>
          </p:cNvPr>
          <p:cNvSpPr>
            <a:spLocks noGrp="1"/>
          </p:cNvSpPr>
          <p:nvPr>
            <p:ph idx="1"/>
          </p:nvPr>
        </p:nvSpPr>
        <p:spPr>
          <a:xfrm>
            <a:off x="838200" y="1005840"/>
            <a:ext cx="3962400" cy="5171123"/>
          </a:xfrm>
        </p:spPr>
        <p:txBody>
          <a:bodyPr/>
          <a:lstStyle/>
          <a:p>
            <a:r>
              <a:rPr lang="en-US" dirty="0"/>
              <a:t>All windows share some things in common. </a:t>
            </a:r>
          </a:p>
          <a:p>
            <a:r>
              <a:rPr lang="en-US" dirty="0"/>
              <a:t>Windows always appear on the </a:t>
            </a:r>
            <a:r>
              <a:rPr lang="en-US" i="1" dirty="0"/>
              <a:t>desktop</a:t>
            </a:r>
            <a:r>
              <a:rPr lang="en-US" dirty="0"/>
              <a:t>—the main work area of your screen. </a:t>
            </a:r>
          </a:p>
          <a:p>
            <a:r>
              <a:rPr lang="en-US" dirty="0"/>
              <a:t>Most windows have the same basic parts.</a:t>
            </a:r>
          </a:p>
          <a:p>
            <a:endParaRPr lang="en-US" dirty="0"/>
          </a:p>
        </p:txBody>
      </p:sp>
      <p:pic>
        <p:nvPicPr>
          <p:cNvPr id="8" name="Picture 2">
            <a:extLst>
              <a:ext uri="{FF2B5EF4-FFF2-40B4-BE49-F238E27FC236}">
                <a16:creationId xmlns:a16="http://schemas.microsoft.com/office/drawing/2014/main" id="{174DCCAD-08E1-44A0-9080-BEE9BABAC72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91225" y="1005840"/>
            <a:ext cx="5238750" cy="46405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8492618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50006" y="954156"/>
            <a:ext cx="10318264" cy="5781891"/>
          </a:xfrm>
        </p:spPr>
      </p:pic>
      <p:sp>
        <p:nvSpPr>
          <p:cNvPr id="7" name="Slide Number Placeholder 6">
            <a:extLst>
              <a:ext uri="{FF2B5EF4-FFF2-40B4-BE49-F238E27FC236}">
                <a16:creationId xmlns:a16="http://schemas.microsoft.com/office/drawing/2014/main" id="{770FA726-98A4-4C69-894B-02E4BF3D98F1}"/>
              </a:ext>
            </a:extLst>
          </p:cNvPr>
          <p:cNvSpPr>
            <a:spLocks noGrp="1"/>
          </p:cNvSpPr>
          <p:nvPr>
            <p:ph type="sldNum" sz="quarter" idx="12"/>
          </p:nvPr>
        </p:nvSpPr>
        <p:spPr/>
        <p:txBody>
          <a:bodyPr/>
          <a:lstStyle/>
          <a:p>
            <a:fld id="{B646E9EF-1019-4E36-B7A1-F154D482C8B7}" type="slidenum">
              <a:rPr lang="en-US" smtClean="0"/>
              <a:t>41</a:t>
            </a:fld>
            <a:endParaRPr lang="en-US"/>
          </a:p>
        </p:txBody>
      </p:sp>
      <p:graphicFrame>
        <p:nvGraphicFramePr>
          <p:cNvPr id="9" name="Diagram 8">
            <a:extLst>
              <a:ext uri="{FF2B5EF4-FFF2-40B4-BE49-F238E27FC236}">
                <a16:creationId xmlns:a16="http://schemas.microsoft.com/office/drawing/2014/main" id="{B51E147D-DC88-44F9-9056-25E16698DDBA}"/>
              </a:ext>
            </a:extLst>
          </p:cNvPr>
          <p:cNvGraphicFramePr/>
          <p:nvPr/>
        </p:nvGraphicFramePr>
        <p:xfrm>
          <a:off x="652670" y="98761"/>
          <a:ext cx="10515600" cy="65529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7054294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13FE262B-37B5-4F9F-842C-762F0E470DB8}"/>
              </a:ext>
            </a:extLst>
          </p:cNvPr>
          <p:cNvGraphicFramePr/>
          <p:nvPr>
            <p:extLst>
              <p:ext uri="{D42A27DB-BD31-4B8C-83A1-F6EECF244321}">
                <p14:modId xmlns:p14="http://schemas.microsoft.com/office/powerpoint/2010/main" val="3660553319"/>
              </p:ext>
            </p:extLst>
          </p:nvPr>
        </p:nvGraphicFramePr>
        <p:xfrm>
          <a:off x="838200" y="136525"/>
          <a:ext cx="10515600" cy="10989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id="{AED7C5DF-45E2-4D5E-A691-B03B285CA911}"/>
              </a:ext>
            </a:extLst>
          </p:cNvPr>
          <p:cNvSpPr>
            <a:spLocks noGrp="1"/>
          </p:cNvSpPr>
          <p:nvPr>
            <p:ph idx="1"/>
          </p:nvPr>
        </p:nvSpPr>
        <p:spPr>
          <a:xfrm>
            <a:off x="1408044" y="1380867"/>
            <a:ext cx="10515600" cy="4830077"/>
          </a:xfrm>
        </p:spPr>
        <p:txBody>
          <a:bodyPr>
            <a:normAutofit fontScale="92500"/>
          </a:bodyPr>
          <a:lstStyle/>
          <a:p>
            <a:r>
              <a:rPr lang="en-US" b="1" dirty="0"/>
              <a:t>Title bar </a:t>
            </a:r>
            <a:r>
              <a:rPr lang="en-US" dirty="0"/>
              <a:t>- Displays the name of the document and program (or the folder name if you're working in a folder).</a:t>
            </a:r>
          </a:p>
          <a:p>
            <a:r>
              <a:rPr lang="en-US" b="1" dirty="0"/>
              <a:t>Minimize, Maximize, and Close buttons</a:t>
            </a:r>
            <a:r>
              <a:rPr lang="en-US" dirty="0"/>
              <a:t>. These buttons hide the window, enlarge it to fill the whole screen, and close it, respectively </a:t>
            </a:r>
          </a:p>
          <a:p>
            <a:r>
              <a:rPr lang="en-US" b="1" dirty="0"/>
              <a:t>Menu bar </a:t>
            </a:r>
            <a:r>
              <a:rPr lang="en-US" dirty="0"/>
              <a:t>- Contains items that the can click to make choices in a program. </a:t>
            </a:r>
          </a:p>
          <a:p>
            <a:r>
              <a:rPr lang="en-US" b="1" dirty="0"/>
              <a:t>Scroll bar </a:t>
            </a:r>
            <a:r>
              <a:rPr lang="en-US" dirty="0"/>
              <a:t>– Help users to scroll the contents of the window to see information that is currently out of view.</a:t>
            </a:r>
          </a:p>
          <a:p>
            <a:r>
              <a:rPr lang="en-US" b="1" dirty="0"/>
              <a:t>Borders and corners </a:t>
            </a:r>
            <a:r>
              <a:rPr lang="en-US" dirty="0"/>
              <a:t>- You can drag these with your mouse pointer to change the size of the window.</a:t>
            </a:r>
          </a:p>
          <a:p>
            <a:r>
              <a:rPr lang="en-US" dirty="0"/>
              <a:t>Other windows may have additional buttons, boxes, or bars. But they'll usually have the basic parts, too.</a:t>
            </a:r>
          </a:p>
        </p:txBody>
      </p:sp>
      <p:sp>
        <p:nvSpPr>
          <p:cNvPr id="7" name="Slide Number Placeholder 6">
            <a:extLst>
              <a:ext uri="{FF2B5EF4-FFF2-40B4-BE49-F238E27FC236}">
                <a16:creationId xmlns:a16="http://schemas.microsoft.com/office/drawing/2014/main" id="{1BF1D9A5-AFB6-46DF-AF6A-FCCFC2EED9F1}"/>
              </a:ext>
            </a:extLst>
          </p:cNvPr>
          <p:cNvSpPr>
            <a:spLocks noGrp="1"/>
          </p:cNvSpPr>
          <p:nvPr>
            <p:ph type="sldNum" sz="quarter" idx="12"/>
          </p:nvPr>
        </p:nvSpPr>
        <p:spPr/>
        <p:txBody>
          <a:bodyPr/>
          <a:lstStyle/>
          <a:p>
            <a:fld id="{97FAC7BD-B353-46E7-ADB0-C9A523C1F993}" type="slidenum">
              <a:rPr lang="en-MW" smtClean="0"/>
              <a:t>42</a:t>
            </a:fld>
            <a:endParaRPr lang="en-MW"/>
          </a:p>
        </p:txBody>
      </p:sp>
    </p:spTree>
    <p:extLst>
      <p:ext uri="{BB962C8B-B14F-4D97-AF65-F5344CB8AC3E}">
        <p14:creationId xmlns:p14="http://schemas.microsoft.com/office/powerpoint/2010/main" val="76458665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13FE262B-37B5-4F9F-842C-762F0E470DB8}"/>
              </a:ext>
            </a:extLst>
          </p:cNvPr>
          <p:cNvGraphicFramePr/>
          <p:nvPr>
            <p:extLst>
              <p:ext uri="{D42A27DB-BD31-4B8C-83A1-F6EECF244321}">
                <p14:modId xmlns:p14="http://schemas.microsoft.com/office/powerpoint/2010/main" val="3556085122"/>
              </p:ext>
            </p:extLst>
          </p:nvPr>
        </p:nvGraphicFramePr>
        <p:xfrm>
          <a:off x="838200" y="136525"/>
          <a:ext cx="10515600" cy="8921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id="{AED7C5DF-45E2-4D5E-A691-B03B285CA911}"/>
              </a:ext>
            </a:extLst>
          </p:cNvPr>
          <p:cNvSpPr>
            <a:spLocks noGrp="1"/>
          </p:cNvSpPr>
          <p:nvPr>
            <p:ph idx="1"/>
          </p:nvPr>
        </p:nvSpPr>
        <p:spPr>
          <a:xfrm>
            <a:off x="1408044" y="1380867"/>
            <a:ext cx="10515600" cy="4830077"/>
          </a:xfrm>
        </p:spPr>
        <p:txBody>
          <a:bodyPr>
            <a:normAutofit fontScale="85000" lnSpcReduction="20000"/>
          </a:bodyPr>
          <a:lstStyle/>
          <a:p>
            <a:r>
              <a:rPr lang="en-US" sz="2800" dirty="0"/>
              <a:t>A special type of window that ask users a question, </a:t>
            </a:r>
          </a:p>
          <a:p>
            <a:r>
              <a:rPr lang="en-US" sz="2800" dirty="0"/>
              <a:t>Allows users to select options to perform a task, or  provides users with information. </a:t>
            </a:r>
          </a:p>
          <a:p>
            <a:r>
              <a:rPr lang="en-US" sz="2800" dirty="0"/>
              <a:t>You'll see dialog boxes when a program or Windows needs a response from the user before it can continue.</a:t>
            </a:r>
          </a:p>
          <a:p>
            <a:endParaRPr lang="en-US" dirty="0"/>
          </a:p>
          <a:p>
            <a:endParaRPr lang="en-US" dirty="0"/>
          </a:p>
          <a:p>
            <a:endParaRPr lang="en-US" dirty="0"/>
          </a:p>
          <a:p>
            <a:endParaRPr lang="en-US" dirty="0"/>
          </a:p>
          <a:p>
            <a:endParaRPr lang="en-US" dirty="0"/>
          </a:p>
          <a:p>
            <a:endParaRPr lang="en-US" dirty="0"/>
          </a:p>
          <a:p>
            <a:r>
              <a:rPr lang="en-US" sz="2800" dirty="0"/>
              <a:t>Most dialog boxes can't be maximized, minimized, or resized. They can, however, be moved.</a:t>
            </a:r>
          </a:p>
        </p:txBody>
      </p:sp>
      <p:sp>
        <p:nvSpPr>
          <p:cNvPr id="7" name="Slide Number Placeholder 6">
            <a:extLst>
              <a:ext uri="{FF2B5EF4-FFF2-40B4-BE49-F238E27FC236}">
                <a16:creationId xmlns:a16="http://schemas.microsoft.com/office/drawing/2014/main" id="{1BF1D9A5-AFB6-46DF-AF6A-FCCFC2EED9F1}"/>
              </a:ext>
            </a:extLst>
          </p:cNvPr>
          <p:cNvSpPr>
            <a:spLocks noGrp="1"/>
          </p:cNvSpPr>
          <p:nvPr>
            <p:ph type="sldNum" sz="quarter" idx="12"/>
          </p:nvPr>
        </p:nvSpPr>
        <p:spPr/>
        <p:txBody>
          <a:bodyPr/>
          <a:lstStyle/>
          <a:p>
            <a:fld id="{97FAC7BD-B353-46E7-ADB0-C9A523C1F993}" type="slidenum">
              <a:rPr lang="en-MW" smtClean="0"/>
              <a:t>43</a:t>
            </a:fld>
            <a:endParaRPr lang="en-MW"/>
          </a:p>
        </p:txBody>
      </p:sp>
      <p:pic>
        <p:nvPicPr>
          <p:cNvPr id="5" name="Picture 2">
            <a:extLst>
              <a:ext uri="{FF2B5EF4-FFF2-40B4-BE49-F238E27FC236}">
                <a16:creationId xmlns:a16="http://schemas.microsoft.com/office/drawing/2014/main" id="{549558A5-ECE0-4CBA-8042-16F196BA5DE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48000" y="3124200"/>
            <a:ext cx="4591050" cy="2181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1031149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13FE262B-37B5-4F9F-842C-762F0E470DB8}"/>
              </a:ext>
            </a:extLst>
          </p:cNvPr>
          <p:cNvGraphicFramePr/>
          <p:nvPr>
            <p:extLst>
              <p:ext uri="{D42A27DB-BD31-4B8C-83A1-F6EECF244321}">
                <p14:modId xmlns:p14="http://schemas.microsoft.com/office/powerpoint/2010/main" val="2501962686"/>
              </p:ext>
            </p:extLst>
          </p:nvPr>
        </p:nvGraphicFramePr>
        <p:xfrm>
          <a:off x="838200" y="136525"/>
          <a:ext cx="10515600" cy="8921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id="{AED7C5DF-45E2-4D5E-A691-B03B285CA911}"/>
              </a:ext>
            </a:extLst>
          </p:cNvPr>
          <p:cNvSpPr>
            <a:spLocks noGrp="1"/>
          </p:cNvSpPr>
          <p:nvPr>
            <p:ph idx="1"/>
          </p:nvPr>
        </p:nvSpPr>
        <p:spPr>
          <a:xfrm>
            <a:off x="1408044" y="1380867"/>
            <a:ext cx="10515600" cy="4830077"/>
          </a:xfrm>
        </p:spPr>
        <p:txBody>
          <a:bodyPr>
            <a:normAutofit fontScale="70000" lnSpcReduction="20000"/>
          </a:bodyPr>
          <a:lstStyle/>
          <a:p>
            <a:r>
              <a:rPr lang="en-US" dirty="0"/>
              <a:t>A text box allow users to type information, such as a search term or password. </a:t>
            </a:r>
          </a:p>
          <a:p>
            <a:r>
              <a:rPr lang="en-US" dirty="0"/>
              <a:t>The following picture shows a dialog box containing a text box. We've entered "bear" into the text box.</a:t>
            </a:r>
          </a:p>
          <a:p>
            <a:pPr marL="82296" indent="0">
              <a:buNone/>
            </a:pPr>
            <a:endParaRPr lang="en-US" dirty="0"/>
          </a:p>
          <a:p>
            <a:endParaRPr lang="en-US" dirty="0"/>
          </a:p>
          <a:p>
            <a:endParaRPr lang="en-US" dirty="0"/>
          </a:p>
          <a:p>
            <a:endParaRPr lang="en-US" dirty="0"/>
          </a:p>
          <a:p>
            <a:endParaRPr lang="en-US" dirty="0"/>
          </a:p>
          <a:p>
            <a:endParaRPr lang="en-US" dirty="0"/>
          </a:p>
          <a:p>
            <a:endParaRPr lang="en-US" dirty="0"/>
          </a:p>
          <a:p>
            <a:r>
              <a:rPr lang="en-US" dirty="0"/>
              <a:t>A blinking vertical line called the cursor indicates where text that you type will appear. In the example, you can see the cursor after the "r" in "bear." You can easily move the cursor by clicking the new position. For example, to add a word before "bear," you would first move the cursor by clicking before the "b."</a:t>
            </a:r>
          </a:p>
          <a:p>
            <a:r>
              <a:rPr lang="en-US" dirty="0"/>
              <a:t>If you don't see a cursor in the text box, it means the text box isn't ready for your input. Click the box first, and then start typing.</a:t>
            </a:r>
          </a:p>
          <a:p>
            <a:endParaRPr lang="en-US" dirty="0"/>
          </a:p>
          <a:p>
            <a:endParaRPr lang="en-US" sz="2800" dirty="0"/>
          </a:p>
        </p:txBody>
      </p:sp>
      <p:sp>
        <p:nvSpPr>
          <p:cNvPr id="7" name="Slide Number Placeholder 6">
            <a:extLst>
              <a:ext uri="{FF2B5EF4-FFF2-40B4-BE49-F238E27FC236}">
                <a16:creationId xmlns:a16="http://schemas.microsoft.com/office/drawing/2014/main" id="{1BF1D9A5-AFB6-46DF-AF6A-FCCFC2EED9F1}"/>
              </a:ext>
            </a:extLst>
          </p:cNvPr>
          <p:cNvSpPr>
            <a:spLocks noGrp="1"/>
          </p:cNvSpPr>
          <p:nvPr>
            <p:ph type="sldNum" sz="quarter" idx="12"/>
          </p:nvPr>
        </p:nvSpPr>
        <p:spPr/>
        <p:txBody>
          <a:bodyPr/>
          <a:lstStyle/>
          <a:p>
            <a:fld id="{97FAC7BD-B353-46E7-ADB0-C9A523C1F993}" type="slidenum">
              <a:rPr lang="en-MW" smtClean="0"/>
              <a:t>44</a:t>
            </a:fld>
            <a:endParaRPr lang="en-MW"/>
          </a:p>
        </p:txBody>
      </p:sp>
      <p:pic>
        <p:nvPicPr>
          <p:cNvPr id="6" name="Picture 3">
            <a:extLst>
              <a:ext uri="{FF2B5EF4-FFF2-40B4-BE49-F238E27FC236}">
                <a16:creationId xmlns:a16="http://schemas.microsoft.com/office/drawing/2014/main" id="{A8FE2375-A01B-47E3-A8BE-3F150C7FF2A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48100" y="2357437"/>
            <a:ext cx="4762500" cy="2143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9734097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13FE262B-37B5-4F9F-842C-762F0E470DB8}"/>
              </a:ext>
            </a:extLst>
          </p:cNvPr>
          <p:cNvGraphicFramePr/>
          <p:nvPr>
            <p:extLst>
              <p:ext uri="{D42A27DB-BD31-4B8C-83A1-F6EECF244321}">
                <p14:modId xmlns:p14="http://schemas.microsoft.com/office/powerpoint/2010/main" val="3577008989"/>
              </p:ext>
            </p:extLst>
          </p:nvPr>
        </p:nvGraphicFramePr>
        <p:xfrm>
          <a:off x="838200" y="136525"/>
          <a:ext cx="10515600" cy="8921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id="{AED7C5DF-45E2-4D5E-A691-B03B285CA911}"/>
              </a:ext>
            </a:extLst>
          </p:cNvPr>
          <p:cNvSpPr>
            <a:spLocks noGrp="1"/>
          </p:cNvSpPr>
          <p:nvPr>
            <p:ph idx="1"/>
          </p:nvPr>
        </p:nvSpPr>
        <p:spPr>
          <a:xfrm>
            <a:off x="1408044" y="1380867"/>
            <a:ext cx="10515600" cy="4830077"/>
          </a:xfrm>
        </p:spPr>
        <p:txBody>
          <a:bodyPr>
            <a:normAutofit/>
          </a:bodyPr>
          <a:lstStyle/>
          <a:p>
            <a:r>
              <a:rPr lang="en-US" sz="2800" dirty="0"/>
              <a:t>A command button performs a command (makes something happen) when you click it. </a:t>
            </a:r>
          </a:p>
          <a:p>
            <a:r>
              <a:rPr lang="en-US" sz="2800" dirty="0"/>
              <a:t>You'll see them in dialog boxes, which are small windows that contain options for completing a task. </a:t>
            </a:r>
          </a:p>
          <a:p>
            <a:r>
              <a:rPr lang="en-US" sz="2800" dirty="0"/>
              <a:t>E.g. if you close a Paint picture without saving it first, you might see a dialog box like this.</a:t>
            </a:r>
          </a:p>
          <a:p>
            <a:pPr marL="82296" indent="0">
              <a:buNone/>
            </a:pPr>
            <a:endParaRPr lang="en-US" sz="2800" dirty="0"/>
          </a:p>
          <a:p>
            <a:endParaRPr lang="en-US" sz="2800" dirty="0"/>
          </a:p>
        </p:txBody>
      </p:sp>
      <p:sp>
        <p:nvSpPr>
          <p:cNvPr id="7" name="Slide Number Placeholder 6">
            <a:extLst>
              <a:ext uri="{FF2B5EF4-FFF2-40B4-BE49-F238E27FC236}">
                <a16:creationId xmlns:a16="http://schemas.microsoft.com/office/drawing/2014/main" id="{1BF1D9A5-AFB6-46DF-AF6A-FCCFC2EED9F1}"/>
              </a:ext>
            </a:extLst>
          </p:cNvPr>
          <p:cNvSpPr>
            <a:spLocks noGrp="1"/>
          </p:cNvSpPr>
          <p:nvPr>
            <p:ph type="sldNum" sz="quarter" idx="12"/>
          </p:nvPr>
        </p:nvSpPr>
        <p:spPr/>
        <p:txBody>
          <a:bodyPr/>
          <a:lstStyle/>
          <a:p>
            <a:fld id="{97FAC7BD-B353-46E7-ADB0-C9A523C1F993}" type="slidenum">
              <a:rPr lang="en-MW" smtClean="0"/>
              <a:t>45</a:t>
            </a:fld>
            <a:endParaRPr lang="en-MW"/>
          </a:p>
        </p:txBody>
      </p:sp>
      <p:pic>
        <p:nvPicPr>
          <p:cNvPr id="6" name="Picture 2">
            <a:extLst>
              <a:ext uri="{FF2B5EF4-FFF2-40B4-BE49-F238E27FC236}">
                <a16:creationId xmlns:a16="http://schemas.microsoft.com/office/drawing/2014/main" id="{7611F11F-FEB9-4CCE-9459-39BBA78751B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57380" y="4111947"/>
            <a:ext cx="4591050" cy="2171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3670231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C5F7B959-EAE3-42DF-B030-8B70F5292B8E}"/>
              </a:ext>
            </a:extLst>
          </p:cNvPr>
          <p:cNvGraphicFramePr/>
          <p:nvPr>
            <p:extLst>
              <p:ext uri="{D42A27DB-BD31-4B8C-83A1-F6EECF244321}">
                <p14:modId xmlns:p14="http://schemas.microsoft.com/office/powerpoint/2010/main" val="1940030312"/>
              </p:ext>
            </p:extLst>
          </p:nvPr>
        </p:nvGraphicFramePr>
        <p:xfrm>
          <a:off x="838200" y="365125"/>
          <a:ext cx="10515600" cy="13255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id="{BECA42F4-7107-4FB8-9FAE-5DFB73ACC881}"/>
              </a:ext>
            </a:extLst>
          </p:cNvPr>
          <p:cNvSpPr>
            <a:spLocks noGrp="1"/>
          </p:cNvSpPr>
          <p:nvPr>
            <p:ph idx="1"/>
          </p:nvPr>
        </p:nvSpPr>
        <p:spPr>
          <a:xfrm>
            <a:off x="1461052" y="1847850"/>
            <a:ext cx="10515600" cy="4351338"/>
          </a:xfrm>
        </p:spPr>
        <p:txBody>
          <a:bodyPr>
            <a:normAutofit fontScale="92500" lnSpcReduction="20000"/>
          </a:bodyPr>
          <a:lstStyle/>
          <a:p>
            <a:r>
              <a:rPr lang="en-US" altLang="en-MW" dirty="0"/>
              <a:t>A </a:t>
            </a:r>
            <a:r>
              <a:rPr lang="en-US" altLang="en-MW" b="1" dirty="0"/>
              <a:t>file</a:t>
            </a:r>
            <a:r>
              <a:rPr lang="en-US" altLang="en-MW" dirty="0"/>
              <a:t> is a document or collection of data that has a name and is stored in a computer</a:t>
            </a:r>
          </a:p>
          <a:p>
            <a:pPr lvl="1"/>
            <a:r>
              <a:rPr lang="en-US" altLang="en-MW" dirty="0"/>
              <a:t>E.g. music, text, image, and video files</a:t>
            </a:r>
          </a:p>
          <a:p>
            <a:pPr lvl="1"/>
            <a:endParaRPr lang="en-US" altLang="en-MW" dirty="0"/>
          </a:p>
          <a:p>
            <a:r>
              <a:rPr lang="en-US" altLang="en-MW" dirty="0"/>
              <a:t>A </a:t>
            </a:r>
            <a:r>
              <a:rPr lang="en-US" altLang="en-MW" b="1" dirty="0"/>
              <a:t>folder</a:t>
            </a:r>
            <a:r>
              <a:rPr lang="en-US" altLang="en-MW" dirty="0"/>
              <a:t> is a directory used to store/organize your files</a:t>
            </a:r>
          </a:p>
          <a:p>
            <a:endParaRPr lang="en-US" altLang="en-MW" dirty="0"/>
          </a:p>
          <a:p>
            <a:r>
              <a:rPr lang="en-US" dirty="0"/>
              <a:t>Files and folders help to keep your computer organized</a:t>
            </a:r>
          </a:p>
          <a:p>
            <a:endParaRPr lang="en-US" dirty="0"/>
          </a:p>
          <a:p>
            <a:r>
              <a:rPr lang="en-US" dirty="0"/>
              <a:t>Computer documents are saved as files</a:t>
            </a:r>
          </a:p>
          <a:p>
            <a:endParaRPr lang="en-US" dirty="0"/>
          </a:p>
          <a:p>
            <a:r>
              <a:rPr lang="en-US" dirty="0"/>
              <a:t>Folders are used to store/organize your files</a:t>
            </a:r>
          </a:p>
          <a:p>
            <a:endParaRPr lang="en-MW" dirty="0"/>
          </a:p>
        </p:txBody>
      </p:sp>
      <p:sp>
        <p:nvSpPr>
          <p:cNvPr id="7" name="Slide Number Placeholder 6">
            <a:extLst>
              <a:ext uri="{FF2B5EF4-FFF2-40B4-BE49-F238E27FC236}">
                <a16:creationId xmlns:a16="http://schemas.microsoft.com/office/drawing/2014/main" id="{AC35FA56-454E-45D2-838C-414289BEA49D}"/>
              </a:ext>
            </a:extLst>
          </p:cNvPr>
          <p:cNvSpPr>
            <a:spLocks noGrp="1"/>
          </p:cNvSpPr>
          <p:nvPr>
            <p:ph type="sldNum" sz="quarter" idx="12"/>
          </p:nvPr>
        </p:nvSpPr>
        <p:spPr/>
        <p:txBody>
          <a:bodyPr/>
          <a:lstStyle/>
          <a:p>
            <a:fld id="{97FAC7BD-B353-46E7-ADB0-C9A523C1F993}" type="slidenum">
              <a:rPr lang="en-MW" smtClean="0"/>
              <a:t>46</a:t>
            </a:fld>
            <a:endParaRPr lang="en-MW"/>
          </a:p>
        </p:txBody>
      </p:sp>
    </p:spTree>
    <p:extLst>
      <p:ext uri="{BB962C8B-B14F-4D97-AF65-F5344CB8AC3E}">
        <p14:creationId xmlns:p14="http://schemas.microsoft.com/office/powerpoint/2010/main" val="404406535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C5F7B959-EAE3-42DF-B030-8B70F5292B8E}"/>
              </a:ext>
            </a:extLst>
          </p:cNvPr>
          <p:cNvGraphicFramePr/>
          <p:nvPr>
            <p:extLst>
              <p:ext uri="{D42A27DB-BD31-4B8C-83A1-F6EECF244321}">
                <p14:modId xmlns:p14="http://schemas.microsoft.com/office/powerpoint/2010/main" val="3400482919"/>
              </p:ext>
            </p:extLst>
          </p:nvPr>
        </p:nvGraphicFramePr>
        <p:xfrm>
          <a:off x="838200" y="365125"/>
          <a:ext cx="10515600" cy="86931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id="{BECA42F4-7107-4FB8-9FAE-5DFB73ACC881}"/>
              </a:ext>
            </a:extLst>
          </p:cNvPr>
          <p:cNvSpPr>
            <a:spLocks noGrp="1"/>
          </p:cNvSpPr>
          <p:nvPr>
            <p:ph idx="1"/>
          </p:nvPr>
        </p:nvSpPr>
        <p:spPr>
          <a:xfrm>
            <a:off x="1461052" y="1394460"/>
            <a:ext cx="10515600" cy="4804728"/>
          </a:xfrm>
        </p:spPr>
        <p:txBody>
          <a:bodyPr>
            <a:normAutofit/>
          </a:bodyPr>
          <a:lstStyle/>
          <a:p>
            <a:r>
              <a:rPr lang="en-US" dirty="0"/>
              <a:t>A file is an item that contains information—for example, text, images or music. </a:t>
            </a:r>
          </a:p>
          <a:p>
            <a:r>
              <a:rPr lang="en-US" dirty="0"/>
              <a:t>On computers,  files are represented with icons; this makes it easy to recognize a type of file by looking at its icon.</a:t>
            </a:r>
          </a:p>
          <a:p>
            <a:r>
              <a:rPr lang="en-US" dirty="0"/>
              <a:t>The common way to create new files is by using a program.</a:t>
            </a:r>
          </a:p>
          <a:p>
            <a:pPr lvl="1"/>
            <a:r>
              <a:rPr lang="en-US" dirty="0"/>
              <a:t>E.g. you can create a text document in a word-processing program</a:t>
            </a:r>
          </a:p>
          <a:p>
            <a:r>
              <a:rPr lang="en-US" dirty="0"/>
              <a:t>Here are some common file icons:</a:t>
            </a:r>
          </a:p>
          <a:p>
            <a:endParaRPr lang="en-MW" dirty="0"/>
          </a:p>
        </p:txBody>
      </p:sp>
      <p:sp>
        <p:nvSpPr>
          <p:cNvPr id="7" name="Slide Number Placeholder 6">
            <a:extLst>
              <a:ext uri="{FF2B5EF4-FFF2-40B4-BE49-F238E27FC236}">
                <a16:creationId xmlns:a16="http://schemas.microsoft.com/office/drawing/2014/main" id="{AC35FA56-454E-45D2-838C-414289BEA49D}"/>
              </a:ext>
            </a:extLst>
          </p:cNvPr>
          <p:cNvSpPr>
            <a:spLocks noGrp="1"/>
          </p:cNvSpPr>
          <p:nvPr>
            <p:ph type="sldNum" sz="quarter" idx="12"/>
          </p:nvPr>
        </p:nvSpPr>
        <p:spPr/>
        <p:txBody>
          <a:bodyPr/>
          <a:lstStyle/>
          <a:p>
            <a:fld id="{97FAC7BD-B353-46E7-ADB0-C9A523C1F993}" type="slidenum">
              <a:rPr lang="en-MW" smtClean="0"/>
              <a:t>47</a:t>
            </a:fld>
            <a:endParaRPr lang="en-MW"/>
          </a:p>
        </p:txBody>
      </p:sp>
      <p:pic>
        <p:nvPicPr>
          <p:cNvPr id="5" name="Picture 4" descr="Picture of file icons">
            <a:extLst>
              <a:ext uri="{FF2B5EF4-FFF2-40B4-BE49-F238E27FC236}">
                <a16:creationId xmlns:a16="http://schemas.microsoft.com/office/drawing/2014/main" id="{B33FEC02-4CDF-4201-8CA9-ED4769403106}"/>
              </a:ext>
            </a:extLst>
          </p:cNvPr>
          <p:cNvPicPr/>
          <p:nvPr/>
        </p:nvPicPr>
        <p:blipFill>
          <a:blip r:embed="rId7"/>
          <a:srcRect/>
          <a:stretch>
            <a:fillRect/>
          </a:stretch>
        </p:blipFill>
        <p:spPr bwMode="auto">
          <a:xfrm>
            <a:off x="7054298" y="4149725"/>
            <a:ext cx="3676650" cy="2343150"/>
          </a:xfrm>
          <a:prstGeom prst="rect">
            <a:avLst/>
          </a:prstGeom>
          <a:noFill/>
          <a:ln w="9525">
            <a:noFill/>
            <a:miter lim="800000"/>
            <a:headEnd/>
            <a:tailEnd/>
          </a:ln>
        </p:spPr>
      </p:pic>
    </p:spTree>
    <p:extLst>
      <p:ext uri="{BB962C8B-B14F-4D97-AF65-F5344CB8AC3E}">
        <p14:creationId xmlns:p14="http://schemas.microsoft.com/office/powerpoint/2010/main" val="107722418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65FDAD16-1228-4FDB-BD85-BB5409E8C9E8}"/>
              </a:ext>
            </a:extLst>
          </p:cNvPr>
          <p:cNvGraphicFramePr/>
          <p:nvPr/>
        </p:nvGraphicFramePr>
        <p:xfrm>
          <a:off x="838200" y="365125"/>
          <a:ext cx="10515600" cy="13255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id="{7413A352-7D07-4795-AF4F-8A7213DCDB26}"/>
              </a:ext>
            </a:extLst>
          </p:cNvPr>
          <p:cNvSpPr>
            <a:spLocks noGrp="1"/>
          </p:cNvSpPr>
          <p:nvPr>
            <p:ph idx="1"/>
          </p:nvPr>
        </p:nvSpPr>
        <p:spPr>
          <a:xfrm>
            <a:off x="1298712" y="1825625"/>
            <a:ext cx="10055087" cy="4351338"/>
          </a:xfrm>
        </p:spPr>
        <p:txBody>
          <a:bodyPr/>
          <a:lstStyle/>
          <a:p>
            <a:r>
              <a:rPr lang="en-US" dirty="0"/>
              <a:t>Computer documents are saved as files (text, image, audio, video)</a:t>
            </a:r>
          </a:p>
          <a:p>
            <a:r>
              <a:rPr lang="en-US" dirty="0"/>
              <a:t>Examples of some files are:</a:t>
            </a:r>
          </a:p>
          <a:p>
            <a:pPr lvl="1"/>
            <a:r>
              <a:rPr lang="en-US" dirty="0"/>
              <a:t>A picture you saved/downloaded, a letter, a song or video you downloaded</a:t>
            </a:r>
          </a:p>
          <a:p>
            <a:pPr lvl="1"/>
            <a:endParaRPr lang="en-MW" dirty="0"/>
          </a:p>
        </p:txBody>
      </p:sp>
      <p:pic>
        <p:nvPicPr>
          <p:cNvPr id="5" name="Picture 4">
            <a:extLst>
              <a:ext uri="{FF2B5EF4-FFF2-40B4-BE49-F238E27FC236}">
                <a16:creationId xmlns:a16="http://schemas.microsoft.com/office/drawing/2014/main" id="{8E5F1BFF-5731-44A5-A44A-BA50BD7E845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452456" y="3644348"/>
            <a:ext cx="7059010" cy="2981739"/>
          </a:xfrm>
          <a:prstGeom prst="rect">
            <a:avLst/>
          </a:prstGeom>
        </p:spPr>
      </p:pic>
      <p:sp>
        <p:nvSpPr>
          <p:cNvPr id="8" name="Slide Number Placeholder 7">
            <a:extLst>
              <a:ext uri="{FF2B5EF4-FFF2-40B4-BE49-F238E27FC236}">
                <a16:creationId xmlns:a16="http://schemas.microsoft.com/office/drawing/2014/main" id="{91FE0F06-F7F4-497E-8978-DC51B72F9ACC}"/>
              </a:ext>
            </a:extLst>
          </p:cNvPr>
          <p:cNvSpPr>
            <a:spLocks noGrp="1"/>
          </p:cNvSpPr>
          <p:nvPr>
            <p:ph type="sldNum" sz="quarter" idx="12"/>
          </p:nvPr>
        </p:nvSpPr>
        <p:spPr/>
        <p:txBody>
          <a:bodyPr/>
          <a:lstStyle/>
          <a:p>
            <a:fld id="{97FAC7BD-B353-46E7-ADB0-C9A523C1F993}" type="slidenum">
              <a:rPr lang="en-MW" smtClean="0"/>
              <a:t>48</a:t>
            </a:fld>
            <a:endParaRPr lang="en-MW"/>
          </a:p>
        </p:txBody>
      </p:sp>
    </p:spTree>
    <p:extLst>
      <p:ext uri="{BB962C8B-B14F-4D97-AF65-F5344CB8AC3E}">
        <p14:creationId xmlns:p14="http://schemas.microsoft.com/office/powerpoint/2010/main" val="116054596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65FDAD16-1228-4FDB-BD85-BB5409E8C9E8}"/>
              </a:ext>
            </a:extLst>
          </p:cNvPr>
          <p:cNvGraphicFramePr/>
          <p:nvPr>
            <p:extLst>
              <p:ext uri="{D42A27DB-BD31-4B8C-83A1-F6EECF244321}">
                <p14:modId xmlns:p14="http://schemas.microsoft.com/office/powerpoint/2010/main" val="1718381058"/>
              </p:ext>
            </p:extLst>
          </p:nvPr>
        </p:nvGraphicFramePr>
        <p:xfrm>
          <a:off x="838200" y="365125"/>
          <a:ext cx="10515600" cy="13255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id="{7413A352-7D07-4795-AF4F-8A7213DCDB26}"/>
              </a:ext>
            </a:extLst>
          </p:cNvPr>
          <p:cNvSpPr>
            <a:spLocks noGrp="1"/>
          </p:cNvSpPr>
          <p:nvPr>
            <p:ph idx="1"/>
          </p:nvPr>
        </p:nvSpPr>
        <p:spPr>
          <a:xfrm>
            <a:off x="1298712" y="1825625"/>
            <a:ext cx="10055087" cy="4351338"/>
          </a:xfrm>
        </p:spPr>
        <p:txBody>
          <a:bodyPr/>
          <a:lstStyle/>
          <a:p>
            <a:r>
              <a:rPr lang="en-US" dirty="0"/>
              <a:t>A folder is a container you can use to store files in.</a:t>
            </a:r>
          </a:p>
          <a:p>
            <a:r>
              <a:rPr lang="en-US" dirty="0"/>
              <a:t>Folders can also store other folders. </a:t>
            </a:r>
          </a:p>
          <a:p>
            <a:r>
              <a:rPr lang="en-US" dirty="0"/>
              <a:t>A folder within a folder is usually called a subfolder. </a:t>
            </a:r>
          </a:p>
          <a:p>
            <a:r>
              <a:rPr lang="en-US" dirty="0"/>
              <a:t>You can create any number of subfolders, and each can hold any number of files and additional subfolders.</a:t>
            </a:r>
          </a:p>
          <a:p>
            <a:r>
              <a:rPr lang="en-US" dirty="0"/>
              <a:t>Here are some typical folder icons:</a:t>
            </a:r>
          </a:p>
          <a:p>
            <a:pPr marL="114300" indent="0">
              <a:buNone/>
            </a:pPr>
            <a:endParaRPr lang="en-US" dirty="0"/>
          </a:p>
          <a:p>
            <a:pPr lvl="1"/>
            <a:endParaRPr lang="en-MW" dirty="0"/>
          </a:p>
        </p:txBody>
      </p:sp>
      <p:sp>
        <p:nvSpPr>
          <p:cNvPr id="8" name="Slide Number Placeholder 7">
            <a:extLst>
              <a:ext uri="{FF2B5EF4-FFF2-40B4-BE49-F238E27FC236}">
                <a16:creationId xmlns:a16="http://schemas.microsoft.com/office/drawing/2014/main" id="{91FE0F06-F7F4-497E-8978-DC51B72F9ACC}"/>
              </a:ext>
            </a:extLst>
          </p:cNvPr>
          <p:cNvSpPr>
            <a:spLocks noGrp="1"/>
          </p:cNvSpPr>
          <p:nvPr>
            <p:ph type="sldNum" sz="quarter" idx="12"/>
          </p:nvPr>
        </p:nvSpPr>
        <p:spPr/>
        <p:txBody>
          <a:bodyPr/>
          <a:lstStyle/>
          <a:p>
            <a:fld id="{97FAC7BD-B353-46E7-ADB0-C9A523C1F993}" type="slidenum">
              <a:rPr lang="en-MW" smtClean="0"/>
              <a:t>49</a:t>
            </a:fld>
            <a:endParaRPr lang="en-MW"/>
          </a:p>
        </p:txBody>
      </p:sp>
      <p:pic>
        <p:nvPicPr>
          <p:cNvPr id="7" name="Picture 6" descr="Picture of folder icons">
            <a:extLst>
              <a:ext uri="{FF2B5EF4-FFF2-40B4-BE49-F238E27FC236}">
                <a16:creationId xmlns:a16="http://schemas.microsoft.com/office/drawing/2014/main" id="{5830CE26-DAB4-40EB-B7E9-A96A899FC1E3}"/>
              </a:ext>
            </a:extLst>
          </p:cNvPr>
          <p:cNvPicPr/>
          <p:nvPr/>
        </p:nvPicPr>
        <p:blipFill>
          <a:blip r:embed="rId7"/>
          <a:srcRect/>
          <a:stretch>
            <a:fillRect/>
          </a:stretch>
        </p:blipFill>
        <p:spPr bwMode="auto">
          <a:xfrm>
            <a:off x="8188188" y="4329113"/>
            <a:ext cx="2705100" cy="1847850"/>
          </a:xfrm>
          <a:prstGeom prst="rect">
            <a:avLst/>
          </a:prstGeom>
          <a:noFill/>
          <a:ln w="9525">
            <a:noFill/>
            <a:miter lim="800000"/>
            <a:headEnd/>
            <a:tailEnd/>
          </a:ln>
        </p:spPr>
      </p:pic>
    </p:spTree>
    <p:extLst>
      <p:ext uri="{BB962C8B-B14F-4D97-AF65-F5344CB8AC3E}">
        <p14:creationId xmlns:p14="http://schemas.microsoft.com/office/powerpoint/2010/main" val="359834773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F53570AC-78C9-4635-8A7D-BFBC3229E70F}"/>
              </a:ext>
            </a:extLst>
          </p:cNvPr>
          <p:cNvGraphicFramePr/>
          <p:nvPr/>
        </p:nvGraphicFramePr>
        <p:xfrm>
          <a:off x="838200" y="365125"/>
          <a:ext cx="10515600" cy="13255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id="{1E6CBE61-38F7-420B-B8CA-632CCDE21970}"/>
              </a:ext>
            </a:extLst>
          </p:cNvPr>
          <p:cNvSpPr>
            <a:spLocks noGrp="1"/>
          </p:cNvSpPr>
          <p:nvPr>
            <p:ph idx="1"/>
          </p:nvPr>
        </p:nvSpPr>
        <p:spPr>
          <a:xfrm>
            <a:off x="1463015" y="1847850"/>
            <a:ext cx="10515600" cy="4351338"/>
          </a:xfrm>
        </p:spPr>
        <p:txBody>
          <a:bodyPr/>
          <a:lstStyle/>
          <a:p>
            <a:r>
              <a:rPr lang="en-US" dirty="0"/>
              <a:t>Folders are used to store your files. They are like File Cabinets, containing drawers, which  contain file folders that can contain many documents.</a:t>
            </a:r>
            <a:endParaRPr lang="en-MW" dirty="0"/>
          </a:p>
        </p:txBody>
      </p:sp>
      <p:pic>
        <p:nvPicPr>
          <p:cNvPr id="5" name="Picture 4">
            <a:extLst>
              <a:ext uri="{FF2B5EF4-FFF2-40B4-BE49-F238E27FC236}">
                <a16:creationId xmlns:a16="http://schemas.microsoft.com/office/drawing/2014/main" id="{BB3D339B-AB08-4A3E-8B06-820F45AC5FE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532590" y="3282470"/>
            <a:ext cx="6992326" cy="3439005"/>
          </a:xfrm>
          <a:prstGeom prst="rect">
            <a:avLst/>
          </a:prstGeom>
        </p:spPr>
      </p:pic>
      <p:sp>
        <p:nvSpPr>
          <p:cNvPr id="8" name="Slide Number Placeholder 7">
            <a:extLst>
              <a:ext uri="{FF2B5EF4-FFF2-40B4-BE49-F238E27FC236}">
                <a16:creationId xmlns:a16="http://schemas.microsoft.com/office/drawing/2014/main" id="{8BBD6D97-AF29-47DC-B38B-E702AF62A832}"/>
              </a:ext>
            </a:extLst>
          </p:cNvPr>
          <p:cNvSpPr>
            <a:spLocks noGrp="1"/>
          </p:cNvSpPr>
          <p:nvPr>
            <p:ph type="sldNum" sz="quarter" idx="12"/>
          </p:nvPr>
        </p:nvSpPr>
        <p:spPr/>
        <p:txBody>
          <a:bodyPr/>
          <a:lstStyle/>
          <a:p>
            <a:fld id="{97FAC7BD-B353-46E7-ADB0-C9A523C1F993}" type="slidenum">
              <a:rPr lang="en-MW" smtClean="0"/>
              <a:t>50</a:t>
            </a:fld>
            <a:endParaRPr lang="en-MW"/>
          </a:p>
        </p:txBody>
      </p:sp>
    </p:spTree>
    <p:extLst>
      <p:ext uri="{BB962C8B-B14F-4D97-AF65-F5344CB8AC3E}">
        <p14:creationId xmlns:p14="http://schemas.microsoft.com/office/powerpoint/2010/main" val="235996871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162AED38-9015-4430-899A-FCE23FDB948F}"/>
              </a:ext>
            </a:extLst>
          </p:cNvPr>
          <p:cNvGraphicFramePr/>
          <p:nvPr/>
        </p:nvGraphicFramePr>
        <p:xfrm>
          <a:off x="838200" y="365125"/>
          <a:ext cx="10515600" cy="13255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id="{2806FC65-775F-4224-8FEB-5A56E295CD19}"/>
              </a:ext>
            </a:extLst>
          </p:cNvPr>
          <p:cNvSpPr>
            <a:spLocks noGrp="1"/>
          </p:cNvSpPr>
          <p:nvPr>
            <p:ph idx="1"/>
          </p:nvPr>
        </p:nvSpPr>
        <p:spPr>
          <a:xfrm>
            <a:off x="1470990" y="1825625"/>
            <a:ext cx="9882809" cy="4351338"/>
          </a:xfrm>
        </p:spPr>
        <p:txBody>
          <a:bodyPr/>
          <a:lstStyle/>
          <a:p>
            <a:r>
              <a:rPr lang="en-US" dirty="0"/>
              <a:t>Windows Operating System has some folders already set up for you in your PC:</a:t>
            </a:r>
          </a:p>
          <a:p>
            <a:pPr lvl="1"/>
            <a:r>
              <a:rPr lang="en-US" dirty="0"/>
              <a:t>Documents </a:t>
            </a:r>
          </a:p>
          <a:p>
            <a:pPr lvl="1"/>
            <a:r>
              <a:rPr lang="en-US" dirty="0"/>
              <a:t>Music </a:t>
            </a:r>
          </a:p>
          <a:p>
            <a:pPr lvl="1"/>
            <a:r>
              <a:rPr lang="en-US" dirty="0"/>
              <a:t>Pictures</a:t>
            </a:r>
          </a:p>
          <a:p>
            <a:pPr lvl="1"/>
            <a:r>
              <a:rPr lang="en-US" dirty="0"/>
              <a:t>Videos</a:t>
            </a:r>
          </a:p>
          <a:p>
            <a:r>
              <a:rPr lang="en-US" dirty="0"/>
              <a:t>You can organize your own documents into these folders</a:t>
            </a:r>
            <a:endParaRPr lang="en-MW" dirty="0"/>
          </a:p>
        </p:txBody>
      </p:sp>
      <p:sp>
        <p:nvSpPr>
          <p:cNvPr id="7" name="Slide Number Placeholder 6">
            <a:extLst>
              <a:ext uri="{FF2B5EF4-FFF2-40B4-BE49-F238E27FC236}">
                <a16:creationId xmlns:a16="http://schemas.microsoft.com/office/drawing/2014/main" id="{1BB2AF15-2871-40BB-869B-AE58C0E8A8A4}"/>
              </a:ext>
            </a:extLst>
          </p:cNvPr>
          <p:cNvSpPr>
            <a:spLocks noGrp="1"/>
          </p:cNvSpPr>
          <p:nvPr>
            <p:ph type="sldNum" sz="quarter" idx="12"/>
          </p:nvPr>
        </p:nvSpPr>
        <p:spPr/>
        <p:txBody>
          <a:bodyPr/>
          <a:lstStyle/>
          <a:p>
            <a:fld id="{97FAC7BD-B353-46E7-ADB0-C9A523C1F993}" type="slidenum">
              <a:rPr lang="en-MW" smtClean="0"/>
              <a:t>51</a:t>
            </a:fld>
            <a:endParaRPr lang="en-MW"/>
          </a:p>
        </p:txBody>
      </p:sp>
    </p:spTree>
    <p:extLst>
      <p:ext uri="{BB962C8B-B14F-4D97-AF65-F5344CB8AC3E}">
        <p14:creationId xmlns:p14="http://schemas.microsoft.com/office/powerpoint/2010/main" val="220324116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162AED38-9015-4430-899A-FCE23FDB948F}"/>
              </a:ext>
            </a:extLst>
          </p:cNvPr>
          <p:cNvGraphicFramePr/>
          <p:nvPr>
            <p:extLst>
              <p:ext uri="{D42A27DB-BD31-4B8C-83A1-F6EECF244321}">
                <p14:modId xmlns:p14="http://schemas.microsoft.com/office/powerpoint/2010/main" val="1874355531"/>
              </p:ext>
            </p:extLst>
          </p:nvPr>
        </p:nvGraphicFramePr>
        <p:xfrm>
          <a:off x="838200" y="365125"/>
          <a:ext cx="10515600" cy="86931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id="{2806FC65-775F-4224-8FEB-5A56E295CD19}"/>
              </a:ext>
            </a:extLst>
          </p:cNvPr>
          <p:cNvSpPr>
            <a:spLocks noGrp="1"/>
          </p:cNvSpPr>
          <p:nvPr>
            <p:ph idx="1"/>
          </p:nvPr>
        </p:nvSpPr>
        <p:spPr>
          <a:xfrm>
            <a:off x="1074420" y="1577340"/>
            <a:ext cx="10279379" cy="4599623"/>
          </a:xfrm>
        </p:spPr>
        <p:txBody>
          <a:bodyPr>
            <a:normAutofit fontScale="92500" lnSpcReduction="10000"/>
          </a:bodyPr>
          <a:lstStyle/>
          <a:p>
            <a:r>
              <a:rPr lang="en-US" dirty="0"/>
              <a:t>You can use libraries to access your files and folders, and arrange them in different ways.</a:t>
            </a:r>
          </a:p>
          <a:p>
            <a:r>
              <a:rPr lang="en-US" dirty="0"/>
              <a:t>Four default libraries and what they're used for:</a:t>
            </a:r>
          </a:p>
          <a:p>
            <a:pPr lvl="1"/>
            <a:r>
              <a:rPr lang="en-US" dirty="0"/>
              <a:t>Documents library. </a:t>
            </a:r>
          </a:p>
          <a:p>
            <a:pPr lvl="2"/>
            <a:r>
              <a:rPr lang="en-US" dirty="0"/>
              <a:t>Use to organize and arrange word-processing documents, spreadsheets, presentations, and other text-related files. </a:t>
            </a:r>
          </a:p>
          <a:p>
            <a:pPr lvl="1"/>
            <a:r>
              <a:rPr lang="en-US" dirty="0"/>
              <a:t>Pictures library. </a:t>
            </a:r>
          </a:p>
          <a:p>
            <a:pPr lvl="2"/>
            <a:r>
              <a:rPr lang="en-US" dirty="0"/>
              <a:t>Use to organize and arrange your digital pictures, whether you get them from your camera, scanner, or in e‑mail from other people..</a:t>
            </a:r>
            <a:endParaRPr lang="en-US" sz="1600" dirty="0"/>
          </a:p>
          <a:p>
            <a:pPr lvl="1"/>
            <a:r>
              <a:rPr lang="en-US" dirty="0"/>
              <a:t>Music library.</a:t>
            </a:r>
          </a:p>
          <a:p>
            <a:pPr lvl="2"/>
            <a:r>
              <a:rPr lang="en-US" dirty="0"/>
              <a:t> Use to organize and arrange your digital music, such as songs that you rip from an audio CD or that you download from the Internet. </a:t>
            </a:r>
          </a:p>
          <a:p>
            <a:pPr lvl="1"/>
            <a:r>
              <a:rPr lang="en-US" sz="1900" dirty="0"/>
              <a:t>Videos library. </a:t>
            </a:r>
          </a:p>
          <a:p>
            <a:pPr lvl="2"/>
            <a:r>
              <a:rPr lang="en-US" dirty="0"/>
              <a:t>Use to organize and arrange your videos, such as clips from your digital camera or video files that you download from the Internet. </a:t>
            </a:r>
          </a:p>
        </p:txBody>
      </p:sp>
      <p:sp>
        <p:nvSpPr>
          <p:cNvPr id="7" name="Slide Number Placeholder 6">
            <a:extLst>
              <a:ext uri="{FF2B5EF4-FFF2-40B4-BE49-F238E27FC236}">
                <a16:creationId xmlns:a16="http://schemas.microsoft.com/office/drawing/2014/main" id="{1BB2AF15-2871-40BB-869B-AE58C0E8A8A4}"/>
              </a:ext>
            </a:extLst>
          </p:cNvPr>
          <p:cNvSpPr>
            <a:spLocks noGrp="1"/>
          </p:cNvSpPr>
          <p:nvPr>
            <p:ph type="sldNum" sz="quarter" idx="12"/>
          </p:nvPr>
        </p:nvSpPr>
        <p:spPr/>
        <p:txBody>
          <a:bodyPr/>
          <a:lstStyle/>
          <a:p>
            <a:fld id="{97FAC7BD-B353-46E7-ADB0-C9A523C1F993}" type="slidenum">
              <a:rPr lang="en-MW" smtClean="0"/>
              <a:t>52</a:t>
            </a:fld>
            <a:endParaRPr lang="en-MW"/>
          </a:p>
        </p:txBody>
      </p:sp>
    </p:spTree>
    <p:extLst>
      <p:ext uri="{BB962C8B-B14F-4D97-AF65-F5344CB8AC3E}">
        <p14:creationId xmlns:p14="http://schemas.microsoft.com/office/powerpoint/2010/main" val="40291445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1062</TotalTime>
  <Words>3544</Words>
  <Application>Microsoft Office PowerPoint</Application>
  <PresentationFormat>Widescreen</PresentationFormat>
  <Paragraphs>386</Paragraphs>
  <Slides>52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52</vt:i4>
      </vt:variant>
    </vt:vector>
  </HeadingPairs>
  <TitlesOfParts>
    <vt:vector size="60" baseType="lpstr">
      <vt:lpstr>Arial</vt:lpstr>
      <vt:lpstr>Arial Narrow</vt:lpstr>
      <vt:lpstr>Calibri</vt:lpstr>
      <vt:lpstr>Calibri Light</vt:lpstr>
      <vt:lpstr>Times</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Input Devices</vt:lpstr>
      <vt:lpstr>PowerPoint Presentation</vt:lpstr>
      <vt:lpstr>Output devices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End-user computer</dc:title>
  <dc:creator>mamba ps pty ltd</dc:creator>
  <cp:lastModifiedBy>USER</cp:lastModifiedBy>
  <cp:revision>247</cp:revision>
  <cp:lastPrinted>2019-05-15T08:29:23Z</cp:lastPrinted>
  <dcterms:created xsi:type="dcterms:W3CDTF">2018-11-08T18:36:40Z</dcterms:created>
  <dcterms:modified xsi:type="dcterms:W3CDTF">2021-06-23T06:06:17Z</dcterms:modified>
</cp:coreProperties>
</file>