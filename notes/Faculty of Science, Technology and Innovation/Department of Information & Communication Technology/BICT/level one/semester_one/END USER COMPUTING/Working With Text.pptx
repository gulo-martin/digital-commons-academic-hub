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6DFCC-2A2B-40F9-BF53-677E17A10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D4F47-6384-47A1-BE72-C74B35FD8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1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example of some notes about working with text. Keep bullets to about 4 or less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D4F47-6384-47A1-BE72-C74B35FD86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12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61F3-A795-9C29-BB7C-29782764C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D73F5-3BA3-FEEB-5B57-5F438A556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7F198-CB16-60B6-1CCA-14DAEA93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94D87-6845-8884-40E1-EA5E64FEC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F2916-64A0-D2D8-D9A0-3B0CB927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91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6A056-EC13-81E9-E52D-DACDF59CF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80CA7-85DC-DC0E-F203-85F69A5EB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2EDBC-1269-2CF9-0118-FF9B4F15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7F8B5-1507-1F57-50A7-1DC558D9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EA0A7-0838-E429-F967-8981D2ED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65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3E62-3A81-FB8E-D48F-A3F7D4F2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D2228-30C5-F122-BE53-E8C73EF21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FC00F-9682-5B46-5ED9-5F074316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A4127-FAB0-C27E-3143-24176B745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F77FF-44FE-8E2E-237B-14170CDB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3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12B0-432B-9A2A-5C7F-8F48CED2B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BBFD7-3DCF-3454-AA5D-F047BC48E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4B696-5A55-BCEA-EB0B-A42AF360F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C7BD9-2769-E9B3-7546-078D346C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294FC-FFE7-F342-20F7-7790E8BE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57DE3-7228-9B05-7C8E-2E2C3101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194D-073F-AB0E-CAB0-7799B00B8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248C3-0193-3E69-8BC7-BF5E8EA5A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87267-CB30-44AB-7DEB-670344FC5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7F186-77DC-0224-C5B5-7754041FA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ABED6-ED18-0B2B-AF73-55593D95E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546FDA-B74F-8584-6FFD-5782E81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C18C0-B907-0320-FAA0-8ECA324EB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D4FB1A-E99E-72B6-3D90-1EDC211A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6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B7607-C242-696E-7E3E-EB0027C3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89A313-A086-E01C-63DD-0F600984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A44E4A-9AFC-6C98-0C23-56F2F73FD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D83B8-9624-7A49-80E6-1BF91923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54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1BC5A2-6C05-BEEC-7952-98AAB649E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C722C-5F94-56E1-C554-AEA1443B3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61C60-3B6C-EA9D-96EC-72515E6B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8C6F-8899-6C77-ED54-7CE634EA2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F9D18-B85B-1A5F-0C04-C65524D0C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F6183-1A2F-DFBC-9070-3F1E7BC98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90942-88F1-5ED8-BFD3-4B04B6E5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29729-C849-88E1-1586-B7E2007D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4EDDD-14D3-9B36-AF80-2623A467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8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9F5FC-5988-9B20-D879-3B433B9B4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1F620D-2E6B-8B23-8302-2EE60C053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BA1A5-AEB2-E272-3888-300F0FB73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442CD-5670-8D63-56BC-67E72323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4A90B-303B-153D-DBDA-B7751DB0B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8FF19-1BE1-ECF7-AC41-67FFEE06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0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F6E1-2A7F-A56E-6828-CA66A6FFD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ABA0C-9CEE-B93C-6602-076C46A12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20B46-9E00-BB1E-204F-409A4C3B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7AA78-348D-422C-DEC3-24156478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191A0-F249-D30E-35A9-F970C170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0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8766AD-2B59-9329-7516-7BB953453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3F48F-609D-08C3-86A4-51E40C981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CBD5B-27C3-050F-DF35-A9172032E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0AAB1-3777-7FA4-6A5D-BBFE9496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E8852-84C3-54E9-4297-E943FAE4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6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3C646-A3F4-F744-E3B5-AD596F9F6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C4702-7AB0-F072-71BD-61DBF1DA7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E3CD4-ABA4-1F5F-6762-FCB7E8162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D4B9F-6291-4E1E-819E-65FA2652C6DE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382B1-1DAE-C90F-F96E-E19359801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67876-59F5-AEDA-C379-A38F76ED8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C5D98-A0CE-4621-8E08-C1BE4A79E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30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81A9-603C-2AED-BA08-5AF00FD2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Working With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7770A-ABEB-0B3E-9000-BBC6583C7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very first bullet</a:t>
            </a:r>
          </a:p>
          <a:p>
            <a:r>
              <a:rPr lang="en-US" dirty="0"/>
              <a:t>My second bullet</a:t>
            </a:r>
          </a:p>
          <a:p>
            <a:r>
              <a:rPr lang="en-US" dirty="0"/>
              <a:t>A third bullet</a:t>
            </a:r>
          </a:p>
        </p:txBody>
      </p:sp>
    </p:spTree>
    <p:extLst>
      <p:ext uri="{BB962C8B-B14F-4D97-AF65-F5344CB8AC3E}">
        <p14:creationId xmlns:p14="http://schemas.microsoft.com/office/powerpoint/2010/main" val="1764813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4011A-FF83-BE3A-D450-7A31970CBB99}"/>
              </a:ext>
            </a:extLst>
          </p:cNvPr>
          <p:cNvSpPr txBox="1"/>
          <p:nvPr/>
        </p:nvSpPr>
        <p:spPr>
          <a:xfrm>
            <a:off x="226243" y="6353667"/>
            <a:ext cx="323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my custom-made text box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72A3D-988C-BD3C-21EB-CEC1664C948A}"/>
              </a:ext>
            </a:extLst>
          </p:cNvPr>
          <p:cNvSpPr txBox="1"/>
          <p:nvPr/>
        </p:nvSpPr>
        <p:spPr>
          <a:xfrm>
            <a:off x="848412" y="461913"/>
            <a:ext cx="3223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Notice there is no bullet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Some more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Shift + tab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 at level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2A7AA-2C28-C533-1A7D-140952D740F5}"/>
              </a:ext>
            </a:extLst>
          </p:cNvPr>
          <p:cNvSpPr txBox="1"/>
          <p:nvPr/>
        </p:nvSpPr>
        <p:spPr>
          <a:xfrm>
            <a:off x="3940404" y="2903456"/>
            <a:ext cx="2155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Notice the bullet stays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Mike Fanisako </a:t>
            </a:r>
          </a:p>
        </p:txBody>
      </p:sp>
    </p:spTree>
    <p:extLst>
      <p:ext uri="{BB962C8B-B14F-4D97-AF65-F5344CB8AC3E}">
        <p14:creationId xmlns:p14="http://schemas.microsoft.com/office/powerpoint/2010/main" val="3558865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DAEC-8545-E3AD-833C-501A2AC3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Bullets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0F2ED-FD79-E1A8-55A2-BF78DD524288}"/>
              </a:ext>
            </a:extLst>
          </p:cNvPr>
          <p:cNvSpPr txBox="1"/>
          <p:nvPr/>
        </p:nvSpPr>
        <p:spPr>
          <a:xfrm>
            <a:off x="1055802" y="2460396"/>
            <a:ext cx="39969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dirty="0"/>
              <a:t>Bullet 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Bullet 2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Bullet 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Bullet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F91E25-6AA7-E806-B119-459683C21888}"/>
              </a:ext>
            </a:extLst>
          </p:cNvPr>
          <p:cNvSpPr txBox="1"/>
          <p:nvPr/>
        </p:nvSpPr>
        <p:spPr>
          <a:xfrm>
            <a:off x="8235600" y="2460395"/>
            <a:ext cx="55403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dirty="0"/>
              <a:t>Bullet 1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Bullet 2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Bullet 3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Bullet 4</a:t>
            </a:r>
          </a:p>
        </p:txBody>
      </p:sp>
    </p:spTree>
    <p:extLst>
      <p:ext uri="{BB962C8B-B14F-4D97-AF65-F5344CB8AC3E}">
        <p14:creationId xmlns:p14="http://schemas.microsoft.com/office/powerpoint/2010/main" val="746497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81</Words>
  <Application>Microsoft Office PowerPoint</Application>
  <PresentationFormat>Widescreen</PresentationFormat>
  <Paragraphs>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Working With Text</vt:lpstr>
      <vt:lpstr>PowerPoint Presentation</vt:lpstr>
      <vt:lpstr>Bullets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Text</dc:title>
  <dc:creator>Mike Fanisako</dc:creator>
  <cp:lastModifiedBy>Mike Fanisako</cp:lastModifiedBy>
  <cp:revision>1</cp:revision>
  <dcterms:created xsi:type="dcterms:W3CDTF">2024-05-10T04:32:31Z</dcterms:created>
  <dcterms:modified xsi:type="dcterms:W3CDTF">2024-05-10T04:53:31Z</dcterms:modified>
</cp:coreProperties>
</file>